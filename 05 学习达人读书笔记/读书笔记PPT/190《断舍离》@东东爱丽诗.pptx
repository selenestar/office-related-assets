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0"/>
  </p:notesMasterIdLst>
  <p:sldIdLst>
    <p:sldId id="256" r:id="rId3"/>
    <p:sldId id="285" r:id="rId4"/>
    <p:sldId id="287" r:id="rId5"/>
    <p:sldId id="288" r:id="rId6"/>
    <p:sldId id="289" r:id="rId7"/>
    <p:sldId id="282" r:id="rId8"/>
    <p:sldId id="291" r:id="rId9"/>
    <p:sldId id="257" r:id="rId10"/>
    <p:sldId id="258" r:id="rId11"/>
    <p:sldId id="259" r:id="rId12"/>
    <p:sldId id="260" r:id="rId13"/>
    <p:sldId id="261" r:id="rId14"/>
    <p:sldId id="262" r:id="rId15"/>
    <p:sldId id="264" r:id="rId16"/>
    <p:sldId id="265" r:id="rId17"/>
    <p:sldId id="266" r:id="rId18"/>
    <p:sldId id="267" r:id="rId19"/>
    <p:sldId id="268" r:id="rId20"/>
    <p:sldId id="271" r:id="rId21"/>
    <p:sldId id="272" r:id="rId22"/>
    <p:sldId id="273" r:id="rId23"/>
    <p:sldId id="274" r:id="rId24"/>
    <p:sldId id="269" r:id="rId25"/>
    <p:sldId id="275" r:id="rId26"/>
    <p:sldId id="276" r:id="rId27"/>
    <p:sldId id="277" r:id="rId28"/>
    <p:sldId id="278" r:id="rId29"/>
    <p:sldId id="279" r:id="rId30"/>
    <p:sldId id="270" r:id="rId31"/>
    <p:sldId id="280" r:id="rId32"/>
    <p:sldId id="281" r:id="rId33"/>
    <p:sldId id="263" r:id="rId34"/>
    <p:sldId id="283" r:id="rId35"/>
    <p:sldId id="290" r:id="rId36"/>
    <p:sldId id="284" r:id="rId37"/>
    <p:sldId id="292" r:id="rId38"/>
    <p:sldId id="293" r:id="rId3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801" userDrawn="1">
          <p15:clr>
            <a:srgbClr val="A4A3A4"/>
          </p15:clr>
        </p15:guide>
        <p15:guide id="6" orient="horz" pos="1366" userDrawn="1">
          <p15:clr>
            <a:srgbClr val="A4A3A4"/>
          </p15:clr>
        </p15:guide>
        <p15:guide id="7" pos="6856" userDrawn="1">
          <p15:clr>
            <a:srgbClr val="A4A3A4"/>
          </p15:clr>
        </p15:guide>
        <p15:guide id="8" orient="horz" pos="459" userDrawn="1">
          <p15:clr>
            <a:srgbClr val="A4A3A4"/>
          </p15:clr>
        </p15:guide>
        <p15:guide id="9" orient="horz" pos="3045" userDrawn="1">
          <p15:clr>
            <a:srgbClr val="A4A3A4"/>
          </p15:clr>
        </p15:guide>
        <p15:guide id="10" orient="horz" pos="3838" userDrawn="1">
          <p15:clr>
            <a:srgbClr val="A4A3A4"/>
          </p15:clr>
        </p15:guide>
        <p15:guide id="11" pos="1958" userDrawn="1">
          <p15:clr>
            <a:srgbClr val="A4A3A4"/>
          </p15:clr>
        </p15:guide>
        <p15:guide id="12" pos="574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0F13"/>
    <a:srgbClr val="ABAEAF"/>
    <a:srgbClr val="A0E75A"/>
    <a:srgbClr val="8E1A1A"/>
    <a:srgbClr val="C10101"/>
    <a:srgbClr val="D30015"/>
    <a:srgbClr val="3B38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424" autoAdjust="0"/>
  </p:normalViewPr>
  <p:slideViewPr>
    <p:cSldViewPr snapToGrid="0" showGuides="1">
      <p:cViewPr varScale="1">
        <p:scale>
          <a:sx n="71" d="100"/>
          <a:sy n="71" d="100"/>
        </p:scale>
        <p:origin x="696" y="72"/>
      </p:cViewPr>
      <p:guideLst>
        <p:guide orient="horz" pos="2160"/>
        <p:guide pos="3840"/>
        <p:guide pos="801"/>
        <p:guide orient="horz" pos="1366"/>
        <p:guide pos="6856"/>
        <p:guide orient="horz" pos="459"/>
        <p:guide orient="horz" pos="3045"/>
        <p:guide orient="horz" pos="3838"/>
        <p:guide pos="1958"/>
        <p:guide pos="5745"/>
      </p:guideLst>
    </p:cSldViewPr>
  </p:slideViewPr>
  <p:outlineViewPr>
    <p:cViewPr>
      <p:scale>
        <a:sx n="33" d="100"/>
        <a:sy n="33" d="100"/>
      </p:scale>
      <p:origin x="0" y="-66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1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D7B86-36D0-48B7-8A14-76136B7396C1}" type="datetimeFigureOut">
              <a:rPr lang="zh-CN" altLang="en-US" smtClean="0"/>
              <a:t>2015/3/10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D82C1C-E5A0-4E12-8DB6-B88CAC9189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9400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《》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D82C1C-E5A0-4E12-8DB6-B88CAC91891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7568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10490-B828-4ABA-8D54-3BC3BCA62D22}" type="datetimeFigureOut">
              <a:rPr lang="zh-CN" altLang="en-US" smtClean="0"/>
              <a:t>2015/3/10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BFFD2-64E7-4813-948B-14D9B9D5FC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7465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10490-B828-4ABA-8D54-3BC3BCA62D22}" type="datetimeFigureOut">
              <a:rPr lang="zh-CN" altLang="en-US" smtClean="0"/>
              <a:t>2015/3/10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BFFD2-64E7-4813-948B-14D9B9D5FC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857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10490-B828-4ABA-8D54-3BC3BCA62D22}" type="datetimeFigureOut">
              <a:rPr lang="zh-CN" altLang="en-US" smtClean="0"/>
              <a:t>2015/3/10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BFFD2-64E7-4813-948B-14D9B9D5FC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2495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10490-B828-4ABA-8D54-3BC3BCA62D22}" type="datetimeFigureOut">
              <a:rPr lang="zh-CN" altLang="en-US" smtClean="0"/>
              <a:t>2015/3/10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BFFD2-64E7-4813-948B-14D9B9D5FC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953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10490-B828-4ABA-8D54-3BC3BCA62D22}" type="datetimeFigureOut">
              <a:rPr lang="zh-CN" altLang="en-US" smtClean="0"/>
              <a:t>2015/3/10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BFFD2-64E7-4813-948B-14D9B9D5FC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745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10490-B828-4ABA-8D54-3BC3BCA62D22}" type="datetimeFigureOut">
              <a:rPr lang="zh-CN" altLang="en-US" smtClean="0"/>
              <a:t>2015/3/10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BFFD2-64E7-4813-948B-14D9B9D5FC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7009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10490-B828-4ABA-8D54-3BC3BCA62D22}" type="datetimeFigureOut">
              <a:rPr lang="zh-CN" altLang="en-US" smtClean="0"/>
              <a:t>2015/3/10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BFFD2-64E7-4813-948B-14D9B9D5FC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6541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10490-B828-4ABA-8D54-3BC3BCA62D22}" type="datetimeFigureOut">
              <a:rPr lang="zh-CN" altLang="en-US" smtClean="0"/>
              <a:t>2015/3/10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BFFD2-64E7-4813-948B-14D9B9D5FC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5384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10490-B828-4ABA-8D54-3BC3BCA62D22}" type="datetimeFigureOut">
              <a:rPr lang="zh-CN" altLang="en-US" smtClean="0"/>
              <a:t>2015/3/10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BFFD2-64E7-4813-948B-14D9B9D5FC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1011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10490-B828-4ABA-8D54-3BC3BCA62D22}" type="datetimeFigureOut">
              <a:rPr lang="zh-CN" altLang="en-US" smtClean="0"/>
              <a:t>2015/3/10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BFFD2-64E7-4813-948B-14D9B9D5FC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4780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10490-B828-4ABA-8D54-3BC3BCA62D22}" type="datetimeFigureOut">
              <a:rPr lang="zh-CN" altLang="en-US" smtClean="0"/>
              <a:t>2015/3/10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BFFD2-64E7-4813-948B-14D9B9D5FC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8595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03719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47828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10193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43071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20921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33011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21269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49212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88607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04702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6784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fld id="{5AD10490-B828-4ABA-8D54-3BC3BCA62D22}" type="datetimeFigureOut">
              <a:rPr lang="zh-CN" altLang="en-US" smtClean="0"/>
              <a:pPr/>
              <a:t>2015/3/10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fld id="{FA6BFFD2-64E7-4813-948B-14D9B9D5FCF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2556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2935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1307040" y="2145168"/>
            <a:ext cx="2567663" cy="2862322"/>
            <a:chOff x="1507798" y="2051700"/>
            <a:chExt cx="2567663" cy="2862322"/>
          </a:xfrm>
        </p:grpSpPr>
        <p:sp>
          <p:nvSpPr>
            <p:cNvPr id="5" name="椭圆 4"/>
            <p:cNvSpPr/>
            <p:nvPr/>
          </p:nvSpPr>
          <p:spPr>
            <a:xfrm>
              <a:off x="1507798" y="2238637"/>
              <a:ext cx="2567663" cy="256766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594840" y="2051700"/>
              <a:ext cx="2393577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0" b="1" spc="10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断</a:t>
              </a:r>
              <a:endParaRPr lang="zh-CN" altLang="en-US" sz="18000" b="1" spc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812168" y="2145168"/>
            <a:ext cx="2567663" cy="2862322"/>
            <a:chOff x="5590113" y="2142223"/>
            <a:chExt cx="2567663" cy="2862322"/>
          </a:xfrm>
        </p:grpSpPr>
        <p:sp>
          <p:nvSpPr>
            <p:cNvPr id="7" name="椭圆 6"/>
            <p:cNvSpPr/>
            <p:nvPr/>
          </p:nvSpPr>
          <p:spPr>
            <a:xfrm>
              <a:off x="5590113" y="2329160"/>
              <a:ext cx="2567663" cy="256766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5633633" y="2142223"/>
              <a:ext cx="2393577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0" b="1" spc="1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舍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8317294" y="2171250"/>
            <a:ext cx="2567663" cy="2862322"/>
            <a:chOff x="8819541" y="2264719"/>
            <a:chExt cx="2567663" cy="2862322"/>
          </a:xfrm>
        </p:grpSpPr>
        <p:sp>
          <p:nvSpPr>
            <p:cNvPr id="9" name="椭圆 8"/>
            <p:cNvSpPr/>
            <p:nvPr/>
          </p:nvSpPr>
          <p:spPr>
            <a:xfrm>
              <a:off x="8819541" y="2425574"/>
              <a:ext cx="2567663" cy="256766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8906585" y="2264719"/>
              <a:ext cx="2393577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0" b="1" spc="10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离</a:t>
              </a:r>
              <a:endParaRPr lang="zh-CN" altLang="en-US" sz="18000" b="1" spc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9502120" y="5677326"/>
            <a:ext cx="25915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方正北魏楷书简体" panose="03000509000000000000" pitchFamily="65" charset="-122"/>
                <a:ea typeface="方正北魏楷书简体" panose="03000509000000000000" pitchFamily="65" charset="-122"/>
              </a:rPr>
              <a:t>[</a:t>
            </a:r>
            <a:r>
              <a:rPr lang="zh-CN" altLang="en-US" sz="2400" dirty="0" smtClean="0">
                <a:latin typeface="方正北魏楷书简体" panose="03000509000000000000" pitchFamily="65" charset="-122"/>
                <a:ea typeface="方正北魏楷书简体" panose="03000509000000000000" pitchFamily="65" charset="-122"/>
              </a:rPr>
              <a:t>日</a:t>
            </a:r>
            <a:r>
              <a:rPr lang="en-US" altLang="zh-CN" sz="2400" dirty="0" smtClean="0">
                <a:latin typeface="方正北魏楷书简体" panose="03000509000000000000" pitchFamily="65" charset="-122"/>
                <a:ea typeface="方正北魏楷书简体" panose="03000509000000000000" pitchFamily="65" charset="-122"/>
              </a:rPr>
              <a:t>] </a:t>
            </a:r>
            <a:r>
              <a:rPr lang="zh-CN" altLang="en-US" sz="2400" dirty="0" smtClean="0">
                <a:latin typeface="方正北魏楷书简体" panose="03000509000000000000" pitchFamily="65" charset="-122"/>
                <a:ea typeface="方正北魏楷书简体" panose="03000509000000000000" pitchFamily="65" charset="-122"/>
              </a:rPr>
              <a:t>山下</a:t>
            </a:r>
            <a:r>
              <a:rPr lang="zh-CN" altLang="en-US" sz="2400" dirty="0">
                <a:latin typeface="方正北魏楷书简体" panose="03000509000000000000" pitchFamily="65" charset="-122"/>
                <a:ea typeface="方正北魏楷书简体" panose="03000509000000000000" pitchFamily="65" charset="-122"/>
              </a:rPr>
              <a:t>英</a:t>
            </a:r>
            <a:r>
              <a:rPr lang="zh-CN" altLang="en-US" sz="2400" dirty="0" smtClean="0">
                <a:latin typeface="方正北魏楷书简体" panose="03000509000000000000" pitchFamily="65" charset="-122"/>
                <a:ea typeface="方正北魏楷书简体" panose="03000509000000000000" pitchFamily="65" charset="-122"/>
              </a:rPr>
              <a:t>子 著</a:t>
            </a:r>
            <a:endParaRPr lang="en-US" altLang="zh-CN" sz="2400" dirty="0" smtClean="0">
              <a:latin typeface="方正北魏楷书简体" panose="03000509000000000000" pitchFamily="65" charset="-122"/>
              <a:ea typeface="方正北魏楷书简体" panose="03000509000000000000" pitchFamily="65" charset="-122"/>
            </a:endParaRPr>
          </a:p>
          <a:p>
            <a:r>
              <a:rPr lang="en-US" altLang="zh-CN" sz="2400" dirty="0">
                <a:latin typeface="方正北魏楷书简体" panose="03000509000000000000" pitchFamily="65" charset="-122"/>
                <a:ea typeface="方正北魏楷书简体" panose="03000509000000000000" pitchFamily="65" charset="-122"/>
              </a:rPr>
              <a:t> </a:t>
            </a:r>
            <a:r>
              <a:rPr lang="en-US" altLang="zh-CN" sz="2400" dirty="0" smtClean="0">
                <a:latin typeface="方正北魏楷书简体" panose="03000509000000000000" pitchFamily="65" charset="-122"/>
                <a:ea typeface="方正北魏楷书简体" panose="03000509000000000000" pitchFamily="65" charset="-122"/>
              </a:rPr>
              <a:t>       </a:t>
            </a:r>
            <a:r>
              <a:rPr lang="zh-CN" altLang="en-US" sz="2400" dirty="0" smtClean="0">
                <a:latin typeface="方正北魏楷书简体" panose="03000509000000000000" pitchFamily="65" charset="-122"/>
                <a:ea typeface="方正北魏楷书简体" panose="03000509000000000000" pitchFamily="65" charset="-122"/>
              </a:rPr>
              <a:t>   吴   倩 译</a:t>
            </a:r>
            <a:endParaRPr lang="en-US" altLang="zh-CN" sz="2400" dirty="0" smtClean="0">
              <a:latin typeface="方正北魏楷书简体" panose="03000509000000000000" pitchFamily="65" charset="-122"/>
              <a:ea typeface="方正北魏楷书简体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75021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1880507" y="1480457"/>
            <a:ext cx="8430986" cy="3546251"/>
            <a:chOff x="928914" y="1480457"/>
            <a:chExt cx="8430986" cy="3546251"/>
          </a:xfrm>
        </p:grpSpPr>
        <p:sp>
          <p:nvSpPr>
            <p:cNvPr id="2" name="文本框 1"/>
            <p:cNvSpPr txBox="1"/>
            <p:nvPr/>
          </p:nvSpPr>
          <p:spPr>
            <a:xfrm>
              <a:off x="3275013" y="1480457"/>
              <a:ext cx="183401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 smtClean="0"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山下英子</a:t>
              </a:r>
              <a:endParaRPr lang="zh-CN" altLang="en-US" sz="3200" dirty="0"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</p:txBody>
        </p:sp>
        <p:cxnSp>
          <p:nvCxnSpPr>
            <p:cNvPr id="4" name="直接连接符 3"/>
            <p:cNvCxnSpPr/>
            <p:nvPr/>
          </p:nvCxnSpPr>
          <p:spPr>
            <a:xfrm>
              <a:off x="3275013" y="2168525"/>
              <a:ext cx="6084887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/>
            <p:cNvSpPr txBox="1"/>
            <p:nvPr/>
          </p:nvSpPr>
          <p:spPr>
            <a:xfrm>
              <a:off x="3275013" y="2380343"/>
              <a:ext cx="6084887" cy="26463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杂物管理咨询</a:t>
              </a:r>
              <a:r>
                <a:rPr lang="zh-CN" altLang="en-US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师</a:t>
              </a:r>
              <a:endPara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生于</a:t>
              </a:r>
              <a:r>
                <a:rPr lang="zh-CN" altLang="en-US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东京，日本早稻田大学文学部毕业，从</a:t>
              </a:r>
              <a:r>
                <a: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2000</a:t>
              </a:r>
              <a:r>
                <a:rPr lang="zh-CN" altLang="en-US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年起，以杂物管理咨询师的身份在日本各地举行断舍离讲座，引起日本</a:t>
              </a:r>
              <a:r>
                <a: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NHK</a:t>
              </a:r>
              <a:r>
                <a:rPr lang="zh-CN" altLang="en-US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TBS</a:t>
              </a:r>
              <a:r>
                <a:rPr lang="zh-CN" altLang="en-US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、东京电视台、</a:t>
              </a:r>
              <a:r>
                <a: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《</a:t>
              </a:r>
              <a:r>
                <a:rPr lang="zh-CN" altLang="en-US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每日新闻</a:t>
              </a:r>
              <a:r>
                <a: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》</a:t>
              </a:r>
              <a:r>
                <a:rPr lang="zh-CN" altLang="en-US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《</a:t>
              </a:r>
              <a:r>
                <a:rPr lang="zh-CN" altLang="en-US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日本经济新闻</a:t>
              </a:r>
              <a:r>
                <a: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》</a:t>
              </a:r>
              <a:r>
                <a:rPr lang="zh-CN" altLang="en-US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等各大媒体竞相采访</a:t>
              </a:r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20000"/>
                </a:lnSpc>
              </a:pPr>
              <a:endPara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20000"/>
                </a:lnSpc>
              </a:pPr>
              <a:endPara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3275013" y="4367439"/>
              <a:ext cx="6084887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图片 6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765" t="9736" r="15629" b="34603"/>
            <a:stretch/>
          </p:blipFill>
          <p:spPr>
            <a:xfrm>
              <a:off x="928914" y="1591170"/>
              <a:ext cx="2142899" cy="27762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93639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2293257" y="1233714"/>
            <a:ext cx="7605486" cy="503645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191656" y="467053"/>
            <a:ext cx="82441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这是书中展现的体验者自己家中断舍离前后的变化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2643" y="1349828"/>
            <a:ext cx="7246713" cy="2258559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2643" y="3834266"/>
            <a:ext cx="7246713" cy="2258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413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4758871" y="772205"/>
            <a:ext cx="6125029" cy="4728708"/>
            <a:chOff x="4165600" y="728663"/>
            <a:chExt cx="6125029" cy="4728708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6" name="矩形 5"/>
            <p:cNvSpPr/>
            <p:nvPr/>
          </p:nvSpPr>
          <p:spPr>
            <a:xfrm>
              <a:off x="4165600" y="728663"/>
              <a:ext cx="6125029" cy="47287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41373" y="914400"/>
              <a:ext cx="5618006" cy="4213505"/>
            </a:xfrm>
            <a:prstGeom prst="rect">
              <a:avLst/>
            </a:prstGeom>
          </p:spPr>
        </p:pic>
      </p:grpSp>
      <p:sp>
        <p:nvSpPr>
          <p:cNvPr id="8" name="文本框 7"/>
          <p:cNvSpPr txBox="1"/>
          <p:nvPr/>
        </p:nvSpPr>
        <p:spPr>
          <a:xfrm>
            <a:off x="622907" y="1349828"/>
            <a:ext cx="284600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或许你的房间没有乱成那种地步，但我相信大部分人与我相差无几吧看完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断舍离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后我下定决心将自己的宿舍整理一番，该扔的扔，该处理的处理掉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右箭头 2"/>
          <p:cNvSpPr/>
          <p:nvPr/>
        </p:nvSpPr>
        <p:spPr>
          <a:xfrm>
            <a:off x="3683000" y="2307771"/>
            <a:ext cx="798286" cy="275771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627738" y="1983859"/>
            <a:ext cx="11756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整理前</a:t>
            </a:r>
          </a:p>
        </p:txBody>
      </p:sp>
    </p:spTree>
    <p:extLst>
      <p:ext uri="{BB962C8B-B14F-4D97-AF65-F5344CB8AC3E}">
        <p14:creationId xmlns:p14="http://schemas.microsoft.com/office/powerpoint/2010/main" val="4004667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1476828" y="3026818"/>
            <a:ext cx="4412343" cy="3228840"/>
            <a:chOff x="849084" y="279398"/>
            <a:chExt cx="5275944" cy="3860801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5" name="矩形 4"/>
            <p:cNvSpPr/>
            <p:nvPr/>
          </p:nvSpPr>
          <p:spPr>
            <a:xfrm>
              <a:off x="849084" y="279398"/>
              <a:ext cx="5275944" cy="38608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2114" y="435428"/>
              <a:ext cx="4731657" cy="3548743"/>
            </a:xfrm>
            <a:prstGeom prst="rect">
              <a:avLst/>
            </a:prstGeom>
          </p:spPr>
        </p:pic>
      </p:grpSp>
      <p:grpSp>
        <p:nvGrpSpPr>
          <p:cNvPr id="9" name="组合 8"/>
          <p:cNvGrpSpPr/>
          <p:nvPr/>
        </p:nvGrpSpPr>
        <p:grpSpPr>
          <a:xfrm>
            <a:off x="6320972" y="659720"/>
            <a:ext cx="5275944" cy="3860801"/>
            <a:chOff x="6656027" y="279398"/>
            <a:chExt cx="5275944" cy="3860801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6" name="矩形 5"/>
            <p:cNvSpPr/>
            <p:nvPr/>
          </p:nvSpPr>
          <p:spPr>
            <a:xfrm>
              <a:off x="6656027" y="279398"/>
              <a:ext cx="5275944" cy="38608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8171" y="435428"/>
              <a:ext cx="4731657" cy="3548743"/>
            </a:xfrm>
            <a:prstGeom prst="rect">
              <a:avLst/>
            </a:prstGeom>
          </p:spPr>
        </p:pic>
      </p:grpSp>
      <p:sp>
        <p:nvSpPr>
          <p:cNvPr id="10" name="文本框 9"/>
          <p:cNvSpPr txBox="1"/>
          <p:nvPr/>
        </p:nvSpPr>
        <p:spPr>
          <a:xfrm rot="20728262">
            <a:off x="595086" y="2003229"/>
            <a:ext cx="40930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err="1"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d</a:t>
            </a:r>
            <a:r>
              <a:rPr lang="en-US" altLang="zh-CN" sz="3200" dirty="0" err="1" smtClean="0"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uang</a:t>
            </a:r>
            <a:r>
              <a:rPr lang="en-US" altLang="zh-CN" sz="3200" dirty="0" smtClean="0"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 </a:t>
            </a:r>
            <a:r>
              <a:rPr lang="en-US" altLang="zh-CN" sz="3200" dirty="0" err="1" smtClean="0"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duang</a:t>
            </a:r>
            <a:endParaRPr lang="zh-CN" altLang="en-US" sz="3200" dirty="0" smtClean="0">
              <a:latin typeface="方正兰亭粗黑简体" panose="02000000000000000000" pitchFamily="2" charset="-122"/>
              <a:ea typeface="方正兰亭粗黑简体" panose="02000000000000000000" pitchFamily="2" charset="-122"/>
            </a:endParaRPr>
          </a:p>
        </p:txBody>
      </p:sp>
      <p:sp>
        <p:nvSpPr>
          <p:cNvPr id="12" name="任意多边形 11"/>
          <p:cNvSpPr/>
          <p:nvPr/>
        </p:nvSpPr>
        <p:spPr>
          <a:xfrm rot="19295288">
            <a:off x="366146" y="2184303"/>
            <a:ext cx="190399" cy="321121"/>
          </a:xfrm>
          <a:custGeom>
            <a:avLst/>
            <a:gdLst>
              <a:gd name="connsiteX0" fmla="*/ 0 w 435429"/>
              <a:gd name="connsiteY0" fmla="*/ 116114 h 449943"/>
              <a:gd name="connsiteX1" fmla="*/ 435429 w 435429"/>
              <a:gd name="connsiteY1" fmla="*/ 0 h 449943"/>
              <a:gd name="connsiteX2" fmla="*/ 420915 w 435429"/>
              <a:gd name="connsiteY2" fmla="*/ 406400 h 449943"/>
              <a:gd name="connsiteX3" fmla="*/ 174172 w 435429"/>
              <a:gd name="connsiteY3" fmla="*/ 449943 h 449943"/>
              <a:gd name="connsiteX4" fmla="*/ 0 w 435429"/>
              <a:gd name="connsiteY4" fmla="*/ 116114 h 449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429" h="449943">
                <a:moveTo>
                  <a:pt x="0" y="116114"/>
                </a:moveTo>
                <a:lnTo>
                  <a:pt x="435429" y="0"/>
                </a:lnTo>
                <a:lnTo>
                  <a:pt x="420915" y="406400"/>
                </a:lnTo>
                <a:lnTo>
                  <a:pt x="174172" y="449943"/>
                </a:lnTo>
                <a:lnTo>
                  <a:pt x="0" y="11611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/>
        </p:nvSpPr>
        <p:spPr>
          <a:xfrm>
            <a:off x="604008" y="1808908"/>
            <a:ext cx="255894" cy="391886"/>
          </a:xfrm>
          <a:custGeom>
            <a:avLst/>
            <a:gdLst>
              <a:gd name="connsiteX0" fmla="*/ 0 w 435429"/>
              <a:gd name="connsiteY0" fmla="*/ 116114 h 449943"/>
              <a:gd name="connsiteX1" fmla="*/ 435429 w 435429"/>
              <a:gd name="connsiteY1" fmla="*/ 0 h 449943"/>
              <a:gd name="connsiteX2" fmla="*/ 420915 w 435429"/>
              <a:gd name="connsiteY2" fmla="*/ 406400 h 449943"/>
              <a:gd name="connsiteX3" fmla="*/ 174172 w 435429"/>
              <a:gd name="connsiteY3" fmla="*/ 449943 h 449943"/>
              <a:gd name="connsiteX4" fmla="*/ 0 w 435429"/>
              <a:gd name="connsiteY4" fmla="*/ 116114 h 449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429" h="449943">
                <a:moveTo>
                  <a:pt x="0" y="116114"/>
                </a:moveTo>
                <a:lnTo>
                  <a:pt x="435429" y="0"/>
                </a:lnTo>
                <a:lnTo>
                  <a:pt x="420915" y="406400"/>
                </a:lnTo>
                <a:lnTo>
                  <a:pt x="174172" y="449943"/>
                </a:lnTo>
                <a:lnTo>
                  <a:pt x="0" y="11611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/>
        </p:nvSpPr>
        <p:spPr>
          <a:xfrm rot="2673680">
            <a:off x="1079070" y="1698464"/>
            <a:ext cx="222739" cy="499382"/>
          </a:xfrm>
          <a:custGeom>
            <a:avLst/>
            <a:gdLst>
              <a:gd name="connsiteX0" fmla="*/ 0 w 435429"/>
              <a:gd name="connsiteY0" fmla="*/ 116114 h 449943"/>
              <a:gd name="connsiteX1" fmla="*/ 435429 w 435429"/>
              <a:gd name="connsiteY1" fmla="*/ 0 h 449943"/>
              <a:gd name="connsiteX2" fmla="*/ 420915 w 435429"/>
              <a:gd name="connsiteY2" fmla="*/ 406400 h 449943"/>
              <a:gd name="connsiteX3" fmla="*/ 174172 w 435429"/>
              <a:gd name="connsiteY3" fmla="*/ 449943 h 449943"/>
              <a:gd name="connsiteX4" fmla="*/ 0 w 435429"/>
              <a:gd name="connsiteY4" fmla="*/ 116114 h 449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429" h="449943">
                <a:moveTo>
                  <a:pt x="0" y="116114"/>
                </a:moveTo>
                <a:lnTo>
                  <a:pt x="435429" y="0"/>
                </a:lnTo>
                <a:lnTo>
                  <a:pt x="420915" y="406400"/>
                </a:lnTo>
                <a:lnTo>
                  <a:pt x="174172" y="449943"/>
                </a:lnTo>
                <a:lnTo>
                  <a:pt x="0" y="11611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2425700" y="348770"/>
            <a:ext cx="3759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有木有感觉看起来整洁舒服多啦！！！</a:t>
            </a:r>
          </a:p>
        </p:txBody>
      </p:sp>
      <p:sp>
        <p:nvSpPr>
          <p:cNvPr id="16" name="右箭头 15"/>
          <p:cNvSpPr/>
          <p:nvPr/>
        </p:nvSpPr>
        <p:spPr>
          <a:xfrm rot="13016375">
            <a:off x="9645741" y="4642033"/>
            <a:ext cx="650877" cy="285561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9468222" y="5417284"/>
            <a:ext cx="24529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这里运用了秋大职场技能课中的技巧</a:t>
            </a:r>
          </a:p>
        </p:txBody>
      </p:sp>
    </p:spTree>
    <p:extLst>
      <p:ext uri="{BB962C8B-B14F-4D97-AF65-F5344CB8AC3E}">
        <p14:creationId xmlns:p14="http://schemas.microsoft.com/office/powerpoint/2010/main" val="3499759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27698" y="705177"/>
            <a:ext cx="11595459" cy="5786065"/>
            <a:chOff x="327698" y="705177"/>
            <a:chExt cx="11595459" cy="5786065"/>
          </a:xfrm>
        </p:grpSpPr>
        <p:sp>
          <p:nvSpPr>
            <p:cNvPr id="2" name="文本框 1"/>
            <p:cNvSpPr txBox="1"/>
            <p:nvPr/>
          </p:nvSpPr>
          <p:spPr>
            <a:xfrm>
              <a:off x="6267164" y="1138912"/>
              <a:ext cx="5655993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对朋友送的礼物</a:t>
              </a:r>
              <a:r>
                <a:rPr lang="zh-CN" altLang="en-US" sz="44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舍不得</a:t>
              </a:r>
              <a:r>
                <a:rPr lang="zh-CN" altLang="en-US" sz="36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</a:t>
              </a: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4204741" y="3420436"/>
              <a:ext cx="397239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往来的书信舍不得扔</a:t>
              </a: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6484729" y="4049943"/>
              <a:ext cx="397239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网购促销总想着占便宜</a:t>
              </a: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471736" y="4605212"/>
              <a:ext cx="588822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冰箱总是塞下太多</a:t>
              </a:r>
              <a:r>
                <a:rPr lang="zh-CN" altLang="en-US" sz="36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吃不完</a:t>
              </a:r>
              <a:r>
                <a:rPr lang="zh-CN" altLang="en-US" sz="28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的食品</a:t>
              </a: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6044660" y="5135815"/>
              <a:ext cx="397239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收藏很多干货却没时间消化</a:t>
              </a: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7853775" y="795654"/>
              <a:ext cx="39723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看到什么都想买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7986962" y="2411427"/>
              <a:ext cx="30046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买完东西立马后悔</a:t>
              </a: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433581" y="1209408"/>
              <a:ext cx="51020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衣柜里堆了太多衣服穿的就那么几件</a:t>
              </a: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060944" y="1588216"/>
              <a:ext cx="628759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这个东西还有用先留着</a:t>
              </a: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2792953" y="2315540"/>
              <a:ext cx="40506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那个东西放着又不碍你事</a:t>
              </a: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2407142" y="3143444"/>
              <a:ext cx="25332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双十一手又开始滑了</a:t>
              </a: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327698" y="3887795"/>
              <a:ext cx="627493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逛商场不买点什么就</a:t>
              </a:r>
              <a:r>
                <a:rPr lang="zh-CN" altLang="en-US" sz="4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不舒服</a:t>
              </a: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4727775" y="2496571"/>
              <a:ext cx="402048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000" b="1" dirty="0" smtClean="0">
                  <a:solidFill>
                    <a:srgbClr val="C60F1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好可惜啊</a:t>
              </a: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3875539" y="705177"/>
              <a:ext cx="40427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好乱好烦不想打扫</a:t>
              </a: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335484" y="1903945"/>
              <a:ext cx="53248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虽然我们分开了但这是他送我的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446903" y="5135815"/>
              <a:ext cx="30753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我很忙要参加社团活动</a:t>
              </a: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2484561" y="5491538"/>
              <a:ext cx="491171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今天有个聚会明天再弄吧</a:t>
              </a: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6894464" y="5793050"/>
              <a:ext cx="473349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觉得家里这个也</a:t>
              </a:r>
              <a:r>
                <a:rPr lang="zh-CN" altLang="en-US" sz="36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缺</a:t>
              </a:r>
              <a:r>
                <a:rPr lang="zh-CN" altLang="en-US" sz="28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那个也</a:t>
              </a:r>
              <a:r>
                <a:rPr lang="zh-CN" altLang="en-US" sz="36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缺</a:t>
              </a: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561397" y="2638702"/>
              <a:ext cx="307714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到底买还是不买</a:t>
              </a: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8731444" y="3725266"/>
              <a:ext cx="27577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不记得为什么会买这个</a:t>
              </a: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7156939" y="4524855"/>
              <a:ext cx="434214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下次一定不</a:t>
              </a:r>
              <a:r>
                <a:rPr lang="zh-CN" altLang="en-US" sz="36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乱花钱</a:t>
              </a:r>
              <a:r>
                <a:rPr lang="zh-CN" altLang="en-US" sz="32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啦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356901" y="869029"/>
              <a:ext cx="32553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为什么家里到处都是</a:t>
              </a: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8075096" y="2843188"/>
              <a:ext cx="312491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我就是忘不了</a:t>
              </a: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4204741" y="6091132"/>
              <a:ext cx="36675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时间还多着呢不着急</a:t>
              </a: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7903625" y="3272175"/>
            <a:ext cx="44133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这个当初花了我不少钱</a:t>
            </a:r>
          </a:p>
        </p:txBody>
      </p:sp>
    </p:spTree>
    <p:extLst>
      <p:ext uri="{BB962C8B-B14F-4D97-AF65-F5344CB8AC3E}">
        <p14:creationId xmlns:p14="http://schemas.microsoft.com/office/powerpoint/2010/main" val="3117522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27698" y="705177"/>
            <a:ext cx="11595459" cy="5786065"/>
            <a:chOff x="327698" y="705177"/>
            <a:chExt cx="11595459" cy="5786065"/>
          </a:xfrm>
        </p:grpSpPr>
        <p:sp>
          <p:nvSpPr>
            <p:cNvPr id="2" name="文本框 1"/>
            <p:cNvSpPr txBox="1"/>
            <p:nvPr/>
          </p:nvSpPr>
          <p:spPr>
            <a:xfrm>
              <a:off x="6267164" y="1138912"/>
              <a:ext cx="5655993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 b="1" dirty="0" smtClean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对朋友送的礼物</a:t>
              </a:r>
              <a:r>
                <a:rPr lang="zh-CN" altLang="en-US" sz="4400" b="1" dirty="0" smtClean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舍不得</a:t>
              </a:r>
              <a:r>
                <a:rPr lang="zh-CN" altLang="en-US" sz="3600" b="1" dirty="0" smtClean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</a:t>
              </a: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4204741" y="3420436"/>
              <a:ext cx="397239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 smtClean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往来的书信舍不得扔</a:t>
              </a: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6484729" y="4049943"/>
              <a:ext cx="397239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 smtClean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网购促销总想着占便宜</a:t>
              </a: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471736" y="4605212"/>
              <a:ext cx="588822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 smtClean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冰箱总是塞下太多</a:t>
              </a:r>
              <a:r>
                <a:rPr lang="zh-CN" altLang="en-US" sz="3600" b="1" dirty="0" smtClean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吃不完</a:t>
              </a:r>
              <a:r>
                <a:rPr lang="zh-CN" altLang="en-US" sz="2800" b="1" dirty="0" smtClean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的食品</a:t>
              </a: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6044660" y="5135815"/>
              <a:ext cx="397239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收藏很多干货却没时间消化</a:t>
              </a: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7853775" y="795654"/>
              <a:ext cx="39723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 smtClean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看到什么都想买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7986962" y="2411427"/>
              <a:ext cx="30046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买完东西立马后悔</a:t>
              </a: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433581" y="1209408"/>
              <a:ext cx="51020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衣柜里堆了太多衣服穿的就那么几件</a:t>
              </a: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060944" y="1588216"/>
              <a:ext cx="628759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b="1" dirty="0" smtClean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这个东西还有用先留着</a:t>
              </a: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2792953" y="2315540"/>
              <a:ext cx="40506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那个东西放着又不碍你事</a:t>
              </a: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2407142" y="3143444"/>
              <a:ext cx="25332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双十一手又开始滑了</a:t>
              </a: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327698" y="3887795"/>
              <a:ext cx="627493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 b="1" dirty="0" smtClean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逛商场不买点什么就</a:t>
              </a:r>
              <a:r>
                <a:rPr lang="zh-CN" altLang="en-US" sz="4000" b="1" dirty="0" smtClean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不舒服</a:t>
              </a: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4727775" y="2496571"/>
              <a:ext cx="402048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000" b="1" dirty="0" smtClean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好可惜啊</a:t>
              </a: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3875539" y="705177"/>
              <a:ext cx="40427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 smtClean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好乱好烦不想打扫</a:t>
              </a: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335484" y="1903945"/>
              <a:ext cx="53248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 smtClean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虽然我们分开了但这是他送我的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446903" y="5135815"/>
              <a:ext cx="30753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 smtClean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我很忙要参加社团活动</a:t>
              </a: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2484561" y="5491538"/>
              <a:ext cx="491171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 smtClean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今天有个聚会明天再弄吧</a:t>
              </a: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6894464" y="5793050"/>
              <a:ext cx="473349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 smtClean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觉得家里这个也</a:t>
              </a:r>
              <a:r>
                <a:rPr lang="zh-CN" altLang="en-US" sz="3600" b="1" dirty="0" smtClean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缺</a:t>
              </a:r>
              <a:r>
                <a:rPr lang="zh-CN" altLang="en-US" sz="2800" b="1" dirty="0" smtClean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那个也</a:t>
              </a:r>
              <a:r>
                <a:rPr lang="zh-CN" altLang="en-US" sz="3600" b="1" dirty="0" smtClean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缺</a:t>
              </a: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561397" y="2638702"/>
              <a:ext cx="307714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到底买还是不买</a:t>
              </a: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8731444" y="3725266"/>
              <a:ext cx="27577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不记得为什么会买这个</a:t>
              </a: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7156939" y="4524855"/>
              <a:ext cx="434214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 smtClean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下次一定不</a:t>
              </a:r>
              <a:r>
                <a:rPr lang="zh-CN" altLang="en-US" sz="3600" b="1" dirty="0" smtClean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乱花钱</a:t>
              </a:r>
              <a:r>
                <a:rPr lang="zh-CN" altLang="en-US" sz="3200" b="1" dirty="0" smtClean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啦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356901" y="869029"/>
              <a:ext cx="32553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为什么家里到处都是</a:t>
              </a: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8075096" y="2843188"/>
              <a:ext cx="312491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 smtClean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我就是忘不了</a:t>
              </a: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4204741" y="6091132"/>
              <a:ext cx="36675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 smtClean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时间还多着呢不着急</a:t>
              </a: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7903625" y="3272175"/>
            <a:ext cx="44133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这个当初花了我不少钱</a:t>
            </a:r>
          </a:p>
        </p:txBody>
      </p:sp>
      <p:grpSp>
        <p:nvGrpSpPr>
          <p:cNvPr id="49" name="组合 48"/>
          <p:cNvGrpSpPr/>
          <p:nvPr/>
        </p:nvGrpSpPr>
        <p:grpSpPr>
          <a:xfrm>
            <a:off x="6168163" y="1749113"/>
            <a:ext cx="2661392" cy="2785170"/>
            <a:chOff x="6733337" y="2627643"/>
            <a:chExt cx="3584315" cy="3751017"/>
          </a:xfrm>
        </p:grpSpPr>
        <p:sp>
          <p:nvSpPr>
            <p:cNvPr id="31" name="任意多边形 30"/>
            <p:cNvSpPr/>
            <p:nvPr/>
          </p:nvSpPr>
          <p:spPr>
            <a:xfrm>
              <a:off x="7619423" y="4102565"/>
              <a:ext cx="2698229" cy="899409"/>
            </a:xfrm>
            <a:custGeom>
              <a:avLst/>
              <a:gdLst>
                <a:gd name="connsiteX0" fmla="*/ 0 w 2698229"/>
                <a:gd name="connsiteY0" fmla="*/ 0 h 899410"/>
                <a:gd name="connsiteX1" fmla="*/ 2488367 w 2698229"/>
                <a:gd name="connsiteY1" fmla="*/ 0 h 899410"/>
                <a:gd name="connsiteX2" fmla="*/ 2698229 w 2698229"/>
                <a:gd name="connsiteY2" fmla="*/ 899410 h 899410"/>
                <a:gd name="connsiteX3" fmla="*/ 1663908 w 2698229"/>
                <a:gd name="connsiteY3" fmla="*/ 869430 h 899410"/>
                <a:gd name="connsiteX4" fmla="*/ 1484026 w 2698229"/>
                <a:gd name="connsiteY4" fmla="*/ 404735 h 899410"/>
                <a:gd name="connsiteX5" fmla="*/ 0 w 2698229"/>
                <a:gd name="connsiteY5" fmla="*/ 0 h 899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8229" h="899410">
                  <a:moveTo>
                    <a:pt x="0" y="0"/>
                  </a:moveTo>
                  <a:lnTo>
                    <a:pt x="2488367" y="0"/>
                  </a:lnTo>
                  <a:lnTo>
                    <a:pt x="2698229" y="899410"/>
                  </a:lnTo>
                  <a:lnTo>
                    <a:pt x="1663908" y="869430"/>
                  </a:lnTo>
                  <a:lnTo>
                    <a:pt x="1484026" y="4047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60F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任意多边形 31"/>
            <p:cNvSpPr/>
            <p:nvPr/>
          </p:nvSpPr>
          <p:spPr>
            <a:xfrm>
              <a:off x="8982486" y="5014555"/>
              <a:ext cx="1304145" cy="1364105"/>
            </a:xfrm>
            <a:custGeom>
              <a:avLst/>
              <a:gdLst>
                <a:gd name="connsiteX0" fmla="*/ 299804 w 1304145"/>
                <a:gd name="connsiteY0" fmla="*/ 0 h 1364105"/>
                <a:gd name="connsiteX1" fmla="*/ 0 w 1304145"/>
                <a:gd name="connsiteY1" fmla="*/ 1349115 h 1364105"/>
                <a:gd name="connsiteX2" fmla="*/ 764499 w 1304145"/>
                <a:gd name="connsiteY2" fmla="*/ 479685 h 1364105"/>
                <a:gd name="connsiteX3" fmla="*/ 1064302 w 1304145"/>
                <a:gd name="connsiteY3" fmla="*/ 1364105 h 1364105"/>
                <a:gd name="connsiteX4" fmla="*/ 1304145 w 1304145"/>
                <a:gd name="connsiteY4" fmla="*/ 44970 h 1364105"/>
                <a:gd name="connsiteX5" fmla="*/ 299804 w 1304145"/>
                <a:gd name="connsiteY5" fmla="*/ 0 h 1364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4145" h="1364105">
                  <a:moveTo>
                    <a:pt x="299804" y="0"/>
                  </a:moveTo>
                  <a:lnTo>
                    <a:pt x="0" y="1349115"/>
                  </a:lnTo>
                  <a:lnTo>
                    <a:pt x="764499" y="479685"/>
                  </a:lnTo>
                  <a:lnTo>
                    <a:pt x="1064302" y="1364105"/>
                  </a:lnTo>
                  <a:lnTo>
                    <a:pt x="1304145" y="44970"/>
                  </a:lnTo>
                  <a:lnTo>
                    <a:pt x="299804" y="0"/>
                  </a:lnTo>
                  <a:close/>
                </a:path>
              </a:pathLst>
            </a:custGeom>
            <a:solidFill>
              <a:srgbClr val="C60F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任意多边形 32"/>
            <p:cNvSpPr/>
            <p:nvPr/>
          </p:nvSpPr>
          <p:spPr>
            <a:xfrm>
              <a:off x="7340847" y="4274195"/>
              <a:ext cx="764498" cy="449705"/>
            </a:xfrm>
            <a:custGeom>
              <a:avLst/>
              <a:gdLst>
                <a:gd name="connsiteX0" fmla="*/ 389744 w 764498"/>
                <a:gd name="connsiteY0" fmla="*/ 89941 h 449705"/>
                <a:gd name="connsiteX1" fmla="*/ 764498 w 764498"/>
                <a:gd name="connsiteY1" fmla="*/ 0 h 449705"/>
                <a:gd name="connsiteX2" fmla="*/ 524655 w 764498"/>
                <a:gd name="connsiteY2" fmla="*/ 449705 h 449705"/>
                <a:gd name="connsiteX3" fmla="*/ 89941 w 764498"/>
                <a:gd name="connsiteY3" fmla="*/ 404735 h 449705"/>
                <a:gd name="connsiteX4" fmla="*/ 0 w 764498"/>
                <a:gd name="connsiteY4" fmla="*/ 194872 h 449705"/>
                <a:gd name="connsiteX5" fmla="*/ 74950 w 764498"/>
                <a:gd name="connsiteY5" fmla="*/ 29980 h 449705"/>
                <a:gd name="connsiteX6" fmla="*/ 389744 w 764498"/>
                <a:gd name="connsiteY6" fmla="*/ 89941 h 449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4498" h="449705">
                  <a:moveTo>
                    <a:pt x="389744" y="89941"/>
                  </a:moveTo>
                  <a:lnTo>
                    <a:pt x="764498" y="0"/>
                  </a:lnTo>
                  <a:lnTo>
                    <a:pt x="524655" y="449705"/>
                  </a:lnTo>
                  <a:lnTo>
                    <a:pt x="89941" y="404735"/>
                  </a:lnTo>
                  <a:lnTo>
                    <a:pt x="0" y="194872"/>
                  </a:lnTo>
                  <a:lnTo>
                    <a:pt x="74950" y="29980"/>
                  </a:lnTo>
                  <a:lnTo>
                    <a:pt x="389744" y="89941"/>
                  </a:lnTo>
                  <a:close/>
                </a:path>
              </a:pathLst>
            </a:custGeom>
            <a:solidFill>
              <a:srgbClr val="C60F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4" name="组合 33"/>
            <p:cNvGrpSpPr/>
            <p:nvPr/>
          </p:nvGrpSpPr>
          <p:grpSpPr>
            <a:xfrm>
              <a:off x="6733337" y="4982427"/>
              <a:ext cx="1377199" cy="1255490"/>
              <a:chOff x="7299585" y="5559204"/>
              <a:chExt cx="1377199" cy="1255490"/>
            </a:xfrm>
          </p:grpSpPr>
          <p:cxnSp>
            <p:nvCxnSpPr>
              <p:cNvPr id="35" name="直接连接符 34"/>
              <p:cNvCxnSpPr/>
              <p:nvPr/>
            </p:nvCxnSpPr>
            <p:spPr>
              <a:xfrm>
                <a:off x="7299585" y="5559204"/>
                <a:ext cx="1357897" cy="0"/>
              </a:xfrm>
              <a:prstGeom prst="line">
                <a:avLst/>
              </a:prstGeom>
              <a:ln w="127000" cap="rnd">
                <a:solidFill>
                  <a:srgbClr val="C60F1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任意多边形 35"/>
              <p:cNvSpPr/>
              <p:nvPr/>
            </p:nvSpPr>
            <p:spPr>
              <a:xfrm>
                <a:off x="7318886" y="5651783"/>
                <a:ext cx="1357898" cy="1162911"/>
              </a:xfrm>
              <a:custGeom>
                <a:avLst/>
                <a:gdLst>
                  <a:gd name="connsiteX0" fmla="*/ 0 w 1335315"/>
                  <a:gd name="connsiteY0" fmla="*/ 0 h 1175657"/>
                  <a:gd name="connsiteX1" fmla="*/ 145143 w 1335315"/>
                  <a:gd name="connsiteY1" fmla="*/ 1175657 h 1175657"/>
                  <a:gd name="connsiteX2" fmla="*/ 1190172 w 1335315"/>
                  <a:gd name="connsiteY2" fmla="*/ 1175657 h 1175657"/>
                  <a:gd name="connsiteX3" fmla="*/ 1335315 w 1335315"/>
                  <a:gd name="connsiteY3" fmla="*/ 0 h 1175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35315" h="1175657">
                    <a:moveTo>
                      <a:pt x="0" y="0"/>
                    </a:moveTo>
                    <a:lnTo>
                      <a:pt x="145143" y="1175657"/>
                    </a:lnTo>
                    <a:lnTo>
                      <a:pt x="1190172" y="1175657"/>
                    </a:lnTo>
                    <a:lnTo>
                      <a:pt x="1335315" y="0"/>
                    </a:lnTo>
                  </a:path>
                </a:pathLst>
              </a:custGeom>
              <a:ln w="38100">
                <a:solidFill>
                  <a:srgbClr val="C60F1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7" name="直接连接符 36"/>
              <p:cNvCxnSpPr/>
              <p:nvPr/>
            </p:nvCxnSpPr>
            <p:spPr>
              <a:xfrm>
                <a:off x="7323994" y="5840550"/>
                <a:ext cx="1328378" cy="0"/>
              </a:xfrm>
              <a:prstGeom prst="line">
                <a:avLst/>
              </a:prstGeom>
              <a:ln w="38100">
                <a:solidFill>
                  <a:srgbClr val="C60F1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>
                <a:off x="7370546" y="6043781"/>
                <a:ext cx="1276719" cy="5108"/>
              </a:xfrm>
              <a:prstGeom prst="line">
                <a:avLst/>
              </a:prstGeom>
              <a:ln w="38100">
                <a:solidFill>
                  <a:srgbClr val="C60F1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>
                <a:off x="7406310" y="6253255"/>
                <a:ext cx="1190430" cy="0"/>
              </a:xfrm>
              <a:prstGeom prst="line">
                <a:avLst/>
              </a:prstGeom>
              <a:ln w="38100">
                <a:solidFill>
                  <a:srgbClr val="C60F1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>
                <a:off x="7421637" y="6406530"/>
                <a:ext cx="1164885" cy="0"/>
              </a:xfrm>
              <a:prstGeom prst="line">
                <a:avLst/>
              </a:prstGeom>
              <a:ln w="38100">
                <a:solidFill>
                  <a:srgbClr val="C60F1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>
                <a:off x="7416528" y="6549586"/>
                <a:ext cx="1137636" cy="10218"/>
              </a:xfrm>
              <a:prstGeom prst="line">
                <a:avLst/>
              </a:prstGeom>
              <a:ln w="38100">
                <a:solidFill>
                  <a:srgbClr val="C60F1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>
              <a:xfrm>
                <a:off x="7431855" y="6692641"/>
                <a:ext cx="1127417" cy="0"/>
              </a:xfrm>
              <a:prstGeom prst="line">
                <a:avLst/>
              </a:prstGeom>
              <a:ln w="38100">
                <a:solidFill>
                  <a:srgbClr val="C60F1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>
              <a:xfrm>
                <a:off x="7511416" y="5651783"/>
                <a:ext cx="102665" cy="1162911"/>
              </a:xfrm>
              <a:prstGeom prst="line">
                <a:avLst/>
              </a:prstGeom>
              <a:ln w="38100">
                <a:solidFill>
                  <a:srgbClr val="C60F1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 flipH="1">
                <a:off x="8371940" y="5651783"/>
                <a:ext cx="68688" cy="1162911"/>
              </a:xfrm>
              <a:prstGeom prst="line">
                <a:avLst/>
              </a:prstGeom>
              <a:ln w="38100">
                <a:solidFill>
                  <a:srgbClr val="C60F1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 flipH="1">
                <a:off x="8193120" y="5651783"/>
                <a:ext cx="35839" cy="1162911"/>
              </a:xfrm>
              <a:prstGeom prst="line">
                <a:avLst/>
              </a:prstGeom>
              <a:ln w="38100">
                <a:solidFill>
                  <a:srgbClr val="C60F1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>
                <a:off x="7690802" y="5651783"/>
                <a:ext cx="102668" cy="1162911"/>
              </a:xfrm>
              <a:prstGeom prst="line">
                <a:avLst/>
              </a:prstGeom>
              <a:ln w="38100">
                <a:solidFill>
                  <a:srgbClr val="C60F1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>
                <a:off x="7953623" y="5651783"/>
                <a:ext cx="41941" cy="1162911"/>
              </a:xfrm>
              <a:prstGeom prst="line">
                <a:avLst/>
              </a:prstGeom>
              <a:ln w="38100">
                <a:solidFill>
                  <a:srgbClr val="C60F1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" name="椭圆 47"/>
            <p:cNvSpPr/>
            <p:nvPr/>
          </p:nvSpPr>
          <p:spPr>
            <a:xfrm>
              <a:off x="8896666" y="2627643"/>
              <a:ext cx="1350389" cy="135038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3087156" y="1607050"/>
            <a:ext cx="2863870" cy="2863870"/>
            <a:chOff x="2463054" y="1331284"/>
            <a:chExt cx="2863870" cy="2863870"/>
          </a:xfrm>
        </p:grpSpPr>
        <p:sp>
          <p:nvSpPr>
            <p:cNvPr id="29" name="椭圆 28"/>
            <p:cNvSpPr/>
            <p:nvPr/>
          </p:nvSpPr>
          <p:spPr>
            <a:xfrm>
              <a:off x="2463054" y="1331284"/>
              <a:ext cx="2863870" cy="2863870"/>
            </a:xfrm>
            <a:prstGeom prst="ellipse">
              <a:avLst/>
            </a:prstGeom>
            <a:solidFill>
              <a:srgbClr val="C60F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2525653" y="3050388"/>
              <a:ext cx="2645265" cy="815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清空</a:t>
              </a:r>
              <a:r>
                <a:rPr lang="zh-CN" altLang="en-US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杂念人生从此</a:t>
              </a:r>
              <a:endPara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提</a:t>
              </a:r>
              <a:r>
                <a:rPr lang="zh-CN" altLang="en-US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效</a:t>
              </a:r>
              <a:r>
                <a:rPr lang="en-US" altLang="zh-CN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30%</a:t>
              </a:r>
              <a:endParaRPr lang="zh-CN" altLang="en-US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50" name="图片 49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176" t="9765" r="21286" b="10039"/>
            <a:stretch/>
          </p:blipFill>
          <p:spPr>
            <a:xfrm>
              <a:off x="3397175" y="1802086"/>
              <a:ext cx="850489" cy="1185395"/>
            </a:xfrm>
            <a:prstGeom prst="rect">
              <a:avLst/>
            </a:prstGeom>
          </p:spPr>
        </p:pic>
      </p:grpSp>
      <p:sp>
        <p:nvSpPr>
          <p:cNvPr id="51" name="文本框 50"/>
          <p:cNvSpPr txBox="1"/>
          <p:nvPr/>
        </p:nvSpPr>
        <p:spPr>
          <a:xfrm>
            <a:off x="2290311" y="4511053"/>
            <a:ext cx="87434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 smtClean="0">
                <a:solidFill>
                  <a:srgbClr val="C60F13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或许你比我更</a:t>
            </a:r>
            <a:r>
              <a:rPr lang="zh-CN" altLang="en-US" sz="6000" b="1" dirty="0" smtClean="0">
                <a:solidFill>
                  <a:srgbClr val="C60F13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需要</a:t>
            </a:r>
            <a:r>
              <a:rPr lang="zh-CN" altLang="en-US" sz="4800" b="1" dirty="0" smtClean="0">
                <a:solidFill>
                  <a:srgbClr val="C60F13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这本书</a:t>
            </a:r>
          </a:p>
        </p:txBody>
      </p:sp>
    </p:spTree>
    <p:extLst>
      <p:ext uri="{BB962C8B-B14F-4D97-AF65-F5344CB8AC3E}">
        <p14:creationId xmlns:p14="http://schemas.microsoft.com/office/powerpoint/2010/main" val="1884546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12"/>
          <p:cNvSpPr/>
          <p:nvPr/>
        </p:nvSpPr>
        <p:spPr>
          <a:xfrm>
            <a:off x="1308100" y="2252382"/>
            <a:ext cx="2376487" cy="2353235"/>
          </a:xfrm>
          <a:prstGeom prst="roundRect">
            <a:avLst/>
          </a:prstGeom>
          <a:solidFill>
            <a:srgbClr val="C60F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04850" y="2734125"/>
            <a:ext cx="23651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spc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573870" y="3537834"/>
            <a:ext cx="2727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3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ontents</a:t>
            </a:r>
            <a:endParaRPr lang="zh-CN" altLang="en-US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975247" y="2209015"/>
            <a:ext cx="3439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355829" y="1773309"/>
            <a:ext cx="42223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什么是断舍离</a:t>
            </a:r>
            <a:endParaRPr lang="zh-CN" altLang="en-US" sz="3200" dirty="0"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355829" y="3136611"/>
            <a:ext cx="47850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为什么我们做不到断舍离</a:t>
            </a:r>
            <a:endParaRPr lang="zh-CN" altLang="en-US" sz="3200" dirty="0"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355828" y="4528159"/>
            <a:ext cx="42223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怎样做到断舍离</a:t>
            </a:r>
            <a:endParaRPr lang="zh-CN" altLang="en-US" sz="3200" dirty="0"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027587" y="1096201"/>
            <a:ext cx="118937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0" dirty="0" smtClean="0">
                <a:latin typeface="Broadway" panose="04040905080B02020502" pitchFamily="82" charset="0"/>
                <a:ea typeface="微软雅黑" panose="020B0503020204020204" pitchFamily="34" charset="-122"/>
              </a:rPr>
              <a:t>1</a:t>
            </a:r>
            <a:endParaRPr lang="zh-CN" altLang="en-US" sz="12000" dirty="0">
              <a:latin typeface="Broadway" panose="04040905080B02020502" pitchFamily="82" charset="0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051796" y="2473626"/>
            <a:ext cx="11409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0" dirty="0" smtClean="0">
                <a:latin typeface="Broadway" panose="04040905080B02020502" pitchFamily="82" charset="0"/>
                <a:ea typeface="微软雅黑" panose="020B0503020204020204" pitchFamily="34" charset="-122"/>
              </a:rPr>
              <a:t>2</a:t>
            </a:r>
            <a:endParaRPr lang="zh-CN" altLang="en-US" sz="12000" dirty="0">
              <a:latin typeface="Broadway" panose="04040905080B02020502" pitchFamily="82" charset="0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067210" y="3851051"/>
            <a:ext cx="111013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0" dirty="0" smtClean="0">
                <a:latin typeface="Broadway" panose="04040905080B02020502" pitchFamily="82" charset="0"/>
                <a:ea typeface="微软雅黑" panose="020B0503020204020204" pitchFamily="34" charset="-122"/>
              </a:rPr>
              <a:t>3</a:t>
            </a:r>
            <a:endParaRPr lang="zh-CN" altLang="en-US" sz="12000" dirty="0">
              <a:latin typeface="Broadway" panose="04040905080B02020502" pitchFamily="82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62640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1308100" y="2246441"/>
            <a:ext cx="2365118" cy="2365118"/>
          </a:xfrm>
          <a:prstGeom prst="ellipse">
            <a:avLst/>
          </a:prstGeom>
          <a:solidFill>
            <a:srgbClr val="C60F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14966" y="2967335"/>
            <a:ext cx="23208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 smtClean="0">
                <a:solidFill>
                  <a:schemeClr val="bg1"/>
                </a:solidFill>
                <a:latin typeface="Broadway" panose="04040905080B02020502" pitchFamily="82" charset="0"/>
                <a:ea typeface="微软雅黑" panose="020B0503020204020204" pitchFamily="34" charset="-122"/>
              </a:rPr>
              <a:t>what</a:t>
            </a:r>
            <a:endParaRPr lang="zh-CN" altLang="en-US" sz="5400" dirty="0">
              <a:solidFill>
                <a:schemeClr val="bg1"/>
              </a:solidFill>
              <a:latin typeface="Broadway" panose="04040905080B02020502" pitchFamily="82" charset="0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159375" y="1775012"/>
            <a:ext cx="5042647" cy="5972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159375" y="3041586"/>
            <a:ext cx="5042647" cy="5972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159375" y="4360384"/>
            <a:ext cx="5042647" cy="5972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038214" y="1842824"/>
            <a:ext cx="1284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1</a:t>
            </a:r>
            <a:r>
              <a:rPr lang="zh-CN" altLang="en-US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、定义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038214" y="3109398"/>
            <a:ext cx="1284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2</a:t>
            </a:r>
            <a:r>
              <a:rPr lang="zh-CN" altLang="en-US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、机制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7045471" y="4428196"/>
            <a:ext cx="1270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3</a:t>
            </a:r>
            <a:r>
              <a:rPr lang="zh-CN" altLang="en-US" sz="24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、目标</a:t>
            </a:r>
            <a:endParaRPr lang="zh-CN" altLang="en-US" sz="2400" dirty="0">
              <a:solidFill>
                <a:schemeClr val="bg1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33597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775012"/>
            <a:ext cx="1905213" cy="597291"/>
          </a:xfrm>
          <a:prstGeom prst="rect">
            <a:avLst/>
          </a:prstGeom>
          <a:solidFill>
            <a:srgbClr val="C60F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3041586"/>
            <a:ext cx="1308099" cy="597291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4360384"/>
            <a:ext cx="1307771" cy="597291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1473" y="1858414"/>
            <a:ext cx="1381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1</a:t>
            </a:r>
            <a:r>
              <a:rPr lang="zh-CN" altLang="en-US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、定义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-1" y="3155565"/>
            <a:ext cx="16583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2</a:t>
            </a:r>
            <a:r>
              <a:rPr lang="zh-CN" altLang="en-US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、机制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0" y="4428196"/>
            <a:ext cx="1658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3</a:t>
            </a:r>
            <a:r>
              <a:rPr lang="zh-CN" altLang="en-US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、目标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632724" y="4760529"/>
            <a:ext cx="54130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收拾物品来了解自己，整理内心的混沌，让人生更舒适的行为技术。</a:t>
            </a:r>
          </a:p>
          <a:p>
            <a:pPr>
              <a:lnSpc>
                <a:spcPct val="120000"/>
              </a:lnSpc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362173" y="-236793"/>
            <a:ext cx="23208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 smtClean="0">
                <a:solidFill>
                  <a:schemeClr val="bg1"/>
                </a:solidFill>
                <a:latin typeface="Broadway" panose="04040905080B02020502" pitchFamily="82" charset="0"/>
                <a:ea typeface="微软雅黑" panose="020B0503020204020204" pitchFamily="34" charset="-122"/>
              </a:rPr>
              <a:t>what</a:t>
            </a:r>
            <a:endParaRPr lang="zh-CN" altLang="en-US" sz="5400" dirty="0">
              <a:solidFill>
                <a:schemeClr val="bg1"/>
              </a:solidFill>
              <a:latin typeface="Broadway" panose="04040905080B02020502" pitchFamily="82" charset="0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435936" y="1538938"/>
            <a:ext cx="239357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0" b="1" spc="1000" dirty="0" smtClean="0"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断</a:t>
            </a:r>
            <a:endParaRPr lang="zh-CN" altLang="en-US" sz="15000" b="1" spc="1000" dirty="0">
              <a:latin typeface="方正兰亭粗黑简体" panose="02000000000000000000" pitchFamily="2" charset="-122"/>
              <a:ea typeface="方正兰亭粗黑简体" panose="02000000000000000000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192867" y="1533064"/>
            <a:ext cx="239357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0" b="1" spc="1000" dirty="0"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舍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8949798" y="1533064"/>
            <a:ext cx="239357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0" b="1" spc="1000" dirty="0" smtClean="0"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离</a:t>
            </a:r>
            <a:endParaRPr lang="zh-CN" altLang="en-US" sz="15000" b="1" spc="1000" dirty="0">
              <a:latin typeface="方正兰亭粗黑简体" panose="02000000000000000000" pitchFamily="2" charset="-122"/>
              <a:ea typeface="方正兰亭粗黑简体" panose="02000000000000000000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554413" y="3617230"/>
            <a:ext cx="2156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C60F1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断绝不需要的东西</a:t>
            </a:r>
            <a:endParaRPr lang="zh-CN" altLang="en-US" b="1" dirty="0">
              <a:solidFill>
                <a:srgbClr val="C60F1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311344" y="3611357"/>
            <a:ext cx="2156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60F1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舍弃多余的废物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9128872" y="3610536"/>
            <a:ext cx="2035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60F1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脱离对物品的执念</a:t>
            </a:r>
          </a:p>
        </p:txBody>
      </p:sp>
      <p:grpSp>
        <p:nvGrpSpPr>
          <p:cNvPr id="39" name="组合 38"/>
          <p:cNvGrpSpPr/>
          <p:nvPr/>
        </p:nvGrpSpPr>
        <p:grpSpPr>
          <a:xfrm>
            <a:off x="3672890" y="4340817"/>
            <a:ext cx="482600" cy="636421"/>
            <a:chOff x="3672890" y="4340817"/>
            <a:chExt cx="482600" cy="636421"/>
          </a:xfrm>
        </p:grpSpPr>
        <p:sp>
          <p:nvSpPr>
            <p:cNvPr id="10" name="矩形 9"/>
            <p:cNvSpPr/>
            <p:nvPr/>
          </p:nvSpPr>
          <p:spPr>
            <a:xfrm>
              <a:off x="3672890" y="4382433"/>
              <a:ext cx="482600" cy="82322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3811481" y="4340817"/>
              <a:ext cx="205417" cy="8914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3697107" y="4512347"/>
              <a:ext cx="434166" cy="464891"/>
              <a:chOff x="3327816" y="4868863"/>
              <a:chExt cx="779489" cy="836612"/>
            </a:xfrm>
          </p:grpSpPr>
          <p:sp>
            <p:nvSpPr>
              <p:cNvPr id="20" name="圆角矩形 19"/>
              <p:cNvSpPr/>
              <p:nvPr/>
            </p:nvSpPr>
            <p:spPr>
              <a:xfrm>
                <a:off x="3327816" y="4868863"/>
                <a:ext cx="779489" cy="83661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3327816" y="4868863"/>
                <a:ext cx="779489" cy="132966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4" name="圆角矩形 23"/>
            <p:cNvSpPr/>
            <p:nvPr/>
          </p:nvSpPr>
          <p:spPr>
            <a:xfrm>
              <a:off x="3783175" y="4594669"/>
              <a:ext cx="45719" cy="33172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圆角矩形 24"/>
            <p:cNvSpPr/>
            <p:nvPr/>
          </p:nvSpPr>
          <p:spPr>
            <a:xfrm>
              <a:off x="3900473" y="4594668"/>
              <a:ext cx="45719" cy="33172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圆角矩形 25"/>
            <p:cNvSpPr/>
            <p:nvPr/>
          </p:nvSpPr>
          <p:spPr>
            <a:xfrm>
              <a:off x="4014848" y="4595786"/>
              <a:ext cx="45719" cy="33060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9" name="直接连接符 28"/>
          <p:cNvCxnSpPr/>
          <p:nvPr/>
        </p:nvCxnSpPr>
        <p:spPr>
          <a:xfrm>
            <a:off x="4632724" y="4663897"/>
            <a:ext cx="6136329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0" y="435429"/>
            <a:ext cx="2249713" cy="725714"/>
          </a:xfrm>
          <a:prstGeom prst="rect">
            <a:avLst/>
          </a:prstGeom>
          <a:solidFill>
            <a:srgbClr val="C60F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2460172" y="435428"/>
            <a:ext cx="210456" cy="725714"/>
          </a:xfrm>
          <a:prstGeom prst="rect">
            <a:avLst/>
          </a:prstGeom>
          <a:solidFill>
            <a:srgbClr val="C60F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117365" y="292684"/>
            <a:ext cx="23560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 smtClean="0">
                <a:solidFill>
                  <a:schemeClr val="bg1"/>
                </a:solidFill>
                <a:latin typeface="Broadway" panose="04040905080B02020502" pitchFamily="82" charset="0"/>
                <a:ea typeface="微软雅黑" panose="020B0503020204020204" pitchFamily="34" charset="-122"/>
              </a:rPr>
              <a:t>what</a:t>
            </a:r>
            <a:endParaRPr lang="zh-CN" altLang="en-US" sz="5400" dirty="0">
              <a:solidFill>
                <a:schemeClr val="bg1"/>
              </a:solidFill>
              <a:latin typeface="Broadway" panose="04040905080B02020502" pitchFamily="82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4343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3322697" y="2372303"/>
            <a:ext cx="756194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断</a:t>
            </a:r>
            <a:r>
              <a:rPr lang="en-US" altLang="zh-CN" sz="12000" b="1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舍</a:t>
            </a:r>
            <a:r>
              <a:rPr lang="en-US" altLang="zh-CN" sz="12000" b="1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1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离</a:t>
            </a:r>
            <a:endParaRPr lang="zh-CN" altLang="en-US" sz="1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任意多边形 16"/>
          <p:cNvSpPr/>
          <p:nvPr/>
        </p:nvSpPr>
        <p:spPr>
          <a:xfrm flipH="1">
            <a:off x="4339766" y="2104570"/>
            <a:ext cx="2148112" cy="449945"/>
          </a:xfrm>
          <a:custGeom>
            <a:avLst/>
            <a:gdLst>
              <a:gd name="connsiteX0" fmla="*/ 0 w 2786742"/>
              <a:gd name="connsiteY0" fmla="*/ 464458 h 464458"/>
              <a:gd name="connsiteX1" fmla="*/ 1465942 w 2786742"/>
              <a:gd name="connsiteY1" fmla="*/ 0 h 464458"/>
              <a:gd name="connsiteX2" fmla="*/ 2786742 w 2786742"/>
              <a:gd name="connsiteY2" fmla="*/ 435429 h 464458"/>
              <a:gd name="connsiteX0" fmla="*/ 0 w 2786742"/>
              <a:gd name="connsiteY0" fmla="*/ 464516 h 464516"/>
              <a:gd name="connsiteX1" fmla="*/ 1465942 w 2786742"/>
              <a:gd name="connsiteY1" fmla="*/ 58 h 464516"/>
              <a:gd name="connsiteX2" fmla="*/ 2786742 w 2786742"/>
              <a:gd name="connsiteY2" fmla="*/ 435487 h 464516"/>
              <a:gd name="connsiteX0" fmla="*/ 0 w 2786742"/>
              <a:gd name="connsiteY0" fmla="*/ 479028 h 479028"/>
              <a:gd name="connsiteX1" fmla="*/ 1248228 w 2786742"/>
              <a:gd name="connsiteY1" fmla="*/ 56 h 479028"/>
              <a:gd name="connsiteX2" fmla="*/ 2786742 w 2786742"/>
              <a:gd name="connsiteY2" fmla="*/ 449999 h 479028"/>
              <a:gd name="connsiteX0" fmla="*/ 0 w 2496456"/>
              <a:gd name="connsiteY0" fmla="*/ 479028 h 479028"/>
              <a:gd name="connsiteX1" fmla="*/ 1248228 w 2496456"/>
              <a:gd name="connsiteY1" fmla="*/ 56 h 479028"/>
              <a:gd name="connsiteX2" fmla="*/ 2496456 w 2496456"/>
              <a:gd name="connsiteY2" fmla="*/ 449999 h 479028"/>
              <a:gd name="connsiteX0" fmla="*/ 0 w 2264227"/>
              <a:gd name="connsiteY0" fmla="*/ 479028 h 479028"/>
              <a:gd name="connsiteX1" fmla="*/ 1015999 w 2264227"/>
              <a:gd name="connsiteY1" fmla="*/ 56 h 479028"/>
              <a:gd name="connsiteX2" fmla="*/ 2264227 w 2264227"/>
              <a:gd name="connsiteY2" fmla="*/ 449999 h 479028"/>
              <a:gd name="connsiteX0" fmla="*/ 0 w 2264227"/>
              <a:gd name="connsiteY0" fmla="*/ 479028 h 479028"/>
              <a:gd name="connsiteX1" fmla="*/ 1015999 w 2264227"/>
              <a:gd name="connsiteY1" fmla="*/ 56 h 479028"/>
              <a:gd name="connsiteX2" fmla="*/ 2264227 w 2264227"/>
              <a:gd name="connsiteY2" fmla="*/ 449999 h 479028"/>
              <a:gd name="connsiteX0" fmla="*/ 0 w 2264227"/>
              <a:gd name="connsiteY0" fmla="*/ 479067 h 479067"/>
              <a:gd name="connsiteX1" fmla="*/ 1015999 w 2264227"/>
              <a:gd name="connsiteY1" fmla="*/ 95 h 479067"/>
              <a:gd name="connsiteX2" fmla="*/ 2264227 w 2264227"/>
              <a:gd name="connsiteY2" fmla="*/ 450038 h 479067"/>
              <a:gd name="connsiteX0" fmla="*/ 0 w 2264227"/>
              <a:gd name="connsiteY0" fmla="*/ 537101 h 537101"/>
              <a:gd name="connsiteX1" fmla="*/ 1074056 w 2264227"/>
              <a:gd name="connsiteY1" fmla="*/ 72 h 537101"/>
              <a:gd name="connsiteX2" fmla="*/ 2264227 w 2264227"/>
              <a:gd name="connsiteY2" fmla="*/ 508072 h 537101"/>
              <a:gd name="connsiteX0" fmla="*/ 0 w 2264227"/>
              <a:gd name="connsiteY0" fmla="*/ 450058 h 450058"/>
              <a:gd name="connsiteX1" fmla="*/ 1074056 w 2264227"/>
              <a:gd name="connsiteY1" fmla="*/ 114 h 450058"/>
              <a:gd name="connsiteX2" fmla="*/ 2264227 w 2264227"/>
              <a:gd name="connsiteY2" fmla="*/ 421029 h 450058"/>
              <a:gd name="connsiteX0" fmla="*/ 0 w 2206169"/>
              <a:gd name="connsiteY0" fmla="*/ 538568 h 538568"/>
              <a:gd name="connsiteX1" fmla="*/ 1015998 w 2206169"/>
              <a:gd name="connsiteY1" fmla="*/ 1538 h 538568"/>
              <a:gd name="connsiteX2" fmla="*/ 2206169 w 2206169"/>
              <a:gd name="connsiteY2" fmla="*/ 422453 h 538568"/>
              <a:gd name="connsiteX0" fmla="*/ 0 w 2162626"/>
              <a:gd name="connsiteY0" fmla="*/ 537088 h 566116"/>
              <a:gd name="connsiteX1" fmla="*/ 1015998 w 2162626"/>
              <a:gd name="connsiteY1" fmla="*/ 58 h 566116"/>
              <a:gd name="connsiteX2" fmla="*/ 2162626 w 2162626"/>
              <a:gd name="connsiteY2" fmla="*/ 566116 h 566116"/>
              <a:gd name="connsiteX0" fmla="*/ 0 w 2148112"/>
              <a:gd name="connsiteY0" fmla="*/ 537030 h 537030"/>
              <a:gd name="connsiteX1" fmla="*/ 1015998 w 2148112"/>
              <a:gd name="connsiteY1" fmla="*/ 0 h 537030"/>
              <a:gd name="connsiteX2" fmla="*/ 2148112 w 2148112"/>
              <a:gd name="connsiteY2" fmla="*/ 537029 h 537030"/>
              <a:gd name="connsiteX0" fmla="*/ 0 w 2148112"/>
              <a:gd name="connsiteY0" fmla="*/ 537030 h 537030"/>
              <a:gd name="connsiteX1" fmla="*/ 1015998 w 2148112"/>
              <a:gd name="connsiteY1" fmla="*/ 0 h 537030"/>
              <a:gd name="connsiteX2" fmla="*/ 2148112 w 2148112"/>
              <a:gd name="connsiteY2" fmla="*/ 537029 h 537030"/>
              <a:gd name="connsiteX0" fmla="*/ 0 w 2148112"/>
              <a:gd name="connsiteY0" fmla="*/ 537030 h 537030"/>
              <a:gd name="connsiteX1" fmla="*/ 1074055 w 2148112"/>
              <a:gd name="connsiteY1" fmla="*/ 0 h 537030"/>
              <a:gd name="connsiteX2" fmla="*/ 2148112 w 2148112"/>
              <a:gd name="connsiteY2" fmla="*/ 537029 h 537030"/>
              <a:gd name="connsiteX0" fmla="*/ 0 w 2148112"/>
              <a:gd name="connsiteY0" fmla="*/ 537030 h 537030"/>
              <a:gd name="connsiteX1" fmla="*/ 1074055 w 2148112"/>
              <a:gd name="connsiteY1" fmla="*/ 0 h 537030"/>
              <a:gd name="connsiteX2" fmla="*/ 2148112 w 2148112"/>
              <a:gd name="connsiteY2" fmla="*/ 537029 h 537030"/>
              <a:gd name="connsiteX0" fmla="*/ 0 w 2148112"/>
              <a:gd name="connsiteY0" fmla="*/ 537030 h 537030"/>
              <a:gd name="connsiteX1" fmla="*/ 1074055 w 2148112"/>
              <a:gd name="connsiteY1" fmla="*/ 0 h 537030"/>
              <a:gd name="connsiteX2" fmla="*/ 2148112 w 2148112"/>
              <a:gd name="connsiteY2" fmla="*/ 537029 h 537030"/>
              <a:gd name="connsiteX0" fmla="*/ 0 w 2148112"/>
              <a:gd name="connsiteY0" fmla="*/ 449945 h 449945"/>
              <a:gd name="connsiteX1" fmla="*/ 1074055 w 2148112"/>
              <a:gd name="connsiteY1" fmla="*/ 0 h 449945"/>
              <a:gd name="connsiteX2" fmla="*/ 2148112 w 2148112"/>
              <a:gd name="connsiteY2" fmla="*/ 449944 h 449945"/>
              <a:gd name="connsiteX0" fmla="*/ 0 w 2148112"/>
              <a:gd name="connsiteY0" fmla="*/ 449945 h 449945"/>
              <a:gd name="connsiteX1" fmla="*/ 1074055 w 2148112"/>
              <a:gd name="connsiteY1" fmla="*/ 0 h 449945"/>
              <a:gd name="connsiteX2" fmla="*/ 2148112 w 2148112"/>
              <a:gd name="connsiteY2" fmla="*/ 449944 h 449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48112" h="449945">
                <a:moveTo>
                  <a:pt x="0" y="449945"/>
                </a:moveTo>
                <a:cubicBezTo>
                  <a:pt x="299961" y="208040"/>
                  <a:pt x="745065" y="0"/>
                  <a:pt x="1074055" y="0"/>
                </a:cubicBezTo>
                <a:cubicBezTo>
                  <a:pt x="1403045" y="0"/>
                  <a:pt x="1794931" y="145144"/>
                  <a:pt x="2148112" y="449944"/>
                </a:cubicBezTo>
              </a:path>
            </a:pathLst>
          </a:custGeom>
          <a:noFill/>
          <a:ln w="38100">
            <a:solidFill>
              <a:schemeClr val="tx1"/>
            </a:solidFill>
            <a:head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8" name="任意多边形 17"/>
          <p:cNvSpPr/>
          <p:nvPr/>
        </p:nvSpPr>
        <p:spPr>
          <a:xfrm flipV="1">
            <a:off x="4310738" y="4135411"/>
            <a:ext cx="2148112" cy="449945"/>
          </a:xfrm>
          <a:custGeom>
            <a:avLst/>
            <a:gdLst>
              <a:gd name="connsiteX0" fmla="*/ 0 w 2786742"/>
              <a:gd name="connsiteY0" fmla="*/ 464458 h 464458"/>
              <a:gd name="connsiteX1" fmla="*/ 1465942 w 2786742"/>
              <a:gd name="connsiteY1" fmla="*/ 0 h 464458"/>
              <a:gd name="connsiteX2" fmla="*/ 2786742 w 2786742"/>
              <a:gd name="connsiteY2" fmla="*/ 435429 h 464458"/>
              <a:gd name="connsiteX0" fmla="*/ 0 w 2786742"/>
              <a:gd name="connsiteY0" fmla="*/ 464516 h 464516"/>
              <a:gd name="connsiteX1" fmla="*/ 1465942 w 2786742"/>
              <a:gd name="connsiteY1" fmla="*/ 58 h 464516"/>
              <a:gd name="connsiteX2" fmla="*/ 2786742 w 2786742"/>
              <a:gd name="connsiteY2" fmla="*/ 435487 h 464516"/>
              <a:gd name="connsiteX0" fmla="*/ 0 w 2786742"/>
              <a:gd name="connsiteY0" fmla="*/ 479028 h 479028"/>
              <a:gd name="connsiteX1" fmla="*/ 1248228 w 2786742"/>
              <a:gd name="connsiteY1" fmla="*/ 56 h 479028"/>
              <a:gd name="connsiteX2" fmla="*/ 2786742 w 2786742"/>
              <a:gd name="connsiteY2" fmla="*/ 449999 h 479028"/>
              <a:gd name="connsiteX0" fmla="*/ 0 w 2496456"/>
              <a:gd name="connsiteY0" fmla="*/ 479028 h 479028"/>
              <a:gd name="connsiteX1" fmla="*/ 1248228 w 2496456"/>
              <a:gd name="connsiteY1" fmla="*/ 56 h 479028"/>
              <a:gd name="connsiteX2" fmla="*/ 2496456 w 2496456"/>
              <a:gd name="connsiteY2" fmla="*/ 449999 h 479028"/>
              <a:gd name="connsiteX0" fmla="*/ 0 w 2264227"/>
              <a:gd name="connsiteY0" fmla="*/ 479028 h 479028"/>
              <a:gd name="connsiteX1" fmla="*/ 1015999 w 2264227"/>
              <a:gd name="connsiteY1" fmla="*/ 56 h 479028"/>
              <a:gd name="connsiteX2" fmla="*/ 2264227 w 2264227"/>
              <a:gd name="connsiteY2" fmla="*/ 449999 h 479028"/>
              <a:gd name="connsiteX0" fmla="*/ 0 w 2264227"/>
              <a:gd name="connsiteY0" fmla="*/ 479028 h 479028"/>
              <a:gd name="connsiteX1" fmla="*/ 1015999 w 2264227"/>
              <a:gd name="connsiteY1" fmla="*/ 56 h 479028"/>
              <a:gd name="connsiteX2" fmla="*/ 2264227 w 2264227"/>
              <a:gd name="connsiteY2" fmla="*/ 449999 h 479028"/>
              <a:gd name="connsiteX0" fmla="*/ 0 w 2264227"/>
              <a:gd name="connsiteY0" fmla="*/ 479067 h 479067"/>
              <a:gd name="connsiteX1" fmla="*/ 1015999 w 2264227"/>
              <a:gd name="connsiteY1" fmla="*/ 95 h 479067"/>
              <a:gd name="connsiteX2" fmla="*/ 2264227 w 2264227"/>
              <a:gd name="connsiteY2" fmla="*/ 450038 h 479067"/>
              <a:gd name="connsiteX0" fmla="*/ 0 w 2264227"/>
              <a:gd name="connsiteY0" fmla="*/ 537101 h 537101"/>
              <a:gd name="connsiteX1" fmla="*/ 1074056 w 2264227"/>
              <a:gd name="connsiteY1" fmla="*/ 72 h 537101"/>
              <a:gd name="connsiteX2" fmla="*/ 2264227 w 2264227"/>
              <a:gd name="connsiteY2" fmla="*/ 508072 h 537101"/>
              <a:gd name="connsiteX0" fmla="*/ 0 w 2264227"/>
              <a:gd name="connsiteY0" fmla="*/ 450058 h 450058"/>
              <a:gd name="connsiteX1" fmla="*/ 1074056 w 2264227"/>
              <a:gd name="connsiteY1" fmla="*/ 114 h 450058"/>
              <a:gd name="connsiteX2" fmla="*/ 2264227 w 2264227"/>
              <a:gd name="connsiteY2" fmla="*/ 421029 h 450058"/>
              <a:gd name="connsiteX0" fmla="*/ 0 w 2206169"/>
              <a:gd name="connsiteY0" fmla="*/ 538568 h 538568"/>
              <a:gd name="connsiteX1" fmla="*/ 1015998 w 2206169"/>
              <a:gd name="connsiteY1" fmla="*/ 1538 h 538568"/>
              <a:gd name="connsiteX2" fmla="*/ 2206169 w 2206169"/>
              <a:gd name="connsiteY2" fmla="*/ 422453 h 538568"/>
              <a:gd name="connsiteX0" fmla="*/ 0 w 2162626"/>
              <a:gd name="connsiteY0" fmla="*/ 537088 h 566116"/>
              <a:gd name="connsiteX1" fmla="*/ 1015998 w 2162626"/>
              <a:gd name="connsiteY1" fmla="*/ 58 h 566116"/>
              <a:gd name="connsiteX2" fmla="*/ 2162626 w 2162626"/>
              <a:gd name="connsiteY2" fmla="*/ 566116 h 566116"/>
              <a:gd name="connsiteX0" fmla="*/ 0 w 2148112"/>
              <a:gd name="connsiteY0" fmla="*/ 537030 h 537030"/>
              <a:gd name="connsiteX1" fmla="*/ 1015998 w 2148112"/>
              <a:gd name="connsiteY1" fmla="*/ 0 h 537030"/>
              <a:gd name="connsiteX2" fmla="*/ 2148112 w 2148112"/>
              <a:gd name="connsiteY2" fmla="*/ 537029 h 537030"/>
              <a:gd name="connsiteX0" fmla="*/ 0 w 2148112"/>
              <a:gd name="connsiteY0" fmla="*/ 537030 h 537030"/>
              <a:gd name="connsiteX1" fmla="*/ 1015998 w 2148112"/>
              <a:gd name="connsiteY1" fmla="*/ 0 h 537030"/>
              <a:gd name="connsiteX2" fmla="*/ 2148112 w 2148112"/>
              <a:gd name="connsiteY2" fmla="*/ 537029 h 537030"/>
              <a:gd name="connsiteX0" fmla="*/ 0 w 2148112"/>
              <a:gd name="connsiteY0" fmla="*/ 537030 h 537030"/>
              <a:gd name="connsiteX1" fmla="*/ 1074055 w 2148112"/>
              <a:gd name="connsiteY1" fmla="*/ 0 h 537030"/>
              <a:gd name="connsiteX2" fmla="*/ 2148112 w 2148112"/>
              <a:gd name="connsiteY2" fmla="*/ 537029 h 537030"/>
              <a:gd name="connsiteX0" fmla="*/ 0 w 2148112"/>
              <a:gd name="connsiteY0" fmla="*/ 537030 h 537030"/>
              <a:gd name="connsiteX1" fmla="*/ 1074055 w 2148112"/>
              <a:gd name="connsiteY1" fmla="*/ 0 h 537030"/>
              <a:gd name="connsiteX2" fmla="*/ 2148112 w 2148112"/>
              <a:gd name="connsiteY2" fmla="*/ 537029 h 537030"/>
              <a:gd name="connsiteX0" fmla="*/ 0 w 2148112"/>
              <a:gd name="connsiteY0" fmla="*/ 537030 h 537030"/>
              <a:gd name="connsiteX1" fmla="*/ 1074055 w 2148112"/>
              <a:gd name="connsiteY1" fmla="*/ 0 h 537030"/>
              <a:gd name="connsiteX2" fmla="*/ 2148112 w 2148112"/>
              <a:gd name="connsiteY2" fmla="*/ 537029 h 537030"/>
              <a:gd name="connsiteX0" fmla="*/ 0 w 2148112"/>
              <a:gd name="connsiteY0" fmla="*/ 449945 h 449945"/>
              <a:gd name="connsiteX1" fmla="*/ 1074055 w 2148112"/>
              <a:gd name="connsiteY1" fmla="*/ 0 h 449945"/>
              <a:gd name="connsiteX2" fmla="*/ 2148112 w 2148112"/>
              <a:gd name="connsiteY2" fmla="*/ 449944 h 449945"/>
              <a:gd name="connsiteX0" fmla="*/ 0 w 2148112"/>
              <a:gd name="connsiteY0" fmla="*/ 449945 h 449945"/>
              <a:gd name="connsiteX1" fmla="*/ 1074055 w 2148112"/>
              <a:gd name="connsiteY1" fmla="*/ 0 h 449945"/>
              <a:gd name="connsiteX2" fmla="*/ 2148112 w 2148112"/>
              <a:gd name="connsiteY2" fmla="*/ 449944 h 449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48112" h="449945">
                <a:moveTo>
                  <a:pt x="0" y="449945"/>
                </a:moveTo>
                <a:cubicBezTo>
                  <a:pt x="299961" y="208040"/>
                  <a:pt x="745065" y="0"/>
                  <a:pt x="1074055" y="0"/>
                </a:cubicBezTo>
                <a:cubicBezTo>
                  <a:pt x="1403045" y="0"/>
                  <a:pt x="1794931" y="145144"/>
                  <a:pt x="2148112" y="449944"/>
                </a:cubicBezTo>
              </a:path>
            </a:pathLst>
          </a:custGeom>
          <a:noFill/>
          <a:ln w="38100">
            <a:solidFill>
              <a:schemeClr val="tx1"/>
            </a:solidFill>
            <a:head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9" name="圆角矩形标注 18"/>
          <p:cNvSpPr/>
          <p:nvPr/>
        </p:nvSpPr>
        <p:spPr>
          <a:xfrm>
            <a:off x="6458850" y="884037"/>
            <a:ext cx="2177143" cy="1213425"/>
          </a:xfrm>
          <a:prstGeom prst="wedgeRoundRectCallout">
            <a:avLst>
              <a:gd name="adj1" fmla="val -33078"/>
              <a:gd name="adj2" fmla="val 74461"/>
              <a:gd name="adj3" fmla="val 16667"/>
            </a:avLst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0" name="圆角矩形标注 19"/>
          <p:cNvSpPr/>
          <p:nvPr/>
        </p:nvSpPr>
        <p:spPr>
          <a:xfrm>
            <a:off x="2079224" y="4473890"/>
            <a:ext cx="2674644" cy="1293135"/>
          </a:xfrm>
          <a:prstGeom prst="wedgeRoundRectCallout">
            <a:avLst>
              <a:gd name="adj1" fmla="val 28620"/>
              <a:gd name="adj2" fmla="val -73586"/>
              <a:gd name="adj3" fmla="val 1666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050196" y="4727802"/>
            <a:ext cx="29715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购物时三思而后行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不需要的东西就不接受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只添置必需的东西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6537254" y="1029084"/>
            <a:ext cx="29715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收拾没用的破烂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卖掉、赠送物品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缩小喜好的范围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圆角矩形标注 22"/>
          <p:cNvSpPr/>
          <p:nvPr/>
        </p:nvSpPr>
        <p:spPr>
          <a:xfrm>
            <a:off x="9098968" y="4474363"/>
            <a:ext cx="2390080" cy="1292662"/>
          </a:xfrm>
          <a:prstGeom prst="wedgeRoundRectCallout">
            <a:avLst>
              <a:gd name="adj1" fmla="val -30905"/>
              <a:gd name="adj2" fmla="val -71116"/>
              <a:gd name="adj3" fmla="val 1666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9040912" y="4727802"/>
            <a:ext cx="29715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脱离执念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了解自己、爱上自己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心情愉悦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5413821" y="4957675"/>
            <a:ext cx="29318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不需要、不喜欢、不舒服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</a:t>
            </a:r>
            <a:r>
              <a:rPr lang="zh-CN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</a:t>
            </a:r>
            <a:endParaRPr lang="en-US" altLang="zh-CN" dirty="0" smtClean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需要、合适、舒服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607347" y="5881005"/>
            <a:ext cx="1654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行动（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doing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7031627" y="2242509"/>
            <a:ext cx="1654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行动（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doing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9834416" y="5881005"/>
            <a:ext cx="1654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状态（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being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椭圆形标注 29"/>
          <p:cNvSpPr/>
          <p:nvPr/>
        </p:nvSpPr>
        <p:spPr>
          <a:xfrm>
            <a:off x="3617495" y="1700373"/>
            <a:ext cx="1186728" cy="404197"/>
          </a:xfrm>
          <a:prstGeom prst="wedgeEllipseCallout">
            <a:avLst>
              <a:gd name="adj1" fmla="val 30147"/>
              <a:gd name="adj2" fmla="val 9332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671537" y="1719914"/>
            <a:ext cx="1522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促进代谢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362173" y="-236793"/>
            <a:ext cx="23208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 smtClean="0">
                <a:solidFill>
                  <a:schemeClr val="bg1"/>
                </a:solidFill>
                <a:latin typeface="Broadway" panose="04040905080B02020502" pitchFamily="82" charset="0"/>
                <a:ea typeface="微软雅黑" panose="020B0503020204020204" pitchFamily="34" charset="-122"/>
              </a:rPr>
              <a:t>what</a:t>
            </a:r>
            <a:endParaRPr lang="zh-CN" altLang="en-US" sz="5400" dirty="0">
              <a:solidFill>
                <a:schemeClr val="bg1"/>
              </a:solidFill>
              <a:latin typeface="Broadway" panose="04040905080B02020502" pitchFamily="82" charset="0"/>
              <a:ea typeface="微软雅黑" panose="020B0503020204020204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0" y="1775012"/>
            <a:ext cx="1305219" cy="597291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0" y="3041586"/>
            <a:ext cx="1905213" cy="597291"/>
          </a:xfrm>
          <a:prstGeom prst="rect">
            <a:avLst/>
          </a:prstGeom>
          <a:solidFill>
            <a:srgbClr val="C60F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0" y="4360384"/>
            <a:ext cx="1307771" cy="597291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0" y="1858414"/>
            <a:ext cx="1381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1</a:t>
            </a:r>
            <a:r>
              <a:rPr lang="zh-CN" altLang="en-US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、定义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634938" y="3157811"/>
            <a:ext cx="16583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2</a:t>
            </a:r>
            <a:r>
              <a:rPr lang="zh-CN" altLang="en-US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、机制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0" y="4428196"/>
            <a:ext cx="1658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3</a:t>
            </a:r>
            <a:r>
              <a:rPr lang="zh-CN" altLang="en-US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、目标</a:t>
            </a:r>
          </a:p>
        </p:txBody>
      </p:sp>
      <p:sp>
        <p:nvSpPr>
          <p:cNvPr id="33" name="矩形 32"/>
          <p:cNvSpPr/>
          <p:nvPr/>
        </p:nvSpPr>
        <p:spPr>
          <a:xfrm>
            <a:off x="0" y="435429"/>
            <a:ext cx="2249713" cy="725714"/>
          </a:xfrm>
          <a:prstGeom prst="rect">
            <a:avLst/>
          </a:prstGeom>
          <a:solidFill>
            <a:srgbClr val="C60F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2460172" y="435428"/>
            <a:ext cx="210456" cy="725714"/>
          </a:xfrm>
          <a:prstGeom prst="rect">
            <a:avLst/>
          </a:prstGeom>
          <a:solidFill>
            <a:srgbClr val="C60F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117365" y="292684"/>
            <a:ext cx="23560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 smtClean="0">
                <a:solidFill>
                  <a:schemeClr val="bg1"/>
                </a:solidFill>
                <a:latin typeface="Broadway" panose="04040905080B02020502" pitchFamily="82" charset="0"/>
                <a:ea typeface="微软雅黑" panose="020B0503020204020204" pitchFamily="34" charset="-122"/>
              </a:rPr>
              <a:t>what</a:t>
            </a:r>
            <a:endParaRPr lang="zh-CN" altLang="en-US" sz="5400" dirty="0">
              <a:solidFill>
                <a:schemeClr val="bg1"/>
              </a:solidFill>
              <a:latin typeface="Broadway" panose="04040905080B02020502" pitchFamily="82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07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5927167" y="1453328"/>
            <a:ext cx="2763004" cy="276300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椭圆 55"/>
          <p:cNvSpPr/>
          <p:nvPr/>
        </p:nvSpPr>
        <p:spPr>
          <a:xfrm>
            <a:off x="4999352" y="2471088"/>
            <a:ext cx="1538468" cy="153846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椭圆 54"/>
          <p:cNvSpPr/>
          <p:nvPr/>
        </p:nvSpPr>
        <p:spPr>
          <a:xfrm>
            <a:off x="8077739" y="2471088"/>
            <a:ext cx="1538468" cy="153846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6539435" y="769465"/>
            <a:ext cx="1538468" cy="153846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362173" y="-236793"/>
            <a:ext cx="23208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 smtClean="0">
                <a:solidFill>
                  <a:schemeClr val="bg1"/>
                </a:solidFill>
                <a:latin typeface="Broadway" panose="04040905080B02020502" pitchFamily="82" charset="0"/>
                <a:ea typeface="微软雅黑" panose="020B0503020204020204" pitchFamily="34" charset="-122"/>
              </a:rPr>
              <a:t>what</a:t>
            </a:r>
            <a:endParaRPr lang="zh-CN" altLang="en-US" sz="5400" dirty="0">
              <a:solidFill>
                <a:schemeClr val="bg1"/>
              </a:solidFill>
              <a:latin typeface="Broadway" panose="04040905080B02020502" pitchFamily="82" charset="0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" y="1775012"/>
            <a:ext cx="1308100" cy="597291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0" y="3041586"/>
            <a:ext cx="1308099" cy="597291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0" y="4360384"/>
            <a:ext cx="1905213" cy="597291"/>
          </a:xfrm>
          <a:prstGeom prst="rect">
            <a:avLst/>
          </a:prstGeom>
          <a:solidFill>
            <a:srgbClr val="C60F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0" y="1858414"/>
            <a:ext cx="1381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1</a:t>
            </a:r>
            <a:r>
              <a:rPr lang="zh-CN" altLang="en-US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、定义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-1" y="3155565"/>
            <a:ext cx="16583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2</a:t>
            </a:r>
            <a:r>
              <a:rPr lang="zh-CN" altLang="en-US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、机制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654049" y="4428196"/>
            <a:ext cx="1658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3</a:t>
            </a:r>
            <a:r>
              <a:rPr lang="zh-CN" altLang="en-US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、目标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4571585" y="4779630"/>
            <a:ext cx="541309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断舍离的目标，就是让整个社会上的物品都能各得其所。</a:t>
            </a:r>
          </a:p>
          <a:p>
            <a:pPr>
              <a:lnSpc>
                <a:spcPct val="120000"/>
              </a:lnSpc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3672890" y="4340817"/>
            <a:ext cx="482600" cy="636421"/>
            <a:chOff x="3672890" y="4340817"/>
            <a:chExt cx="482600" cy="636421"/>
          </a:xfrm>
        </p:grpSpPr>
        <p:sp>
          <p:nvSpPr>
            <p:cNvPr id="24" name="矩形 23"/>
            <p:cNvSpPr/>
            <p:nvPr/>
          </p:nvSpPr>
          <p:spPr>
            <a:xfrm>
              <a:off x="3672890" y="4382433"/>
              <a:ext cx="482600" cy="82322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3811481" y="4340817"/>
              <a:ext cx="205417" cy="8914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6" name="组合 25"/>
            <p:cNvGrpSpPr/>
            <p:nvPr/>
          </p:nvGrpSpPr>
          <p:grpSpPr>
            <a:xfrm>
              <a:off x="3697107" y="4512347"/>
              <a:ext cx="434166" cy="464891"/>
              <a:chOff x="3327816" y="4868863"/>
              <a:chExt cx="779489" cy="836612"/>
            </a:xfrm>
          </p:grpSpPr>
          <p:sp>
            <p:nvSpPr>
              <p:cNvPr id="30" name="圆角矩形 29"/>
              <p:cNvSpPr/>
              <p:nvPr/>
            </p:nvSpPr>
            <p:spPr>
              <a:xfrm>
                <a:off x="3327816" y="4868863"/>
                <a:ext cx="779489" cy="83661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矩形 30"/>
              <p:cNvSpPr/>
              <p:nvPr/>
            </p:nvSpPr>
            <p:spPr>
              <a:xfrm>
                <a:off x="3327816" y="4868863"/>
                <a:ext cx="779489" cy="132966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7" name="圆角矩形 26"/>
            <p:cNvSpPr/>
            <p:nvPr/>
          </p:nvSpPr>
          <p:spPr>
            <a:xfrm>
              <a:off x="3783175" y="4594669"/>
              <a:ext cx="45719" cy="33172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圆角矩形 27"/>
            <p:cNvSpPr/>
            <p:nvPr/>
          </p:nvSpPr>
          <p:spPr>
            <a:xfrm>
              <a:off x="3900473" y="4594668"/>
              <a:ext cx="45719" cy="33172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圆角矩形 28"/>
            <p:cNvSpPr/>
            <p:nvPr/>
          </p:nvSpPr>
          <p:spPr>
            <a:xfrm>
              <a:off x="4014848" y="4595786"/>
              <a:ext cx="45719" cy="33060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2" name="直接连接符 31"/>
          <p:cNvCxnSpPr/>
          <p:nvPr/>
        </p:nvCxnSpPr>
        <p:spPr>
          <a:xfrm>
            <a:off x="4632724" y="4663897"/>
            <a:ext cx="6136329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5327918" y="2615784"/>
            <a:ext cx="1051895" cy="1056697"/>
            <a:chOff x="4873326" y="2265581"/>
            <a:chExt cx="426251" cy="428197"/>
          </a:xfrm>
        </p:grpSpPr>
        <p:sp>
          <p:nvSpPr>
            <p:cNvPr id="33" name="Freeform 563"/>
            <p:cNvSpPr>
              <a:spLocks/>
            </p:cNvSpPr>
            <p:nvPr/>
          </p:nvSpPr>
          <p:spPr bwMode="auto">
            <a:xfrm>
              <a:off x="4873326" y="2265581"/>
              <a:ext cx="426251" cy="428196"/>
            </a:xfrm>
            <a:custGeom>
              <a:avLst/>
              <a:gdLst>
                <a:gd name="T0" fmla="*/ 6 w 39"/>
                <a:gd name="T1" fmla="*/ 0 h 39"/>
                <a:gd name="T2" fmla="*/ 33 w 39"/>
                <a:gd name="T3" fmla="*/ 0 h 39"/>
                <a:gd name="T4" fmla="*/ 39 w 39"/>
                <a:gd name="T5" fmla="*/ 6 h 39"/>
                <a:gd name="T6" fmla="*/ 39 w 39"/>
                <a:gd name="T7" fmla="*/ 33 h 39"/>
                <a:gd name="T8" fmla="*/ 33 w 39"/>
                <a:gd name="T9" fmla="*/ 39 h 39"/>
                <a:gd name="T10" fmla="*/ 6 w 39"/>
                <a:gd name="T11" fmla="*/ 39 h 39"/>
                <a:gd name="T12" fmla="*/ 0 w 39"/>
                <a:gd name="T13" fmla="*/ 33 h 39"/>
                <a:gd name="T14" fmla="*/ 0 w 39"/>
                <a:gd name="T15" fmla="*/ 6 h 39"/>
                <a:gd name="T16" fmla="*/ 6 w 39"/>
                <a:gd name="T1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39">
                  <a:moveTo>
                    <a:pt x="6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37" y="0"/>
                    <a:pt x="39" y="3"/>
                    <a:pt x="39" y="6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39" y="36"/>
                    <a:pt x="37" y="39"/>
                    <a:pt x="33" y="39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3" y="39"/>
                    <a:pt x="0" y="36"/>
                    <a:pt x="0" y="33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564"/>
            <p:cNvSpPr>
              <a:spLocks/>
            </p:cNvSpPr>
            <p:nvPr/>
          </p:nvSpPr>
          <p:spPr bwMode="auto">
            <a:xfrm>
              <a:off x="4949232" y="2320079"/>
              <a:ext cx="350342" cy="373699"/>
            </a:xfrm>
            <a:custGeom>
              <a:avLst/>
              <a:gdLst>
                <a:gd name="T0" fmla="*/ 32 w 32"/>
                <a:gd name="T1" fmla="*/ 7 h 34"/>
                <a:gd name="T2" fmla="*/ 32 w 32"/>
                <a:gd name="T3" fmla="*/ 28 h 34"/>
                <a:gd name="T4" fmla="*/ 26 w 32"/>
                <a:gd name="T5" fmla="*/ 34 h 34"/>
                <a:gd name="T6" fmla="*/ 5 w 32"/>
                <a:gd name="T7" fmla="*/ 34 h 34"/>
                <a:gd name="T8" fmla="*/ 0 w 32"/>
                <a:gd name="T9" fmla="*/ 29 h 34"/>
                <a:gd name="T10" fmla="*/ 0 w 32"/>
                <a:gd name="T11" fmla="*/ 5 h 34"/>
                <a:gd name="T12" fmla="*/ 7 w 32"/>
                <a:gd name="T13" fmla="*/ 0 h 34"/>
                <a:gd name="T14" fmla="*/ 9 w 32"/>
                <a:gd name="T15" fmla="*/ 2 h 34"/>
                <a:gd name="T16" fmla="*/ 16 w 32"/>
                <a:gd name="T17" fmla="*/ 0 h 34"/>
                <a:gd name="T18" fmla="*/ 18 w 32"/>
                <a:gd name="T19" fmla="*/ 2 h 34"/>
                <a:gd name="T20" fmla="*/ 26 w 32"/>
                <a:gd name="T21" fmla="*/ 0 h 34"/>
                <a:gd name="T22" fmla="*/ 32 w 32"/>
                <a:gd name="T23" fmla="*/ 7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2" h="34">
                  <a:moveTo>
                    <a:pt x="32" y="7"/>
                  </a:moveTo>
                  <a:cubicBezTo>
                    <a:pt x="32" y="28"/>
                    <a:pt x="32" y="28"/>
                    <a:pt x="32" y="28"/>
                  </a:cubicBezTo>
                  <a:cubicBezTo>
                    <a:pt x="32" y="31"/>
                    <a:pt x="30" y="34"/>
                    <a:pt x="26" y="34"/>
                  </a:cubicBezTo>
                  <a:cubicBezTo>
                    <a:pt x="5" y="34"/>
                    <a:pt x="5" y="34"/>
                    <a:pt x="5" y="34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32" y="7"/>
                    <a:pt x="32" y="7"/>
                    <a:pt x="32" y="7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565"/>
            <p:cNvSpPr>
              <a:spLocks noEditPoints="1"/>
            </p:cNvSpPr>
            <p:nvPr/>
          </p:nvSpPr>
          <p:spPr bwMode="auto">
            <a:xfrm>
              <a:off x="4949232" y="2320079"/>
              <a:ext cx="284167" cy="328933"/>
            </a:xfrm>
            <a:custGeom>
              <a:avLst/>
              <a:gdLst>
                <a:gd name="T0" fmla="*/ 7 w 26"/>
                <a:gd name="T1" fmla="*/ 0 h 30"/>
                <a:gd name="T2" fmla="*/ 8 w 26"/>
                <a:gd name="T3" fmla="*/ 29 h 30"/>
                <a:gd name="T4" fmla="*/ 1 w 26"/>
                <a:gd name="T5" fmla="*/ 30 h 30"/>
                <a:gd name="T6" fmla="*/ 0 w 26"/>
                <a:gd name="T7" fmla="*/ 1 h 30"/>
                <a:gd name="T8" fmla="*/ 19 w 26"/>
                <a:gd name="T9" fmla="*/ 0 h 30"/>
                <a:gd name="T10" fmla="*/ 26 w 26"/>
                <a:gd name="T11" fmla="*/ 1 h 30"/>
                <a:gd name="T12" fmla="*/ 25 w 26"/>
                <a:gd name="T13" fmla="*/ 30 h 30"/>
                <a:gd name="T14" fmla="*/ 18 w 26"/>
                <a:gd name="T15" fmla="*/ 29 h 30"/>
                <a:gd name="T16" fmla="*/ 19 w 26"/>
                <a:gd name="T17" fmla="*/ 0 h 30"/>
                <a:gd name="T18" fmla="*/ 25 w 26"/>
                <a:gd name="T19" fmla="*/ 5 h 30"/>
                <a:gd name="T20" fmla="*/ 19 w 26"/>
                <a:gd name="T21" fmla="*/ 12 h 30"/>
                <a:gd name="T22" fmla="*/ 22 w 26"/>
                <a:gd name="T23" fmla="*/ 22 h 30"/>
                <a:gd name="T24" fmla="*/ 22 w 26"/>
                <a:gd name="T25" fmla="*/ 26 h 30"/>
                <a:gd name="T26" fmla="*/ 22 w 26"/>
                <a:gd name="T27" fmla="*/ 22 h 30"/>
                <a:gd name="T28" fmla="*/ 25 w 26"/>
                <a:gd name="T29" fmla="*/ 16 h 30"/>
                <a:gd name="T30" fmla="*/ 19 w 26"/>
                <a:gd name="T31" fmla="*/ 13 h 30"/>
                <a:gd name="T32" fmla="*/ 10 w 26"/>
                <a:gd name="T33" fmla="*/ 0 h 30"/>
                <a:gd name="T34" fmla="*/ 17 w 26"/>
                <a:gd name="T35" fmla="*/ 1 h 30"/>
                <a:gd name="T36" fmla="*/ 16 w 26"/>
                <a:gd name="T37" fmla="*/ 30 h 30"/>
                <a:gd name="T38" fmla="*/ 9 w 26"/>
                <a:gd name="T39" fmla="*/ 29 h 30"/>
                <a:gd name="T40" fmla="*/ 10 w 26"/>
                <a:gd name="T41" fmla="*/ 0 h 30"/>
                <a:gd name="T42" fmla="*/ 15 w 26"/>
                <a:gd name="T43" fmla="*/ 5 h 30"/>
                <a:gd name="T44" fmla="*/ 10 w 26"/>
                <a:gd name="T45" fmla="*/ 12 h 30"/>
                <a:gd name="T46" fmla="*/ 13 w 26"/>
                <a:gd name="T47" fmla="*/ 22 h 30"/>
                <a:gd name="T48" fmla="*/ 13 w 26"/>
                <a:gd name="T49" fmla="*/ 26 h 30"/>
                <a:gd name="T50" fmla="*/ 13 w 26"/>
                <a:gd name="T51" fmla="*/ 22 h 30"/>
                <a:gd name="T52" fmla="*/ 15 w 26"/>
                <a:gd name="T53" fmla="*/ 16 h 30"/>
                <a:gd name="T54" fmla="*/ 10 w 26"/>
                <a:gd name="T55" fmla="*/ 13 h 30"/>
                <a:gd name="T56" fmla="*/ 1 w 26"/>
                <a:gd name="T57" fmla="*/ 5 h 30"/>
                <a:gd name="T58" fmla="*/ 6 w 26"/>
                <a:gd name="T59" fmla="*/ 12 h 30"/>
                <a:gd name="T60" fmla="*/ 1 w 26"/>
                <a:gd name="T61" fmla="*/ 5 h 30"/>
                <a:gd name="T62" fmla="*/ 6 w 26"/>
                <a:gd name="T63" fmla="*/ 24 h 30"/>
                <a:gd name="T64" fmla="*/ 1 w 26"/>
                <a:gd name="T65" fmla="*/ 24 h 30"/>
                <a:gd name="T66" fmla="*/ 1 w 26"/>
                <a:gd name="T67" fmla="*/ 16 h 30"/>
                <a:gd name="T68" fmla="*/ 6 w 26"/>
                <a:gd name="T69" fmla="*/ 13 h 30"/>
                <a:gd name="T70" fmla="*/ 1 w 26"/>
                <a:gd name="T71" fmla="*/ 16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6" h="30">
                  <a:moveTo>
                    <a:pt x="1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8" y="0"/>
                    <a:pt x="8" y="1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9"/>
                    <a:pt x="7" y="30"/>
                    <a:pt x="7" y="30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30"/>
                    <a:pt x="0" y="29"/>
                    <a:pt x="0" y="2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lose/>
                  <a:moveTo>
                    <a:pt x="1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5" y="0"/>
                    <a:pt x="26" y="0"/>
                    <a:pt x="26" y="1"/>
                  </a:cubicBezTo>
                  <a:cubicBezTo>
                    <a:pt x="26" y="29"/>
                    <a:pt x="26" y="29"/>
                    <a:pt x="26" y="29"/>
                  </a:cubicBezTo>
                  <a:cubicBezTo>
                    <a:pt x="26" y="29"/>
                    <a:pt x="25" y="30"/>
                    <a:pt x="25" y="30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9" y="30"/>
                    <a:pt x="18" y="29"/>
                    <a:pt x="18" y="29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8" y="0"/>
                    <a:pt x="19" y="0"/>
                    <a:pt x="19" y="0"/>
                  </a:cubicBezTo>
                  <a:close/>
                  <a:moveTo>
                    <a:pt x="19" y="5"/>
                  </a:moveTo>
                  <a:cubicBezTo>
                    <a:pt x="25" y="5"/>
                    <a:pt x="25" y="5"/>
                    <a:pt x="25" y="5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5"/>
                    <a:pt x="19" y="5"/>
                    <a:pt x="19" y="5"/>
                  </a:cubicBezTo>
                  <a:close/>
                  <a:moveTo>
                    <a:pt x="22" y="22"/>
                  </a:moveTo>
                  <a:cubicBezTo>
                    <a:pt x="23" y="22"/>
                    <a:pt x="24" y="23"/>
                    <a:pt x="24" y="24"/>
                  </a:cubicBezTo>
                  <a:cubicBezTo>
                    <a:pt x="24" y="25"/>
                    <a:pt x="23" y="26"/>
                    <a:pt x="22" y="26"/>
                  </a:cubicBezTo>
                  <a:cubicBezTo>
                    <a:pt x="21" y="26"/>
                    <a:pt x="20" y="25"/>
                    <a:pt x="20" y="24"/>
                  </a:cubicBezTo>
                  <a:cubicBezTo>
                    <a:pt x="20" y="23"/>
                    <a:pt x="21" y="22"/>
                    <a:pt x="22" y="22"/>
                  </a:cubicBezTo>
                  <a:close/>
                  <a:moveTo>
                    <a:pt x="19" y="16"/>
                  </a:moveTo>
                  <a:cubicBezTo>
                    <a:pt x="25" y="16"/>
                    <a:pt x="25" y="16"/>
                    <a:pt x="25" y="16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6"/>
                    <a:pt x="19" y="16"/>
                    <a:pt x="19" y="16"/>
                  </a:cubicBezTo>
                  <a:close/>
                  <a:moveTo>
                    <a:pt x="10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7" y="0"/>
                    <a:pt x="17" y="1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6" y="30"/>
                    <a:pt x="16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29"/>
                    <a:pt x="9" y="29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10" y="0"/>
                  </a:cubicBezTo>
                  <a:close/>
                  <a:moveTo>
                    <a:pt x="10" y="5"/>
                  </a:moveTo>
                  <a:cubicBezTo>
                    <a:pt x="15" y="5"/>
                    <a:pt x="15" y="5"/>
                    <a:pt x="15" y="5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0" y="5"/>
                    <a:pt x="10" y="5"/>
                    <a:pt x="10" y="5"/>
                  </a:cubicBezTo>
                  <a:close/>
                  <a:moveTo>
                    <a:pt x="13" y="22"/>
                  </a:moveTo>
                  <a:cubicBezTo>
                    <a:pt x="14" y="22"/>
                    <a:pt x="15" y="23"/>
                    <a:pt x="15" y="24"/>
                  </a:cubicBezTo>
                  <a:cubicBezTo>
                    <a:pt x="15" y="25"/>
                    <a:pt x="14" y="26"/>
                    <a:pt x="13" y="26"/>
                  </a:cubicBezTo>
                  <a:cubicBezTo>
                    <a:pt x="12" y="26"/>
                    <a:pt x="11" y="25"/>
                    <a:pt x="11" y="24"/>
                  </a:cubicBezTo>
                  <a:cubicBezTo>
                    <a:pt x="11" y="23"/>
                    <a:pt x="12" y="22"/>
                    <a:pt x="13" y="22"/>
                  </a:cubicBezTo>
                  <a:close/>
                  <a:moveTo>
                    <a:pt x="10" y="16"/>
                  </a:moveTo>
                  <a:cubicBezTo>
                    <a:pt x="15" y="16"/>
                    <a:pt x="15" y="16"/>
                    <a:pt x="15" y="16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6"/>
                    <a:pt x="10" y="16"/>
                    <a:pt x="10" y="16"/>
                  </a:cubicBezTo>
                  <a:close/>
                  <a:moveTo>
                    <a:pt x="1" y="5"/>
                  </a:moveTo>
                  <a:cubicBezTo>
                    <a:pt x="6" y="5"/>
                    <a:pt x="6" y="5"/>
                    <a:pt x="6" y="5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5"/>
                    <a:pt x="1" y="5"/>
                    <a:pt x="1" y="5"/>
                  </a:cubicBezTo>
                  <a:close/>
                  <a:moveTo>
                    <a:pt x="4" y="22"/>
                  </a:moveTo>
                  <a:cubicBezTo>
                    <a:pt x="5" y="22"/>
                    <a:pt x="6" y="23"/>
                    <a:pt x="6" y="24"/>
                  </a:cubicBezTo>
                  <a:cubicBezTo>
                    <a:pt x="6" y="25"/>
                    <a:pt x="5" y="26"/>
                    <a:pt x="4" y="26"/>
                  </a:cubicBezTo>
                  <a:cubicBezTo>
                    <a:pt x="2" y="26"/>
                    <a:pt x="1" y="25"/>
                    <a:pt x="1" y="24"/>
                  </a:cubicBezTo>
                  <a:cubicBezTo>
                    <a:pt x="1" y="23"/>
                    <a:pt x="2" y="22"/>
                    <a:pt x="4" y="22"/>
                  </a:cubicBezTo>
                  <a:close/>
                  <a:moveTo>
                    <a:pt x="1" y="16"/>
                  </a:moveTo>
                  <a:cubicBezTo>
                    <a:pt x="6" y="16"/>
                    <a:pt x="6" y="16"/>
                    <a:pt x="6" y="16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6"/>
                    <a:pt x="1" y="16"/>
                    <a:pt x="1" y="1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8164291" y="2615782"/>
            <a:ext cx="1051760" cy="1056697"/>
            <a:chOff x="7133529" y="2507706"/>
            <a:chExt cx="414572" cy="416518"/>
          </a:xfrm>
        </p:grpSpPr>
        <p:sp>
          <p:nvSpPr>
            <p:cNvPr id="36" name="Freeform 530"/>
            <p:cNvSpPr>
              <a:spLocks/>
            </p:cNvSpPr>
            <p:nvPr/>
          </p:nvSpPr>
          <p:spPr bwMode="auto">
            <a:xfrm>
              <a:off x="7133529" y="2507706"/>
              <a:ext cx="414572" cy="416518"/>
            </a:xfrm>
            <a:custGeom>
              <a:avLst/>
              <a:gdLst>
                <a:gd name="T0" fmla="*/ 6 w 38"/>
                <a:gd name="T1" fmla="*/ 0 h 38"/>
                <a:gd name="T2" fmla="*/ 32 w 38"/>
                <a:gd name="T3" fmla="*/ 0 h 38"/>
                <a:gd name="T4" fmla="*/ 38 w 38"/>
                <a:gd name="T5" fmla="*/ 6 h 38"/>
                <a:gd name="T6" fmla="*/ 38 w 38"/>
                <a:gd name="T7" fmla="*/ 33 h 38"/>
                <a:gd name="T8" fmla="*/ 32 w 38"/>
                <a:gd name="T9" fmla="*/ 38 h 38"/>
                <a:gd name="T10" fmla="*/ 6 w 38"/>
                <a:gd name="T11" fmla="*/ 38 h 38"/>
                <a:gd name="T12" fmla="*/ 0 w 38"/>
                <a:gd name="T13" fmla="*/ 33 h 38"/>
                <a:gd name="T14" fmla="*/ 0 w 38"/>
                <a:gd name="T15" fmla="*/ 6 h 38"/>
                <a:gd name="T16" fmla="*/ 6 w 38"/>
                <a:gd name="T1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38">
                  <a:moveTo>
                    <a:pt x="6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8" y="3"/>
                    <a:pt x="38" y="6"/>
                  </a:cubicBezTo>
                  <a:cubicBezTo>
                    <a:pt x="38" y="33"/>
                    <a:pt x="38" y="33"/>
                    <a:pt x="38" y="33"/>
                  </a:cubicBezTo>
                  <a:cubicBezTo>
                    <a:pt x="38" y="36"/>
                    <a:pt x="35" y="38"/>
                    <a:pt x="32" y="38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2" y="38"/>
                    <a:pt x="0" y="36"/>
                    <a:pt x="0" y="33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531"/>
            <p:cNvSpPr>
              <a:spLocks/>
            </p:cNvSpPr>
            <p:nvPr/>
          </p:nvSpPr>
          <p:spPr bwMode="auto">
            <a:xfrm>
              <a:off x="7176348" y="2606969"/>
              <a:ext cx="371753" cy="317255"/>
            </a:xfrm>
            <a:custGeom>
              <a:avLst/>
              <a:gdLst>
                <a:gd name="T0" fmla="*/ 34 w 34"/>
                <a:gd name="T1" fmla="*/ 10 h 29"/>
                <a:gd name="T2" fmla="*/ 34 w 34"/>
                <a:gd name="T3" fmla="*/ 24 h 29"/>
                <a:gd name="T4" fmla="*/ 28 w 34"/>
                <a:gd name="T5" fmla="*/ 29 h 29"/>
                <a:gd name="T6" fmla="*/ 10 w 34"/>
                <a:gd name="T7" fmla="*/ 29 h 29"/>
                <a:gd name="T8" fmla="*/ 2 w 34"/>
                <a:gd name="T9" fmla="*/ 21 h 29"/>
                <a:gd name="T10" fmla="*/ 2 w 34"/>
                <a:gd name="T11" fmla="*/ 21 h 29"/>
                <a:gd name="T12" fmla="*/ 0 w 34"/>
                <a:gd name="T13" fmla="*/ 4 h 29"/>
                <a:gd name="T14" fmla="*/ 10 w 34"/>
                <a:gd name="T15" fmla="*/ 0 h 29"/>
                <a:gd name="T16" fmla="*/ 12 w 34"/>
                <a:gd name="T17" fmla="*/ 2 h 29"/>
                <a:gd name="T18" fmla="*/ 25 w 34"/>
                <a:gd name="T19" fmla="*/ 2 h 29"/>
                <a:gd name="T20" fmla="*/ 29 w 34"/>
                <a:gd name="T21" fmla="*/ 6 h 29"/>
                <a:gd name="T22" fmla="*/ 30 w 34"/>
                <a:gd name="T23" fmla="*/ 6 h 29"/>
                <a:gd name="T24" fmla="*/ 34 w 34"/>
                <a:gd name="T25" fmla="*/ 1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4" h="29">
                  <a:moveTo>
                    <a:pt x="34" y="10"/>
                  </a:moveTo>
                  <a:cubicBezTo>
                    <a:pt x="34" y="24"/>
                    <a:pt x="34" y="24"/>
                    <a:pt x="34" y="24"/>
                  </a:cubicBezTo>
                  <a:cubicBezTo>
                    <a:pt x="34" y="27"/>
                    <a:pt x="31" y="29"/>
                    <a:pt x="28" y="29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4" y="10"/>
                    <a:pt x="34" y="10"/>
                    <a:pt x="34" y="10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532"/>
            <p:cNvSpPr>
              <a:spLocks noEditPoints="1"/>
            </p:cNvSpPr>
            <p:nvPr/>
          </p:nvSpPr>
          <p:spPr bwMode="auto">
            <a:xfrm>
              <a:off x="7166616" y="2595291"/>
              <a:ext cx="338664" cy="253025"/>
            </a:xfrm>
            <a:custGeom>
              <a:avLst/>
              <a:gdLst>
                <a:gd name="T0" fmla="*/ 5 w 31"/>
                <a:gd name="T1" fmla="*/ 23 h 23"/>
                <a:gd name="T2" fmla="*/ 27 w 31"/>
                <a:gd name="T3" fmla="*/ 23 h 23"/>
                <a:gd name="T4" fmla="*/ 29 w 31"/>
                <a:gd name="T5" fmla="*/ 22 h 23"/>
                <a:gd name="T6" fmla="*/ 31 w 31"/>
                <a:gd name="T7" fmla="*/ 7 h 23"/>
                <a:gd name="T8" fmla="*/ 30 w 31"/>
                <a:gd name="T9" fmla="*/ 6 h 23"/>
                <a:gd name="T10" fmla="*/ 27 w 31"/>
                <a:gd name="T11" fmla="*/ 6 h 23"/>
                <a:gd name="T12" fmla="*/ 27 w 31"/>
                <a:gd name="T13" fmla="*/ 6 h 23"/>
                <a:gd name="T14" fmla="*/ 26 w 31"/>
                <a:gd name="T15" fmla="*/ 4 h 23"/>
                <a:gd name="T16" fmla="*/ 25 w 31"/>
                <a:gd name="T17" fmla="*/ 3 h 23"/>
                <a:gd name="T18" fmla="*/ 15 w 31"/>
                <a:gd name="T19" fmla="*/ 3 h 23"/>
                <a:gd name="T20" fmla="*/ 11 w 31"/>
                <a:gd name="T21" fmla="*/ 1 h 23"/>
                <a:gd name="T22" fmla="*/ 8 w 31"/>
                <a:gd name="T23" fmla="*/ 0 h 23"/>
                <a:gd name="T24" fmla="*/ 3 w 31"/>
                <a:gd name="T25" fmla="*/ 0 h 23"/>
                <a:gd name="T26" fmla="*/ 1 w 31"/>
                <a:gd name="T27" fmla="*/ 2 h 23"/>
                <a:gd name="T28" fmla="*/ 1 w 31"/>
                <a:gd name="T29" fmla="*/ 7 h 23"/>
                <a:gd name="T30" fmla="*/ 3 w 31"/>
                <a:gd name="T31" fmla="*/ 22 h 23"/>
                <a:gd name="T32" fmla="*/ 5 w 31"/>
                <a:gd name="T33" fmla="*/ 23 h 23"/>
                <a:gd name="T34" fmla="*/ 3 w 31"/>
                <a:gd name="T35" fmla="*/ 17 h 23"/>
                <a:gd name="T36" fmla="*/ 2 w 31"/>
                <a:gd name="T37" fmla="*/ 6 h 23"/>
                <a:gd name="T38" fmla="*/ 3 w 31"/>
                <a:gd name="T39" fmla="*/ 5 h 23"/>
                <a:gd name="T40" fmla="*/ 24 w 31"/>
                <a:gd name="T41" fmla="*/ 5 h 23"/>
                <a:gd name="T42" fmla="*/ 26 w 31"/>
                <a:gd name="T43" fmla="*/ 6 h 23"/>
                <a:gd name="T44" fmla="*/ 25 w 31"/>
                <a:gd name="T45" fmla="*/ 6 h 23"/>
                <a:gd name="T46" fmla="*/ 7 w 31"/>
                <a:gd name="T47" fmla="*/ 6 h 23"/>
                <a:gd name="T48" fmla="*/ 5 w 31"/>
                <a:gd name="T49" fmla="*/ 8 h 23"/>
                <a:gd name="T50" fmla="*/ 4 w 31"/>
                <a:gd name="T51" fmla="*/ 17 h 23"/>
                <a:gd name="T52" fmla="*/ 3 w 31"/>
                <a:gd name="T53" fmla="*/ 17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1" h="23">
                  <a:moveTo>
                    <a:pt x="5" y="23"/>
                  </a:moveTo>
                  <a:cubicBezTo>
                    <a:pt x="12" y="23"/>
                    <a:pt x="20" y="23"/>
                    <a:pt x="27" y="23"/>
                  </a:cubicBezTo>
                  <a:cubicBezTo>
                    <a:pt x="28" y="23"/>
                    <a:pt x="29" y="22"/>
                    <a:pt x="29" y="22"/>
                  </a:cubicBezTo>
                  <a:cubicBezTo>
                    <a:pt x="30" y="16"/>
                    <a:pt x="30" y="13"/>
                    <a:pt x="31" y="7"/>
                  </a:cubicBezTo>
                  <a:cubicBezTo>
                    <a:pt x="31" y="7"/>
                    <a:pt x="31" y="6"/>
                    <a:pt x="30" y="6"/>
                  </a:cubicBezTo>
                  <a:cubicBezTo>
                    <a:pt x="29" y="6"/>
                    <a:pt x="28" y="6"/>
                    <a:pt x="27" y="6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26" y="3"/>
                    <a:pt x="26" y="3"/>
                    <a:pt x="25" y="3"/>
                  </a:cubicBezTo>
                  <a:cubicBezTo>
                    <a:pt x="22" y="3"/>
                    <a:pt x="18" y="3"/>
                    <a:pt x="15" y="3"/>
                  </a:cubicBezTo>
                  <a:cubicBezTo>
                    <a:pt x="13" y="3"/>
                    <a:pt x="12" y="3"/>
                    <a:pt x="11" y="1"/>
                  </a:cubicBezTo>
                  <a:cubicBezTo>
                    <a:pt x="10" y="0"/>
                    <a:pt x="10" y="0"/>
                    <a:pt x="8" y="0"/>
                  </a:cubicBezTo>
                  <a:cubicBezTo>
                    <a:pt x="7" y="0"/>
                    <a:pt x="5" y="0"/>
                    <a:pt x="3" y="0"/>
                  </a:cubicBezTo>
                  <a:cubicBezTo>
                    <a:pt x="2" y="0"/>
                    <a:pt x="1" y="0"/>
                    <a:pt x="1" y="2"/>
                  </a:cubicBezTo>
                  <a:cubicBezTo>
                    <a:pt x="0" y="3"/>
                    <a:pt x="0" y="4"/>
                    <a:pt x="1" y="7"/>
                  </a:cubicBezTo>
                  <a:cubicBezTo>
                    <a:pt x="1" y="11"/>
                    <a:pt x="2" y="17"/>
                    <a:pt x="3" y="22"/>
                  </a:cubicBezTo>
                  <a:cubicBezTo>
                    <a:pt x="3" y="22"/>
                    <a:pt x="3" y="23"/>
                    <a:pt x="5" y="23"/>
                  </a:cubicBezTo>
                  <a:close/>
                  <a:moveTo>
                    <a:pt x="3" y="17"/>
                  </a:moveTo>
                  <a:cubicBezTo>
                    <a:pt x="3" y="13"/>
                    <a:pt x="2" y="10"/>
                    <a:pt x="2" y="6"/>
                  </a:cubicBezTo>
                  <a:cubicBezTo>
                    <a:pt x="1" y="5"/>
                    <a:pt x="2" y="5"/>
                    <a:pt x="3" y="5"/>
                  </a:cubicBezTo>
                  <a:cubicBezTo>
                    <a:pt x="6" y="5"/>
                    <a:pt x="19" y="5"/>
                    <a:pt x="24" y="5"/>
                  </a:cubicBezTo>
                  <a:cubicBezTo>
                    <a:pt x="25" y="5"/>
                    <a:pt x="26" y="5"/>
                    <a:pt x="26" y="6"/>
                  </a:cubicBezTo>
                  <a:cubicBezTo>
                    <a:pt x="26" y="6"/>
                    <a:pt x="26" y="6"/>
                    <a:pt x="25" y="6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6" y="6"/>
                    <a:pt x="5" y="7"/>
                    <a:pt x="5" y="8"/>
                  </a:cubicBezTo>
                  <a:cubicBezTo>
                    <a:pt x="5" y="11"/>
                    <a:pt x="4" y="14"/>
                    <a:pt x="4" y="17"/>
                  </a:cubicBezTo>
                  <a:cubicBezTo>
                    <a:pt x="4" y="18"/>
                    <a:pt x="3" y="18"/>
                    <a:pt x="3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107" name="组合 106"/>
          <p:cNvGrpSpPr/>
          <p:nvPr/>
        </p:nvGrpSpPr>
        <p:grpSpPr>
          <a:xfrm>
            <a:off x="6782790" y="924981"/>
            <a:ext cx="1051757" cy="1056694"/>
            <a:chOff x="8321095" y="2711975"/>
            <a:chExt cx="1051757" cy="1056694"/>
          </a:xfrm>
        </p:grpSpPr>
        <p:sp>
          <p:nvSpPr>
            <p:cNvPr id="53" name="Freeform 530"/>
            <p:cNvSpPr>
              <a:spLocks/>
            </p:cNvSpPr>
            <p:nvPr/>
          </p:nvSpPr>
          <p:spPr bwMode="auto">
            <a:xfrm>
              <a:off x="8321095" y="2711975"/>
              <a:ext cx="1051757" cy="1056694"/>
            </a:xfrm>
            <a:custGeom>
              <a:avLst/>
              <a:gdLst>
                <a:gd name="T0" fmla="*/ 6 w 38"/>
                <a:gd name="T1" fmla="*/ 0 h 38"/>
                <a:gd name="T2" fmla="*/ 32 w 38"/>
                <a:gd name="T3" fmla="*/ 0 h 38"/>
                <a:gd name="T4" fmla="*/ 38 w 38"/>
                <a:gd name="T5" fmla="*/ 6 h 38"/>
                <a:gd name="T6" fmla="*/ 38 w 38"/>
                <a:gd name="T7" fmla="*/ 33 h 38"/>
                <a:gd name="T8" fmla="*/ 32 w 38"/>
                <a:gd name="T9" fmla="*/ 38 h 38"/>
                <a:gd name="T10" fmla="*/ 6 w 38"/>
                <a:gd name="T11" fmla="*/ 38 h 38"/>
                <a:gd name="T12" fmla="*/ 0 w 38"/>
                <a:gd name="T13" fmla="*/ 33 h 38"/>
                <a:gd name="T14" fmla="*/ 0 w 38"/>
                <a:gd name="T15" fmla="*/ 6 h 38"/>
                <a:gd name="T16" fmla="*/ 6 w 38"/>
                <a:gd name="T1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38">
                  <a:moveTo>
                    <a:pt x="6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8" y="3"/>
                    <a:pt x="38" y="6"/>
                  </a:cubicBezTo>
                  <a:cubicBezTo>
                    <a:pt x="38" y="33"/>
                    <a:pt x="38" y="33"/>
                    <a:pt x="38" y="33"/>
                  </a:cubicBezTo>
                  <a:cubicBezTo>
                    <a:pt x="38" y="36"/>
                    <a:pt x="35" y="38"/>
                    <a:pt x="32" y="38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2" y="38"/>
                    <a:pt x="0" y="36"/>
                    <a:pt x="0" y="33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06" name="组合 105"/>
            <p:cNvGrpSpPr/>
            <p:nvPr/>
          </p:nvGrpSpPr>
          <p:grpSpPr>
            <a:xfrm>
              <a:off x="8563819" y="2840589"/>
              <a:ext cx="616287" cy="776641"/>
              <a:chOff x="2913213" y="2628065"/>
              <a:chExt cx="352925" cy="444754"/>
            </a:xfrm>
          </p:grpSpPr>
          <p:sp>
            <p:nvSpPr>
              <p:cNvPr id="57" name="Freeform 376"/>
              <p:cNvSpPr>
                <a:spLocks noEditPoints="1"/>
              </p:cNvSpPr>
              <p:nvPr/>
            </p:nvSpPr>
            <p:spPr bwMode="auto">
              <a:xfrm>
                <a:off x="2948883" y="2666032"/>
                <a:ext cx="317255" cy="406787"/>
              </a:xfrm>
              <a:custGeom>
                <a:avLst/>
                <a:gdLst>
                  <a:gd name="T0" fmla="*/ 19 w 29"/>
                  <a:gd name="T1" fmla="*/ 4 h 37"/>
                  <a:gd name="T2" fmla="*/ 19 w 29"/>
                  <a:gd name="T3" fmla="*/ 9 h 37"/>
                  <a:gd name="T4" fmla="*/ 25 w 29"/>
                  <a:gd name="T5" fmla="*/ 9 h 37"/>
                  <a:gd name="T6" fmla="*/ 19 w 29"/>
                  <a:gd name="T7" fmla="*/ 4 h 37"/>
                  <a:gd name="T8" fmla="*/ 4 w 29"/>
                  <a:gd name="T9" fmla="*/ 6 h 37"/>
                  <a:gd name="T10" fmla="*/ 4 w 29"/>
                  <a:gd name="T11" fmla="*/ 8 h 37"/>
                  <a:gd name="T12" fmla="*/ 15 w 29"/>
                  <a:gd name="T13" fmla="*/ 8 h 37"/>
                  <a:gd name="T14" fmla="*/ 15 w 29"/>
                  <a:gd name="T15" fmla="*/ 6 h 37"/>
                  <a:gd name="T16" fmla="*/ 4 w 29"/>
                  <a:gd name="T17" fmla="*/ 6 h 37"/>
                  <a:gd name="T18" fmla="*/ 4 w 29"/>
                  <a:gd name="T19" fmla="*/ 10 h 37"/>
                  <a:gd name="T20" fmla="*/ 4 w 29"/>
                  <a:gd name="T21" fmla="*/ 12 h 37"/>
                  <a:gd name="T22" fmla="*/ 15 w 29"/>
                  <a:gd name="T23" fmla="*/ 12 h 37"/>
                  <a:gd name="T24" fmla="*/ 15 w 29"/>
                  <a:gd name="T25" fmla="*/ 10 h 37"/>
                  <a:gd name="T26" fmla="*/ 4 w 29"/>
                  <a:gd name="T27" fmla="*/ 10 h 37"/>
                  <a:gd name="T28" fmla="*/ 4 w 29"/>
                  <a:gd name="T29" fmla="*/ 14 h 37"/>
                  <a:gd name="T30" fmla="*/ 4 w 29"/>
                  <a:gd name="T31" fmla="*/ 16 h 37"/>
                  <a:gd name="T32" fmla="*/ 24 w 29"/>
                  <a:gd name="T33" fmla="*/ 16 h 37"/>
                  <a:gd name="T34" fmla="*/ 24 w 29"/>
                  <a:gd name="T35" fmla="*/ 14 h 37"/>
                  <a:gd name="T36" fmla="*/ 4 w 29"/>
                  <a:gd name="T37" fmla="*/ 14 h 37"/>
                  <a:gd name="T38" fmla="*/ 4 w 29"/>
                  <a:gd name="T39" fmla="*/ 18 h 37"/>
                  <a:gd name="T40" fmla="*/ 4 w 29"/>
                  <a:gd name="T41" fmla="*/ 20 h 37"/>
                  <a:gd name="T42" fmla="*/ 24 w 29"/>
                  <a:gd name="T43" fmla="*/ 20 h 37"/>
                  <a:gd name="T44" fmla="*/ 24 w 29"/>
                  <a:gd name="T45" fmla="*/ 18 h 37"/>
                  <a:gd name="T46" fmla="*/ 4 w 29"/>
                  <a:gd name="T47" fmla="*/ 18 h 37"/>
                  <a:gd name="T48" fmla="*/ 28 w 29"/>
                  <a:gd name="T49" fmla="*/ 37 h 37"/>
                  <a:gd name="T50" fmla="*/ 1 w 29"/>
                  <a:gd name="T51" fmla="*/ 37 h 37"/>
                  <a:gd name="T52" fmla="*/ 0 w 29"/>
                  <a:gd name="T53" fmla="*/ 36 h 37"/>
                  <a:gd name="T54" fmla="*/ 0 w 29"/>
                  <a:gd name="T55" fmla="*/ 1 h 37"/>
                  <a:gd name="T56" fmla="*/ 1 w 29"/>
                  <a:gd name="T57" fmla="*/ 0 h 37"/>
                  <a:gd name="T58" fmla="*/ 16 w 29"/>
                  <a:gd name="T59" fmla="*/ 0 h 37"/>
                  <a:gd name="T60" fmla="*/ 20 w 29"/>
                  <a:gd name="T61" fmla="*/ 1 h 37"/>
                  <a:gd name="T62" fmla="*/ 28 w 29"/>
                  <a:gd name="T63" fmla="*/ 9 h 37"/>
                  <a:gd name="T64" fmla="*/ 29 w 29"/>
                  <a:gd name="T65" fmla="*/ 11 h 37"/>
                  <a:gd name="T66" fmla="*/ 29 w 29"/>
                  <a:gd name="T67" fmla="*/ 36 h 37"/>
                  <a:gd name="T68" fmla="*/ 28 w 29"/>
                  <a:gd name="T69" fmla="*/ 37 h 37"/>
                  <a:gd name="T70" fmla="*/ 4 w 29"/>
                  <a:gd name="T71" fmla="*/ 30 h 37"/>
                  <a:gd name="T72" fmla="*/ 4 w 29"/>
                  <a:gd name="T73" fmla="*/ 32 h 37"/>
                  <a:gd name="T74" fmla="*/ 24 w 29"/>
                  <a:gd name="T75" fmla="*/ 32 h 37"/>
                  <a:gd name="T76" fmla="*/ 24 w 29"/>
                  <a:gd name="T77" fmla="*/ 30 h 37"/>
                  <a:gd name="T78" fmla="*/ 4 w 29"/>
                  <a:gd name="T79" fmla="*/ 30 h 37"/>
                  <a:gd name="T80" fmla="*/ 4 w 29"/>
                  <a:gd name="T81" fmla="*/ 26 h 37"/>
                  <a:gd name="T82" fmla="*/ 4 w 29"/>
                  <a:gd name="T83" fmla="*/ 28 h 37"/>
                  <a:gd name="T84" fmla="*/ 24 w 29"/>
                  <a:gd name="T85" fmla="*/ 28 h 37"/>
                  <a:gd name="T86" fmla="*/ 24 w 29"/>
                  <a:gd name="T87" fmla="*/ 26 h 37"/>
                  <a:gd name="T88" fmla="*/ 4 w 29"/>
                  <a:gd name="T89" fmla="*/ 26 h 37"/>
                  <a:gd name="T90" fmla="*/ 4 w 29"/>
                  <a:gd name="T91" fmla="*/ 22 h 37"/>
                  <a:gd name="T92" fmla="*/ 4 w 29"/>
                  <a:gd name="T93" fmla="*/ 24 h 37"/>
                  <a:gd name="T94" fmla="*/ 24 w 29"/>
                  <a:gd name="T95" fmla="*/ 24 h 37"/>
                  <a:gd name="T96" fmla="*/ 24 w 29"/>
                  <a:gd name="T97" fmla="*/ 22 h 37"/>
                  <a:gd name="T98" fmla="*/ 4 w 29"/>
                  <a:gd name="T99" fmla="*/ 22 h 37"/>
                  <a:gd name="T100" fmla="*/ 2 w 29"/>
                  <a:gd name="T101" fmla="*/ 35 h 37"/>
                  <a:gd name="T102" fmla="*/ 27 w 29"/>
                  <a:gd name="T103" fmla="*/ 35 h 37"/>
                  <a:gd name="T104" fmla="*/ 27 w 29"/>
                  <a:gd name="T105" fmla="*/ 12 h 37"/>
                  <a:gd name="T106" fmla="*/ 18 w 29"/>
                  <a:gd name="T107" fmla="*/ 12 h 37"/>
                  <a:gd name="T108" fmla="*/ 17 w 29"/>
                  <a:gd name="T109" fmla="*/ 10 h 37"/>
                  <a:gd name="T110" fmla="*/ 17 w 29"/>
                  <a:gd name="T111" fmla="*/ 2 h 37"/>
                  <a:gd name="T112" fmla="*/ 2 w 29"/>
                  <a:gd name="T113" fmla="*/ 2 h 37"/>
                  <a:gd name="T114" fmla="*/ 2 w 29"/>
                  <a:gd name="T115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9" h="37">
                    <a:moveTo>
                      <a:pt x="19" y="4"/>
                    </a:moveTo>
                    <a:cubicBezTo>
                      <a:pt x="19" y="9"/>
                      <a:pt x="19" y="9"/>
                      <a:pt x="19" y="9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19" y="4"/>
                      <a:pt x="19" y="4"/>
                      <a:pt x="19" y="4"/>
                    </a:cubicBezTo>
                    <a:close/>
                    <a:moveTo>
                      <a:pt x="4" y="6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4" y="6"/>
                      <a:pt x="4" y="6"/>
                      <a:pt x="4" y="6"/>
                    </a:cubicBezTo>
                    <a:close/>
                    <a:moveTo>
                      <a:pt x="4" y="10"/>
                    </a:moveTo>
                    <a:cubicBezTo>
                      <a:pt x="4" y="12"/>
                      <a:pt x="4" y="12"/>
                      <a:pt x="4" y="12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4" y="10"/>
                      <a:pt x="4" y="10"/>
                      <a:pt x="4" y="10"/>
                    </a:cubicBezTo>
                    <a:close/>
                    <a:moveTo>
                      <a:pt x="4" y="14"/>
                    </a:moveTo>
                    <a:cubicBezTo>
                      <a:pt x="4" y="16"/>
                      <a:pt x="4" y="16"/>
                      <a:pt x="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4" y="14"/>
                      <a:pt x="4" y="14"/>
                      <a:pt x="4" y="14"/>
                    </a:cubicBezTo>
                    <a:close/>
                    <a:moveTo>
                      <a:pt x="4" y="18"/>
                    </a:moveTo>
                    <a:cubicBezTo>
                      <a:pt x="4" y="20"/>
                      <a:pt x="4" y="20"/>
                      <a:pt x="4" y="20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4" y="18"/>
                      <a:pt x="4" y="18"/>
                      <a:pt x="4" y="18"/>
                    </a:cubicBezTo>
                    <a:close/>
                    <a:moveTo>
                      <a:pt x="28" y="37"/>
                    </a:moveTo>
                    <a:cubicBezTo>
                      <a:pt x="1" y="37"/>
                      <a:pt x="1" y="37"/>
                      <a:pt x="1" y="37"/>
                    </a:cubicBezTo>
                    <a:cubicBezTo>
                      <a:pt x="0" y="37"/>
                      <a:pt x="0" y="37"/>
                      <a:pt x="0" y="36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8" y="0"/>
                      <a:pt x="19" y="0"/>
                      <a:pt x="20" y="1"/>
                    </a:cubicBezTo>
                    <a:cubicBezTo>
                      <a:pt x="28" y="9"/>
                      <a:pt x="28" y="9"/>
                      <a:pt x="28" y="9"/>
                    </a:cubicBezTo>
                    <a:cubicBezTo>
                      <a:pt x="28" y="10"/>
                      <a:pt x="29" y="10"/>
                      <a:pt x="29" y="11"/>
                    </a:cubicBezTo>
                    <a:cubicBezTo>
                      <a:pt x="29" y="36"/>
                      <a:pt x="29" y="36"/>
                      <a:pt x="29" y="36"/>
                    </a:cubicBezTo>
                    <a:cubicBezTo>
                      <a:pt x="29" y="37"/>
                      <a:pt x="28" y="37"/>
                      <a:pt x="28" y="37"/>
                    </a:cubicBezTo>
                    <a:close/>
                    <a:moveTo>
                      <a:pt x="4" y="30"/>
                    </a:moveTo>
                    <a:cubicBezTo>
                      <a:pt x="4" y="32"/>
                      <a:pt x="4" y="32"/>
                      <a:pt x="4" y="32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4" y="30"/>
                      <a:pt x="24" y="30"/>
                      <a:pt x="24" y="30"/>
                    </a:cubicBezTo>
                    <a:cubicBezTo>
                      <a:pt x="4" y="30"/>
                      <a:pt x="4" y="30"/>
                      <a:pt x="4" y="30"/>
                    </a:cubicBezTo>
                    <a:close/>
                    <a:moveTo>
                      <a:pt x="4" y="26"/>
                    </a:moveTo>
                    <a:cubicBezTo>
                      <a:pt x="4" y="28"/>
                      <a:pt x="4" y="28"/>
                      <a:pt x="4" y="28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4" y="26"/>
                      <a:pt x="4" y="26"/>
                      <a:pt x="4" y="26"/>
                    </a:cubicBezTo>
                    <a:close/>
                    <a:moveTo>
                      <a:pt x="4" y="22"/>
                    </a:moveTo>
                    <a:cubicBezTo>
                      <a:pt x="4" y="24"/>
                      <a:pt x="4" y="24"/>
                      <a:pt x="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4" y="22"/>
                      <a:pt x="4" y="22"/>
                      <a:pt x="4" y="22"/>
                    </a:cubicBezTo>
                    <a:close/>
                    <a:moveTo>
                      <a:pt x="2" y="35"/>
                    </a:move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18" y="12"/>
                      <a:pt x="18" y="12"/>
                      <a:pt x="18" y="12"/>
                    </a:cubicBezTo>
                    <a:cubicBezTo>
                      <a:pt x="18" y="12"/>
                      <a:pt x="17" y="11"/>
                      <a:pt x="17" y="10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2" y="2"/>
                      <a:pt x="2" y="2"/>
                      <a:pt x="2" y="2"/>
                    </a:cubicBez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8" name="Freeform 377"/>
              <p:cNvSpPr>
                <a:spLocks noEditPoints="1"/>
              </p:cNvSpPr>
              <p:nvPr/>
            </p:nvSpPr>
            <p:spPr bwMode="auto">
              <a:xfrm>
                <a:off x="2948883" y="2666032"/>
                <a:ext cx="305577" cy="406787"/>
              </a:xfrm>
              <a:custGeom>
                <a:avLst/>
                <a:gdLst>
                  <a:gd name="T0" fmla="*/ 19 w 28"/>
                  <a:gd name="T1" fmla="*/ 4 h 37"/>
                  <a:gd name="T2" fmla="*/ 19 w 28"/>
                  <a:gd name="T3" fmla="*/ 9 h 37"/>
                  <a:gd name="T4" fmla="*/ 25 w 28"/>
                  <a:gd name="T5" fmla="*/ 9 h 37"/>
                  <a:gd name="T6" fmla="*/ 19 w 28"/>
                  <a:gd name="T7" fmla="*/ 4 h 37"/>
                  <a:gd name="T8" fmla="*/ 4 w 28"/>
                  <a:gd name="T9" fmla="*/ 6 h 37"/>
                  <a:gd name="T10" fmla="*/ 4 w 28"/>
                  <a:gd name="T11" fmla="*/ 8 h 37"/>
                  <a:gd name="T12" fmla="*/ 15 w 28"/>
                  <a:gd name="T13" fmla="*/ 8 h 37"/>
                  <a:gd name="T14" fmla="*/ 15 w 28"/>
                  <a:gd name="T15" fmla="*/ 6 h 37"/>
                  <a:gd name="T16" fmla="*/ 4 w 28"/>
                  <a:gd name="T17" fmla="*/ 6 h 37"/>
                  <a:gd name="T18" fmla="*/ 4 w 28"/>
                  <a:gd name="T19" fmla="*/ 10 h 37"/>
                  <a:gd name="T20" fmla="*/ 4 w 28"/>
                  <a:gd name="T21" fmla="*/ 12 h 37"/>
                  <a:gd name="T22" fmla="*/ 15 w 28"/>
                  <a:gd name="T23" fmla="*/ 12 h 37"/>
                  <a:gd name="T24" fmla="*/ 15 w 28"/>
                  <a:gd name="T25" fmla="*/ 10 h 37"/>
                  <a:gd name="T26" fmla="*/ 4 w 28"/>
                  <a:gd name="T27" fmla="*/ 10 h 37"/>
                  <a:gd name="T28" fmla="*/ 4 w 28"/>
                  <a:gd name="T29" fmla="*/ 14 h 37"/>
                  <a:gd name="T30" fmla="*/ 4 w 28"/>
                  <a:gd name="T31" fmla="*/ 16 h 37"/>
                  <a:gd name="T32" fmla="*/ 24 w 28"/>
                  <a:gd name="T33" fmla="*/ 16 h 37"/>
                  <a:gd name="T34" fmla="*/ 24 w 28"/>
                  <a:gd name="T35" fmla="*/ 14 h 37"/>
                  <a:gd name="T36" fmla="*/ 4 w 28"/>
                  <a:gd name="T37" fmla="*/ 14 h 37"/>
                  <a:gd name="T38" fmla="*/ 4 w 28"/>
                  <a:gd name="T39" fmla="*/ 18 h 37"/>
                  <a:gd name="T40" fmla="*/ 4 w 28"/>
                  <a:gd name="T41" fmla="*/ 20 h 37"/>
                  <a:gd name="T42" fmla="*/ 24 w 28"/>
                  <a:gd name="T43" fmla="*/ 20 h 37"/>
                  <a:gd name="T44" fmla="*/ 24 w 28"/>
                  <a:gd name="T45" fmla="*/ 18 h 37"/>
                  <a:gd name="T46" fmla="*/ 4 w 28"/>
                  <a:gd name="T47" fmla="*/ 18 h 37"/>
                  <a:gd name="T48" fmla="*/ 27 w 28"/>
                  <a:gd name="T49" fmla="*/ 37 h 37"/>
                  <a:gd name="T50" fmla="*/ 1 w 28"/>
                  <a:gd name="T51" fmla="*/ 37 h 37"/>
                  <a:gd name="T52" fmla="*/ 0 w 28"/>
                  <a:gd name="T53" fmla="*/ 36 h 37"/>
                  <a:gd name="T54" fmla="*/ 0 w 28"/>
                  <a:gd name="T55" fmla="*/ 1 h 37"/>
                  <a:gd name="T56" fmla="*/ 1 w 28"/>
                  <a:gd name="T57" fmla="*/ 0 h 37"/>
                  <a:gd name="T58" fmla="*/ 16 w 28"/>
                  <a:gd name="T59" fmla="*/ 0 h 37"/>
                  <a:gd name="T60" fmla="*/ 20 w 28"/>
                  <a:gd name="T61" fmla="*/ 1 h 37"/>
                  <a:gd name="T62" fmla="*/ 28 w 28"/>
                  <a:gd name="T63" fmla="*/ 9 h 37"/>
                  <a:gd name="T64" fmla="*/ 28 w 28"/>
                  <a:gd name="T65" fmla="*/ 11 h 37"/>
                  <a:gd name="T66" fmla="*/ 28 w 28"/>
                  <a:gd name="T67" fmla="*/ 36 h 37"/>
                  <a:gd name="T68" fmla="*/ 27 w 28"/>
                  <a:gd name="T69" fmla="*/ 37 h 37"/>
                  <a:gd name="T70" fmla="*/ 4 w 28"/>
                  <a:gd name="T71" fmla="*/ 30 h 37"/>
                  <a:gd name="T72" fmla="*/ 4 w 28"/>
                  <a:gd name="T73" fmla="*/ 32 h 37"/>
                  <a:gd name="T74" fmla="*/ 24 w 28"/>
                  <a:gd name="T75" fmla="*/ 32 h 37"/>
                  <a:gd name="T76" fmla="*/ 24 w 28"/>
                  <a:gd name="T77" fmla="*/ 30 h 37"/>
                  <a:gd name="T78" fmla="*/ 4 w 28"/>
                  <a:gd name="T79" fmla="*/ 30 h 37"/>
                  <a:gd name="T80" fmla="*/ 4 w 28"/>
                  <a:gd name="T81" fmla="*/ 26 h 37"/>
                  <a:gd name="T82" fmla="*/ 4 w 28"/>
                  <a:gd name="T83" fmla="*/ 28 h 37"/>
                  <a:gd name="T84" fmla="*/ 24 w 28"/>
                  <a:gd name="T85" fmla="*/ 28 h 37"/>
                  <a:gd name="T86" fmla="*/ 24 w 28"/>
                  <a:gd name="T87" fmla="*/ 26 h 37"/>
                  <a:gd name="T88" fmla="*/ 4 w 28"/>
                  <a:gd name="T89" fmla="*/ 26 h 37"/>
                  <a:gd name="T90" fmla="*/ 4 w 28"/>
                  <a:gd name="T91" fmla="*/ 22 h 37"/>
                  <a:gd name="T92" fmla="*/ 4 w 28"/>
                  <a:gd name="T93" fmla="*/ 24 h 37"/>
                  <a:gd name="T94" fmla="*/ 24 w 28"/>
                  <a:gd name="T95" fmla="*/ 24 h 37"/>
                  <a:gd name="T96" fmla="*/ 24 w 28"/>
                  <a:gd name="T97" fmla="*/ 22 h 37"/>
                  <a:gd name="T98" fmla="*/ 4 w 28"/>
                  <a:gd name="T99" fmla="*/ 22 h 37"/>
                  <a:gd name="T100" fmla="*/ 2 w 28"/>
                  <a:gd name="T101" fmla="*/ 35 h 37"/>
                  <a:gd name="T102" fmla="*/ 26 w 28"/>
                  <a:gd name="T103" fmla="*/ 35 h 37"/>
                  <a:gd name="T104" fmla="*/ 26 w 28"/>
                  <a:gd name="T105" fmla="*/ 11 h 37"/>
                  <a:gd name="T106" fmla="*/ 18 w 28"/>
                  <a:gd name="T107" fmla="*/ 11 h 37"/>
                  <a:gd name="T108" fmla="*/ 17 w 28"/>
                  <a:gd name="T109" fmla="*/ 10 h 37"/>
                  <a:gd name="T110" fmla="*/ 17 w 28"/>
                  <a:gd name="T111" fmla="*/ 2 h 37"/>
                  <a:gd name="T112" fmla="*/ 2 w 28"/>
                  <a:gd name="T113" fmla="*/ 2 h 37"/>
                  <a:gd name="T114" fmla="*/ 2 w 28"/>
                  <a:gd name="T115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8" h="37">
                    <a:moveTo>
                      <a:pt x="19" y="4"/>
                    </a:moveTo>
                    <a:cubicBezTo>
                      <a:pt x="19" y="9"/>
                      <a:pt x="19" y="9"/>
                      <a:pt x="19" y="9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19" y="4"/>
                      <a:pt x="19" y="4"/>
                      <a:pt x="19" y="4"/>
                    </a:cubicBezTo>
                    <a:close/>
                    <a:moveTo>
                      <a:pt x="4" y="6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4" y="6"/>
                      <a:pt x="4" y="6"/>
                      <a:pt x="4" y="6"/>
                    </a:cubicBezTo>
                    <a:close/>
                    <a:moveTo>
                      <a:pt x="4" y="10"/>
                    </a:moveTo>
                    <a:cubicBezTo>
                      <a:pt x="4" y="12"/>
                      <a:pt x="4" y="12"/>
                      <a:pt x="4" y="12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4" y="10"/>
                      <a:pt x="4" y="10"/>
                      <a:pt x="4" y="10"/>
                    </a:cubicBezTo>
                    <a:close/>
                    <a:moveTo>
                      <a:pt x="4" y="14"/>
                    </a:moveTo>
                    <a:cubicBezTo>
                      <a:pt x="4" y="16"/>
                      <a:pt x="4" y="16"/>
                      <a:pt x="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4" y="14"/>
                      <a:pt x="4" y="14"/>
                      <a:pt x="4" y="14"/>
                    </a:cubicBezTo>
                    <a:close/>
                    <a:moveTo>
                      <a:pt x="4" y="18"/>
                    </a:moveTo>
                    <a:cubicBezTo>
                      <a:pt x="4" y="20"/>
                      <a:pt x="4" y="20"/>
                      <a:pt x="4" y="20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4" y="18"/>
                      <a:pt x="4" y="18"/>
                      <a:pt x="4" y="18"/>
                    </a:cubicBezTo>
                    <a:close/>
                    <a:moveTo>
                      <a:pt x="27" y="37"/>
                    </a:moveTo>
                    <a:cubicBezTo>
                      <a:pt x="1" y="37"/>
                      <a:pt x="1" y="37"/>
                      <a:pt x="1" y="37"/>
                    </a:cubicBezTo>
                    <a:cubicBezTo>
                      <a:pt x="0" y="37"/>
                      <a:pt x="0" y="36"/>
                      <a:pt x="0" y="36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8" y="0"/>
                      <a:pt x="19" y="0"/>
                      <a:pt x="20" y="1"/>
                    </a:cubicBezTo>
                    <a:cubicBezTo>
                      <a:pt x="28" y="9"/>
                      <a:pt x="28" y="9"/>
                      <a:pt x="28" y="9"/>
                    </a:cubicBezTo>
                    <a:cubicBezTo>
                      <a:pt x="28" y="10"/>
                      <a:pt x="28" y="10"/>
                      <a:pt x="28" y="11"/>
                    </a:cubicBezTo>
                    <a:cubicBezTo>
                      <a:pt x="28" y="36"/>
                      <a:pt x="28" y="36"/>
                      <a:pt x="28" y="36"/>
                    </a:cubicBezTo>
                    <a:cubicBezTo>
                      <a:pt x="28" y="36"/>
                      <a:pt x="28" y="37"/>
                      <a:pt x="27" y="37"/>
                    </a:cubicBezTo>
                    <a:close/>
                    <a:moveTo>
                      <a:pt x="4" y="30"/>
                    </a:moveTo>
                    <a:cubicBezTo>
                      <a:pt x="4" y="32"/>
                      <a:pt x="4" y="32"/>
                      <a:pt x="4" y="32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4" y="30"/>
                      <a:pt x="24" y="30"/>
                      <a:pt x="24" y="30"/>
                    </a:cubicBezTo>
                    <a:cubicBezTo>
                      <a:pt x="4" y="30"/>
                      <a:pt x="4" y="30"/>
                      <a:pt x="4" y="30"/>
                    </a:cubicBezTo>
                    <a:close/>
                    <a:moveTo>
                      <a:pt x="4" y="26"/>
                    </a:moveTo>
                    <a:cubicBezTo>
                      <a:pt x="4" y="28"/>
                      <a:pt x="4" y="28"/>
                      <a:pt x="4" y="28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4" y="26"/>
                      <a:pt x="4" y="26"/>
                      <a:pt x="4" y="26"/>
                    </a:cubicBezTo>
                    <a:close/>
                    <a:moveTo>
                      <a:pt x="4" y="22"/>
                    </a:moveTo>
                    <a:cubicBezTo>
                      <a:pt x="4" y="24"/>
                      <a:pt x="4" y="24"/>
                      <a:pt x="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4" y="22"/>
                      <a:pt x="4" y="22"/>
                      <a:pt x="4" y="22"/>
                    </a:cubicBezTo>
                    <a:close/>
                    <a:moveTo>
                      <a:pt x="2" y="35"/>
                    </a:moveTo>
                    <a:cubicBezTo>
                      <a:pt x="26" y="35"/>
                      <a:pt x="26" y="35"/>
                      <a:pt x="26" y="35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18" y="11"/>
                      <a:pt x="18" y="11"/>
                      <a:pt x="18" y="11"/>
                    </a:cubicBezTo>
                    <a:cubicBezTo>
                      <a:pt x="18" y="11"/>
                      <a:pt x="17" y="11"/>
                      <a:pt x="17" y="10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2" y="2"/>
                      <a:pt x="2" y="2"/>
                      <a:pt x="2" y="2"/>
                    </a:cubicBezTo>
                    <a:lnTo>
                      <a:pt x="2" y="35"/>
                    </a:lnTo>
                    <a:close/>
                  </a:path>
                </a:pathLst>
              </a:custGeom>
              <a:solidFill>
                <a:srgbClr val="1594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9" name="Freeform 378"/>
              <p:cNvSpPr>
                <a:spLocks noEditPoints="1"/>
              </p:cNvSpPr>
              <p:nvPr/>
            </p:nvSpPr>
            <p:spPr bwMode="auto">
              <a:xfrm>
                <a:off x="2948883" y="2666032"/>
                <a:ext cx="305577" cy="406787"/>
              </a:xfrm>
              <a:custGeom>
                <a:avLst/>
                <a:gdLst>
                  <a:gd name="T0" fmla="*/ 19 w 28"/>
                  <a:gd name="T1" fmla="*/ 3 h 37"/>
                  <a:gd name="T2" fmla="*/ 19 w 28"/>
                  <a:gd name="T3" fmla="*/ 9 h 37"/>
                  <a:gd name="T4" fmla="*/ 25 w 28"/>
                  <a:gd name="T5" fmla="*/ 9 h 37"/>
                  <a:gd name="T6" fmla="*/ 19 w 28"/>
                  <a:gd name="T7" fmla="*/ 3 h 37"/>
                  <a:gd name="T8" fmla="*/ 4 w 28"/>
                  <a:gd name="T9" fmla="*/ 5 h 37"/>
                  <a:gd name="T10" fmla="*/ 4 w 28"/>
                  <a:gd name="T11" fmla="*/ 8 h 37"/>
                  <a:gd name="T12" fmla="*/ 15 w 28"/>
                  <a:gd name="T13" fmla="*/ 8 h 37"/>
                  <a:gd name="T14" fmla="*/ 15 w 28"/>
                  <a:gd name="T15" fmla="*/ 5 h 37"/>
                  <a:gd name="T16" fmla="*/ 4 w 28"/>
                  <a:gd name="T17" fmla="*/ 5 h 37"/>
                  <a:gd name="T18" fmla="*/ 4 w 28"/>
                  <a:gd name="T19" fmla="*/ 10 h 37"/>
                  <a:gd name="T20" fmla="*/ 4 w 28"/>
                  <a:gd name="T21" fmla="*/ 12 h 37"/>
                  <a:gd name="T22" fmla="*/ 15 w 28"/>
                  <a:gd name="T23" fmla="*/ 12 h 37"/>
                  <a:gd name="T24" fmla="*/ 15 w 28"/>
                  <a:gd name="T25" fmla="*/ 10 h 37"/>
                  <a:gd name="T26" fmla="*/ 4 w 28"/>
                  <a:gd name="T27" fmla="*/ 10 h 37"/>
                  <a:gd name="T28" fmla="*/ 4 w 28"/>
                  <a:gd name="T29" fmla="*/ 14 h 37"/>
                  <a:gd name="T30" fmla="*/ 4 w 28"/>
                  <a:gd name="T31" fmla="*/ 16 h 37"/>
                  <a:gd name="T32" fmla="*/ 24 w 28"/>
                  <a:gd name="T33" fmla="*/ 16 h 37"/>
                  <a:gd name="T34" fmla="*/ 24 w 28"/>
                  <a:gd name="T35" fmla="*/ 14 h 37"/>
                  <a:gd name="T36" fmla="*/ 4 w 28"/>
                  <a:gd name="T37" fmla="*/ 14 h 37"/>
                  <a:gd name="T38" fmla="*/ 4 w 28"/>
                  <a:gd name="T39" fmla="*/ 18 h 37"/>
                  <a:gd name="T40" fmla="*/ 4 w 28"/>
                  <a:gd name="T41" fmla="*/ 20 h 37"/>
                  <a:gd name="T42" fmla="*/ 24 w 28"/>
                  <a:gd name="T43" fmla="*/ 20 h 37"/>
                  <a:gd name="T44" fmla="*/ 24 w 28"/>
                  <a:gd name="T45" fmla="*/ 18 h 37"/>
                  <a:gd name="T46" fmla="*/ 4 w 28"/>
                  <a:gd name="T47" fmla="*/ 18 h 37"/>
                  <a:gd name="T48" fmla="*/ 27 w 28"/>
                  <a:gd name="T49" fmla="*/ 37 h 37"/>
                  <a:gd name="T50" fmla="*/ 1 w 28"/>
                  <a:gd name="T51" fmla="*/ 37 h 37"/>
                  <a:gd name="T52" fmla="*/ 0 w 28"/>
                  <a:gd name="T53" fmla="*/ 36 h 37"/>
                  <a:gd name="T54" fmla="*/ 0 w 28"/>
                  <a:gd name="T55" fmla="*/ 1 h 37"/>
                  <a:gd name="T56" fmla="*/ 1 w 28"/>
                  <a:gd name="T57" fmla="*/ 0 h 37"/>
                  <a:gd name="T58" fmla="*/ 16 w 28"/>
                  <a:gd name="T59" fmla="*/ 0 h 37"/>
                  <a:gd name="T60" fmla="*/ 20 w 28"/>
                  <a:gd name="T61" fmla="*/ 1 h 37"/>
                  <a:gd name="T62" fmla="*/ 28 w 28"/>
                  <a:gd name="T63" fmla="*/ 9 h 37"/>
                  <a:gd name="T64" fmla="*/ 28 w 28"/>
                  <a:gd name="T65" fmla="*/ 11 h 37"/>
                  <a:gd name="T66" fmla="*/ 28 w 28"/>
                  <a:gd name="T67" fmla="*/ 36 h 37"/>
                  <a:gd name="T68" fmla="*/ 27 w 28"/>
                  <a:gd name="T69" fmla="*/ 37 h 37"/>
                  <a:gd name="T70" fmla="*/ 4 w 28"/>
                  <a:gd name="T71" fmla="*/ 30 h 37"/>
                  <a:gd name="T72" fmla="*/ 4 w 28"/>
                  <a:gd name="T73" fmla="*/ 32 h 37"/>
                  <a:gd name="T74" fmla="*/ 24 w 28"/>
                  <a:gd name="T75" fmla="*/ 32 h 37"/>
                  <a:gd name="T76" fmla="*/ 24 w 28"/>
                  <a:gd name="T77" fmla="*/ 30 h 37"/>
                  <a:gd name="T78" fmla="*/ 4 w 28"/>
                  <a:gd name="T79" fmla="*/ 30 h 37"/>
                  <a:gd name="T80" fmla="*/ 4 w 28"/>
                  <a:gd name="T81" fmla="*/ 26 h 37"/>
                  <a:gd name="T82" fmla="*/ 4 w 28"/>
                  <a:gd name="T83" fmla="*/ 28 h 37"/>
                  <a:gd name="T84" fmla="*/ 24 w 28"/>
                  <a:gd name="T85" fmla="*/ 28 h 37"/>
                  <a:gd name="T86" fmla="*/ 24 w 28"/>
                  <a:gd name="T87" fmla="*/ 26 h 37"/>
                  <a:gd name="T88" fmla="*/ 4 w 28"/>
                  <a:gd name="T89" fmla="*/ 26 h 37"/>
                  <a:gd name="T90" fmla="*/ 4 w 28"/>
                  <a:gd name="T91" fmla="*/ 22 h 37"/>
                  <a:gd name="T92" fmla="*/ 4 w 28"/>
                  <a:gd name="T93" fmla="*/ 24 h 37"/>
                  <a:gd name="T94" fmla="*/ 24 w 28"/>
                  <a:gd name="T95" fmla="*/ 24 h 37"/>
                  <a:gd name="T96" fmla="*/ 24 w 28"/>
                  <a:gd name="T97" fmla="*/ 22 h 37"/>
                  <a:gd name="T98" fmla="*/ 4 w 28"/>
                  <a:gd name="T99" fmla="*/ 22 h 37"/>
                  <a:gd name="T100" fmla="*/ 2 w 28"/>
                  <a:gd name="T101" fmla="*/ 35 h 37"/>
                  <a:gd name="T102" fmla="*/ 26 w 28"/>
                  <a:gd name="T103" fmla="*/ 35 h 37"/>
                  <a:gd name="T104" fmla="*/ 26 w 28"/>
                  <a:gd name="T105" fmla="*/ 11 h 37"/>
                  <a:gd name="T106" fmla="*/ 18 w 28"/>
                  <a:gd name="T107" fmla="*/ 11 h 37"/>
                  <a:gd name="T108" fmla="*/ 17 w 28"/>
                  <a:gd name="T109" fmla="*/ 10 h 37"/>
                  <a:gd name="T110" fmla="*/ 17 w 28"/>
                  <a:gd name="T111" fmla="*/ 2 h 37"/>
                  <a:gd name="T112" fmla="*/ 2 w 28"/>
                  <a:gd name="T113" fmla="*/ 2 h 37"/>
                  <a:gd name="T114" fmla="*/ 2 w 28"/>
                  <a:gd name="T115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8" h="37">
                    <a:moveTo>
                      <a:pt x="19" y="3"/>
                    </a:moveTo>
                    <a:cubicBezTo>
                      <a:pt x="19" y="9"/>
                      <a:pt x="19" y="9"/>
                      <a:pt x="19" y="9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19" y="3"/>
                      <a:pt x="19" y="3"/>
                      <a:pt x="19" y="3"/>
                    </a:cubicBezTo>
                    <a:close/>
                    <a:moveTo>
                      <a:pt x="4" y="5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4" y="5"/>
                      <a:pt x="4" y="5"/>
                      <a:pt x="4" y="5"/>
                    </a:cubicBezTo>
                    <a:close/>
                    <a:moveTo>
                      <a:pt x="4" y="10"/>
                    </a:moveTo>
                    <a:cubicBezTo>
                      <a:pt x="4" y="12"/>
                      <a:pt x="4" y="12"/>
                      <a:pt x="4" y="12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4" y="10"/>
                      <a:pt x="4" y="10"/>
                      <a:pt x="4" y="10"/>
                    </a:cubicBezTo>
                    <a:close/>
                    <a:moveTo>
                      <a:pt x="4" y="14"/>
                    </a:moveTo>
                    <a:cubicBezTo>
                      <a:pt x="4" y="16"/>
                      <a:pt x="4" y="16"/>
                      <a:pt x="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4" y="14"/>
                      <a:pt x="4" y="14"/>
                      <a:pt x="4" y="14"/>
                    </a:cubicBezTo>
                    <a:close/>
                    <a:moveTo>
                      <a:pt x="4" y="18"/>
                    </a:moveTo>
                    <a:cubicBezTo>
                      <a:pt x="4" y="20"/>
                      <a:pt x="4" y="20"/>
                      <a:pt x="4" y="20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4" y="18"/>
                      <a:pt x="4" y="18"/>
                      <a:pt x="4" y="18"/>
                    </a:cubicBezTo>
                    <a:close/>
                    <a:moveTo>
                      <a:pt x="27" y="37"/>
                    </a:moveTo>
                    <a:cubicBezTo>
                      <a:pt x="1" y="37"/>
                      <a:pt x="1" y="37"/>
                      <a:pt x="1" y="37"/>
                    </a:cubicBezTo>
                    <a:cubicBezTo>
                      <a:pt x="0" y="37"/>
                      <a:pt x="0" y="36"/>
                      <a:pt x="0" y="36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8" y="0"/>
                      <a:pt x="19" y="0"/>
                      <a:pt x="20" y="1"/>
                    </a:cubicBezTo>
                    <a:cubicBezTo>
                      <a:pt x="28" y="9"/>
                      <a:pt x="28" y="9"/>
                      <a:pt x="28" y="9"/>
                    </a:cubicBezTo>
                    <a:cubicBezTo>
                      <a:pt x="28" y="10"/>
                      <a:pt x="28" y="10"/>
                      <a:pt x="28" y="11"/>
                    </a:cubicBezTo>
                    <a:cubicBezTo>
                      <a:pt x="28" y="36"/>
                      <a:pt x="28" y="36"/>
                      <a:pt x="28" y="36"/>
                    </a:cubicBezTo>
                    <a:cubicBezTo>
                      <a:pt x="28" y="36"/>
                      <a:pt x="28" y="37"/>
                      <a:pt x="27" y="37"/>
                    </a:cubicBezTo>
                    <a:close/>
                    <a:moveTo>
                      <a:pt x="4" y="30"/>
                    </a:moveTo>
                    <a:cubicBezTo>
                      <a:pt x="4" y="32"/>
                      <a:pt x="4" y="32"/>
                      <a:pt x="4" y="32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4" y="30"/>
                      <a:pt x="24" y="30"/>
                      <a:pt x="24" y="30"/>
                    </a:cubicBezTo>
                    <a:cubicBezTo>
                      <a:pt x="4" y="30"/>
                      <a:pt x="4" y="30"/>
                      <a:pt x="4" y="30"/>
                    </a:cubicBezTo>
                    <a:close/>
                    <a:moveTo>
                      <a:pt x="4" y="26"/>
                    </a:moveTo>
                    <a:cubicBezTo>
                      <a:pt x="4" y="28"/>
                      <a:pt x="4" y="28"/>
                      <a:pt x="4" y="28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4" y="26"/>
                      <a:pt x="4" y="26"/>
                      <a:pt x="4" y="26"/>
                    </a:cubicBezTo>
                    <a:close/>
                    <a:moveTo>
                      <a:pt x="4" y="22"/>
                    </a:moveTo>
                    <a:cubicBezTo>
                      <a:pt x="4" y="24"/>
                      <a:pt x="4" y="24"/>
                      <a:pt x="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4" y="22"/>
                      <a:pt x="4" y="22"/>
                      <a:pt x="4" y="22"/>
                    </a:cubicBezTo>
                    <a:close/>
                    <a:moveTo>
                      <a:pt x="2" y="35"/>
                    </a:moveTo>
                    <a:cubicBezTo>
                      <a:pt x="26" y="35"/>
                      <a:pt x="26" y="35"/>
                      <a:pt x="26" y="35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18" y="11"/>
                      <a:pt x="18" y="11"/>
                      <a:pt x="18" y="11"/>
                    </a:cubicBezTo>
                    <a:cubicBezTo>
                      <a:pt x="17" y="11"/>
                      <a:pt x="17" y="11"/>
                      <a:pt x="17" y="10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2" y="2"/>
                      <a:pt x="2" y="2"/>
                      <a:pt x="2" y="2"/>
                    </a:cubicBez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0" name="Freeform 379"/>
              <p:cNvSpPr>
                <a:spLocks noEditPoints="1"/>
              </p:cNvSpPr>
              <p:nvPr/>
            </p:nvSpPr>
            <p:spPr bwMode="auto">
              <a:xfrm>
                <a:off x="2948883" y="2666032"/>
                <a:ext cx="305577" cy="406787"/>
              </a:xfrm>
              <a:custGeom>
                <a:avLst/>
                <a:gdLst>
                  <a:gd name="T0" fmla="*/ 19 w 28"/>
                  <a:gd name="T1" fmla="*/ 3 h 37"/>
                  <a:gd name="T2" fmla="*/ 19 w 28"/>
                  <a:gd name="T3" fmla="*/ 9 h 37"/>
                  <a:gd name="T4" fmla="*/ 25 w 28"/>
                  <a:gd name="T5" fmla="*/ 9 h 37"/>
                  <a:gd name="T6" fmla="*/ 19 w 28"/>
                  <a:gd name="T7" fmla="*/ 3 h 37"/>
                  <a:gd name="T8" fmla="*/ 4 w 28"/>
                  <a:gd name="T9" fmla="*/ 5 h 37"/>
                  <a:gd name="T10" fmla="*/ 4 w 28"/>
                  <a:gd name="T11" fmla="*/ 7 h 37"/>
                  <a:gd name="T12" fmla="*/ 15 w 28"/>
                  <a:gd name="T13" fmla="*/ 7 h 37"/>
                  <a:gd name="T14" fmla="*/ 15 w 28"/>
                  <a:gd name="T15" fmla="*/ 5 h 37"/>
                  <a:gd name="T16" fmla="*/ 4 w 28"/>
                  <a:gd name="T17" fmla="*/ 5 h 37"/>
                  <a:gd name="T18" fmla="*/ 4 w 28"/>
                  <a:gd name="T19" fmla="*/ 9 h 37"/>
                  <a:gd name="T20" fmla="*/ 4 w 28"/>
                  <a:gd name="T21" fmla="*/ 11 h 37"/>
                  <a:gd name="T22" fmla="*/ 15 w 28"/>
                  <a:gd name="T23" fmla="*/ 11 h 37"/>
                  <a:gd name="T24" fmla="*/ 15 w 28"/>
                  <a:gd name="T25" fmla="*/ 9 h 37"/>
                  <a:gd name="T26" fmla="*/ 4 w 28"/>
                  <a:gd name="T27" fmla="*/ 9 h 37"/>
                  <a:gd name="T28" fmla="*/ 4 w 28"/>
                  <a:gd name="T29" fmla="*/ 14 h 37"/>
                  <a:gd name="T30" fmla="*/ 4 w 28"/>
                  <a:gd name="T31" fmla="*/ 16 h 37"/>
                  <a:gd name="T32" fmla="*/ 24 w 28"/>
                  <a:gd name="T33" fmla="*/ 16 h 37"/>
                  <a:gd name="T34" fmla="*/ 24 w 28"/>
                  <a:gd name="T35" fmla="*/ 14 h 37"/>
                  <a:gd name="T36" fmla="*/ 4 w 28"/>
                  <a:gd name="T37" fmla="*/ 14 h 37"/>
                  <a:gd name="T38" fmla="*/ 4 w 28"/>
                  <a:gd name="T39" fmla="*/ 18 h 37"/>
                  <a:gd name="T40" fmla="*/ 4 w 28"/>
                  <a:gd name="T41" fmla="*/ 20 h 37"/>
                  <a:gd name="T42" fmla="*/ 24 w 28"/>
                  <a:gd name="T43" fmla="*/ 20 h 37"/>
                  <a:gd name="T44" fmla="*/ 24 w 28"/>
                  <a:gd name="T45" fmla="*/ 18 h 37"/>
                  <a:gd name="T46" fmla="*/ 4 w 28"/>
                  <a:gd name="T47" fmla="*/ 18 h 37"/>
                  <a:gd name="T48" fmla="*/ 27 w 28"/>
                  <a:gd name="T49" fmla="*/ 37 h 37"/>
                  <a:gd name="T50" fmla="*/ 1 w 28"/>
                  <a:gd name="T51" fmla="*/ 37 h 37"/>
                  <a:gd name="T52" fmla="*/ 0 w 28"/>
                  <a:gd name="T53" fmla="*/ 36 h 37"/>
                  <a:gd name="T54" fmla="*/ 0 w 28"/>
                  <a:gd name="T55" fmla="*/ 1 h 37"/>
                  <a:gd name="T56" fmla="*/ 1 w 28"/>
                  <a:gd name="T57" fmla="*/ 0 h 37"/>
                  <a:gd name="T58" fmla="*/ 16 w 28"/>
                  <a:gd name="T59" fmla="*/ 0 h 37"/>
                  <a:gd name="T60" fmla="*/ 20 w 28"/>
                  <a:gd name="T61" fmla="*/ 1 h 37"/>
                  <a:gd name="T62" fmla="*/ 28 w 28"/>
                  <a:gd name="T63" fmla="*/ 9 h 37"/>
                  <a:gd name="T64" fmla="*/ 28 w 28"/>
                  <a:gd name="T65" fmla="*/ 11 h 37"/>
                  <a:gd name="T66" fmla="*/ 28 w 28"/>
                  <a:gd name="T67" fmla="*/ 36 h 37"/>
                  <a:gd name="T68" fmla="*/ 27 w 28"/>
                  <a:gd name="T69" fmla="*/ 37 h 37"/>
                  <a:gd name="T70" fmla="*/ 4 w 28"/>
                  <a:gd name="T71" fmla="*/ 30 h 37"/>
                  <a:gd name="T72" fmla="*/ 4 w 28"/>
                  <a:gd name="T73" fmla="*/ 32 h 37"/>
                  <a:gd name="T74" fmla="*/ 24 w 28"/>
                  <a:gd name="T75" fmla="*/ 32 h 37"/>
                  <a:gd name="T76" fmla="*/ 24 w 28"/>
                  <a:gd name="T77" fmla="*/ 30 h 37"/>
                  <a:gd name="T78" fmla="*/ 4 w 28"/>
                  <a:gd name="T79" fmla="*/ 30 h 37"/>
                  <a:gd name="T80" fmla="*/ 4 w 28"/>
                  <a:gd name="T81" fmla="*/ 26 h 37"/>
                  <a:gd name="T82" fmla="*/ 4 w 28"/>
                  <a:gd name="T83" fmla="*/ 28 h 37"/>
                  <a:gd name="T84" fmla="*/ 24 w 28"/>
                  <a:gd name="T85" fmla="*/ 28 h 37"/>
                  <a:gd name="T86" fmla="*/ 24 w 28"/>
                  <a:gd name="T87" fmla="*/ 26 h 37"/>
                  <a:gd name="T88" fmla="*/ 4 w 28"/>
                  <a:gd name="T89" fmla="*/ 26 h 37"/>
                  <a:gd name="T90" fmla="*/ 4 w 28"/>
                  <a:gd name="T91" fmla="*/ 22 h 37"/>
                  <a:gd name="T92" fmla="*/ 4 w 28"/>
                  <a:gd name="T93" fmla="*/ 24 h 37"/>
                  <a:gd name="T94" fmla="*/ 24 w 28"/>
                  <a:gd name="T95" fmla="*/ 24 h 37"/>
                  <a:gd name="T96" fmla="*/ 24 w 28"/>
                  <a:gd name="T97" fmla="*/ 22 h 37"/>
                  <a:gd name="T98" fmla="*/ 4 w 28"/>
                  <a:gd name="T99" fmla="*/ 22 h 37"/>
                  <a:gd name="T100" fmla="*/ 2 w 28"/>
                  <a:gd name="T101" fmla="*/ 35 h 37"/>
                  <a:gd name="T102" fmla="*/ 26 w 28"/>
                  <a:gd name="T103" fmla="*/ 35 h 37"/>
                  <a:gd name="T104" fmla="*/ 26 w 28"/>
                  <a:gd name="T105" fmla="*/ 11 h 37"/>
                  <a:gd name="T106" fmla="*/ 18 w 28"/>
                  <a:gd name="T107" fmla="*/ 11 h 37"/>
                  <a:gd name="T108" fmla="*/ 17 w 28"/>
                  <a:gd name="T109" fmla="*/ 10 h 37"/>
                  <a:gd name="T110" fmla="*/ 17 w 28"/>
                  <a:gd name="T111" fmla="*/ 2 h 37"/>
                  <a:gd name="T112" fmla="*/ 2 w 28"/>
                  <a:gd name="T113" fmla="*/ 2 h 37"/>
                  <a:gd name="T114" fmla="*/ 2 w 28"/>
                  <a:gd name="T115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8" h="37">
                    <a:moveTo>
                      <a:pt x="19" y="3"/>
                    </a:moveTo>
                    <a:cubicBezTo>
                      <a:pt x="19" y="9"/>
                      <a:pt x="19" y="9"/>
                      <a:pt x="19" y="9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19" y="3"/>
                      <a:pt x="19" y="3"/>
                      <a:pt x="19" y="3"/>
                    </a:cubicBezTo>
                    <a:close/>
                    <a:moveTo>
                      <a:pt x="4" y="5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4" y="5"/>
                      <a:pt x="4" y="5"/>
                      <a:pt x="4" y="5"/>
                    </a:cubicBezTo>
                    <a:close/>
                    <a:moveTo>
                      <a:pt x="4" y="9"/>
                    </a:moveTo>
                    <a:cubicBezTo>
                      <a:pt x="4" y="11"/>
                      <a:pt x="4" y="11"/>
                      <a:pt x="4" y="11"/>
                    </a:cubicBez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4" y="9"/>
                      <a:pt x="4" y="9"/>
                      <a:pt x="4" y="9"/>
                    </a:cubicBezTo>
                    <a:close/>
                    <a:moveTo>
                      <a:pt x="4" y="14"/>
                    </a:moveTo>
                    <a:cubicBezTo>
                      <a:pt x="4" y="16"/>
                      <a:pt x="4" y="16"/>
                      <a:pt x="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4" y="14"/>
                      <a:pt x="4" y="14"/>
                      <a:pt x="4" y="14"/>
                    </a:cubicBezTo>
                    <a:close/>
                    <a:moveTo>
                      <a:pt x="4" y="18"/>
                    </a:moveTo>
                    <a:cubicBezTo>
                      <a:pt x="4" y="20"/>
                      <a:pt x="4" y="20"/>
                      <a:pt x="4" y="20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4" y="18"/>
                      <a:pt x="4" y="18"/>
                      <a:pt x="4" y="18"/>
                    </a:cubicBezTo>
                    <a:close/>
                    <a:moveTo>
                      <a:pt x="27" y="37"/>
                    </a:moveTo>
                    <a:cubicBezTo>
                      <a:pt x="1" y="37"/>
                      <a:pt x="1" y="37"/>
                      <a:pt x="1" y="37"/>
                    </a:cubicBezTo>
                    <a:cubicBezTo>
                      <a:pt x="0" y="37"/>
                      <a:pt x="0" y="36"/>
                      <a:pt x="0" y="36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8" y="0"/>
                      <a:pt x="19" y="0"/>
                      <a:pt x="20" y="1"/>
                    </a:cubicBezTo>
                    <a:cubicBezTo>
                      <a:pt x="28" y="9"/>
                      <a:pt x="28" y="9"/>
                      <a:pt x="28" y="9"/>
                    </a:cubicBezTo>
                    <a:cubicBezTo>
                      <a:pt x="28" y="10"/>
                      <a:pt x="28" y="10"/>
                      <a:pt x="28" y="11"/>
                    </a:cubicBezTo>
                    <a:cubicBezTo>
                      <a:pt x="28" y="36"/>
                      <a:pt x="28" y="36"/>
                      <a:pt x="28" y="36"/>
                    </a:cubicBezTo>
                    <a:cubicBezTo>
                      <a:pt x="28" y="36"/>
                      <a:pt x="28" y="37"/>
                      <a:pt x="27" y="37"/>
                    </a:cubicBezTo>
                    <a:close/>
                    <a:moveTo>
                      <a:pt x="4" y="30"/>
                    </a:moveTo>
                    <a:cubicBezTo>
                      <a:pt x="4" y="32"/>
                      <a:pt x="4" y="32"/>
                      <a:pt x="4" y="32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4" y="30"/>
                      <a:pt x="24" y="30"/>
                      <a:pt x="24" y="30"/>
                    </a:cubicBezTo>
                    <a:cubicBezTo>
                      <a:pt x="4" y="30"/>
                      <a:pt x="4" y="30"/>
                      <a:pt x="4" y="30"/>
                    </a:cubicBezTo>
                    <a:close/>
                    <a:moveTo>
                      <a:pt x="4" y="26"/>
                    </a:moveTo>
                    <a:cubicBezTo>
                      <a:pt x="4" y="28"/>
                      <a:pt x="4" y="28"/>
                      <a:pt x="4" y="28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4" y="26"/>
                      <a:pt x="4" y="26"/>
                      <a:pt x="4" y="26"/>
                    </a:cubicBezTo>
                    <a:close/>
                    <a:moveTo>
                      <a:pt x="4" y="22"/>
                    </a:moveTo>
                    <a:cubicBezTo>
                      <a:pt x="4" y="24"/>
                      <a:pt x="4" y="24"/>
                      <a:pt x="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4" y="22"/>
                      <a:pt x="4" y="22"/>
                      <a:pt x="4" y="22"/>
                    </a:cubicBezTo>
                    <a:close/>
                    <a:moveTo>
                      <a:pt x="2" y="35"/>
                    </a:moveTo>
                    <a:cubicBezTo>
                      <a:pt x="26" y="35"/>
                      <a:pt x="26" y="35"/>
                      <a:pt x="26" y="35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18" y="11"/>
                      <a:pt x="18" y="11"/>
                      <a:pt x="18" y="11"/>
                    </a:cubicBezTo>
                    <a:cubicBezTo>
                      <a:pt x="17" y="11"/>
                      <a:pt x="17" y="11"/>
                      <a:pt x="17" y="10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2" y="2"/>
                      <a:pt x="2" y="2"/>
                      <a:pt x="2" y="2"/>
                    </a:cubicBez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" name="Freeform 380"/>
              <p:cNvSpPr>
                <a:spLocks noEditPoints="1"/>
              </p:cNvSpPr>
              <p:nvPr/>
            </p:nvSpPr>
            <p:spPr bwMode="auto">
              <a:xfrm>
                <a:off x="2948883" y="2666032"/>
                <a:ext cx="305577" cy="406787"/>
              </a:xfrm>
              <a:custGeom>
                <a:avLst/>
                <a:gdLst>
                  <a:gd name="T0" fmla="*/ 19 w 28"/>
                  <a:gd name="T1" fmla="*/ 3 h 37"/>
                  <a:gd name="T2" fmla="*/ 19 w 28"/>
                  <a:gd name="T3" fmla="*/ 9 h 37"/>
                  <a:gd name="T4" fmla="*/ 25 w 28"/>
                  <a:gd name="T5" fmla="*/ 9 h 37"/>
                  <a:gd name="T6" fmla="*/ 19 w 28"/>
                  <a:gd name="T7" fmla="*/ 3 h 37"/>
                  <a:gd name="T8" fmla="*/ 4 w 28"/>
                  <a:gd name="T9" fmla="*/ 5 h 37"/>
                  <a:gd name="T10" fmla="*/ 4 w 28"/>
                  <a:gd name="T11" fmla="*/ 7 h 37"/>
                  <a:gd name="T12" fmla="*/ 15 w 28"/>
                  <a:gd name="T13" fmla="*/ 7 h 37"/>
                  <a:gd name="T14" fmla="*/ 15 w 28"/>
                  <a:gd name="T15" fmla="*/ 5 h 37"/>
                  <a:gd name="T16" fmla="*/ 4 w 28"/>
                  <a:gd name="T17" fmla="*/ 5 h 37"/>
                  <a:gd name="T18" fmla="*/ 4 w 28"/>
                  <a:gd name="T19" fmla="*/ 9 h 37"/>
                  <a:gd name="T20" fmla="*/ 4 w 28"/>
                  <a:gd name="T21" fmla="*/ 11 h 37"/>
                  <a:gd name="T22" fmla="*/ 15 w 28"/>
                  <a:gd name="T23" fmla="*/ 11 h 37"/>
                  <a:gd name="T24" fmla="*/ 15 w 28"/>
                  <a:gd name="T25" fmla="*/ 9 h 37"/>
                  <a:gd name="T26" fmla="*/ 4 w 28"/>
                  <a:gd name="T27" fmla="*/ 9 h 37"/>
                  <a:gd name="T28" fmla="*/ 4 w 28"/>
                  <a:gd name="T29" fmla="*/ 13 h 37"/>
                  <a:gd name="T30" fmla="*/ 4 w 28"/>
                  <a:gd name="T31" fmla="*/ 15 h 37"/>
                  <a:gd name="T32" fmla="*/ 24 w 28"/>
                  <a:gd name="T33" fmla="*/ 15 h 37"/>
                  <a:gd name="T34" fmla="*/ 24 w 28"/>
                  <a:gd name="T35" fmla="*/ 13 h 37"/>
                  <a:gd name="T36" fmla="*/ 4 w 28"/>
                  <a:gd name="T37" fmla="*/ 13 h 37"/>
                  <a:gd name="T38" fmla="*/ 4 w 28"/>
                  <a:gd name="T39" fmla="*/ 18 h 37"/>
                  <a:gd name="T40" fmla="*/ 4 w 28"/>
                  <a:gd name="T41" fmla="*/ 20 h 37"/>
                  <a:gd name="T42" fmla="*/ 24 w 28"/>
                  <a:gd name="T43" fmla="*/ 20 h 37"/>
                  <a:gd name="T44" fmla="*/ 24 w 28"/>
                  <a:gd name="T45" fmla="*/ 18 h 37"/>
                  <a:gd name="T46" fmla="*/ 4 w 28"/>
                  <a:gd name="T47" fmla="*/ 18 h 37"/>
                  <a:gd name="T48" fmla="*/ 27 w 28"/>
                  <a:gd name="T49" fmla="*/ 37 h 37"/>
                  <a:gd name="T50" fmla="*/ 1 w 28"/>
                  <a:gd name="T51" fmla="*/ 37 h 37"/>
                  <a:gd name="T52" fmla="*/ 0 w 28"/>
                  <a:gd name="T53" fmla="*/ 36 h 37"/>
                  <a:gd name="T54" fmla="*/ 0 w 28"/>
                  <a:gd name="T55" fmla="*/ 1 h 37"/>
                  <a:gd name="T56" fmla="*/ 1 w 28"/>
                  <a:gd name="T57" fmla="*/ 0 h 37"/>
                  <a:gd name="T58" fmla="*/ 16 w 28"/>
                  <a:gd name="T59" fmla="*/ 0 h 37"/>
                  <a:gd name="T60" fmla="*/ 20 w 28"/>
                  <a:gd name="T61" fmla="*/ 1 h 37"/>
                  <a:gd name="T62" fmla="*/ 28 w 28"/>
                  <a:gd name="T63" fmla="*/ 9 h 37"/>
                  <a:gd name="T64" fmla="*/ 28 w 28"/>
                  <a:gd name="T65" fmla="*/ 11 h 37"/>
                  <a:gd name="T66" fmla="*/ 28 w 28"/>
                  <a:gd name="T67" fmla="*/ 36 h 37"/>
                  <a:gd name="T68" fmla="*/ 27 w 28"/>
                  <a:gd name="T69" fmla="*/ 37 h 37"/>
                  <a:gd name="T70" fmla="*/ 4 w 28"/>
                  <a:gd name="T71" fmla="*/ 30 h 37"/>
                  <a:gd name="T72" fmla="*/ 4 w 28"/>
                  <a:gd name="T73" fmla="*/ 32 h 37"/>
                  <a:gd name="T74" fmla="*/ 24 w 28"/>
                  <a:gd name="T75" fmla="*/ 32 h 37"/>
                  <a:gd name="T76" fmla="*/ 24 w 28"/>
                  <a:gd name="T77" fmla="*/ 30 h 37"/>
                  <a:gd name="T78" fmla="*/ 4 w 28"/>
                  <a:gd name="T79" fmla="*/ 30 h 37"/>
                  <a:gd name="T80" fmla="*/ 4 w 28"/>
                  <a:gd name="T81" fmla="*/ 26 h 37"/>
                  <a:gd name="T82" fmla="*/ 4 w 28"/>
                  <a:gd name="T83" fmla="*/ 28 h 37"/>
                  <a:gd name="T84" fmla="*/ 24 w 28"/>
                  <a:gd name="T85" fmla="*/ 28 h 37"/>
                  <a:gd name="T86" fmla="*/ 24 w 28"/>
                  <a:gd name="T87" fmla="*/ 26 h 37"/>
                  <a:gd name="T88" fmla="*/ 4 w 28"/>
                  <a:gd name="T89" fmla="*/ 26 h 37"/>
                  <a:gd name="T90" fmla="*/ 4 w 28"/>
                  <a:gd name="T91" fmla="*/ 22 h 37"/>
                  <a:gd name="T92" fmla="*/ 4 w 28"/>
                  <a:gd name="T93" fmla="*/ 24 h 37"/>
                  <a:gd name="T94" fmla="*/ 24 w 28"/>
                  <a:gd name="T95" fmla="*/ 24 h 37"/>
                  <a:gd name="T96" fmla="*/ 24 w 28"/>
                  <a:gd name="T97" fmla="*/ 22 h 37"/>
                  <a:gd name="T98" fmla="*/ 4 w 28"/>
                  <a:gd name="T99" fmla="*/ 22 h 37"/>
                  <a:gd name="T100" fmla="*/ 2 w 28"/>
                  <a:gd name="T101" fmla="*/ 35 h 37"/>
                  <a:gd name="T102" fmla="*/ 26 w 28"/>
                  <a:gd name="T103" fmla="*/ 35 h 37"/>
                  <a:gd name="T104" fmla="*/ 26 w 28"/>
                  <a:gd name="T105" fmla="*/ 11 h 37"/>
                  <a:gd name="T106" fmla="*/ 18 w 28"/>
                  <a:gd name="T107" fmla="*/ 11 h 37"/>
                  <a:gd name="T108" fmla="*/ 17 w 28"/>
                  <a:gd name="T109" fmla="*/ 10 h 37"/>
                  <a:gd name="T110" fmla="*/ 17 w 28"/>
                  <a:gd name="T111" fmla="*/ 2 h 37"/>
                  <a:gd name="T112" fmla="*/ 2 w 28"/>
                  <a:gd name="T113" fmla="*/ 2 h 37"/>
                  <a:gd name="T114" fmla="*/ 2 w 28"/>
                  <a:gd name="T115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8" h="37">
                    <a:moveTo>
                      <a:pt x="19" y="3"/>
                    </a:moveTo>
                    <a:cubicBezTo>
                      <a:pt x="19" y="9"/>
                      <a:pt x="19" y="9"/>
                      <a:pt x="19" y="9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19" y="3"/>
                      <a:pt x="19" y="3"/>
                      <a:pt x="19" y="3"/>
                    </a:cubicBezTo>
                    <a:close/>
                    <a:moveTo>
                      <a:pt x="4" y="5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4" y="5"/>
                      <a:pt x="4" y="5"/>
                      <a:pt x="4" y="5"/>
                    </a:cubicBezTo>
                    <a:close/>
                    <a:moveTo>
                      <a:pt x="4" y="9"/>
                    </a:moveTo>
                    <a:cubicBezTo>
                      <a:pt x="4" y="11"/>
                      <a:pt x="4" y="11"/>
                      <a:pt x="4" y="11"/>
                    </a:cubicBez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4" y="9"/>
                      <a:pt x="4" y="9"/>
                      <a:pt x="4" y="9"/>
                    </a:cubicBezTo>
                    <a:close/>
                    <a:moveTo>
                      <a:pt x="4" y="13"/>
                    </a:moveTo>
                    <a:cubicBezTo>
                      <a:pt x="4" y="15"/>
                      <a:pt x="4" y="15"/>
                      <a:pt x="4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4" y="13"/>
                      <a:pt x="4" y="13"/>
                      <a:pt x="4" y="13"/>
                    </a:cubicBezTo>
                    <a:close/>
                    <a:moveTo>
                      <a:pt x="4" y="18"/>
                    </a:moveTo>
                    <a:cubicBezTo>
                      <a:pt x="4" y="20"/>
                      <a:pt x="4" y="20"/>
                      <a:pt x="4" y="20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4" y="18"/>
                      <a:pt x="4" y="18"/>
                      <a:pt x="4" y="18"/>
                    </a:cubicBezTo>
                    <a:close/>
                    <a:moveTo>
                      <a:pt x="27" y="37"/>
                    </a:moveTo>
                    <a:cubicBezTo>
                      <a:pt x="1" y="37"/>
                      <a:pt x="1" y="37"/>
                      <a:pt x="1" y="37"/>
                    </a:cubicBezTo>
                    <a:cubicBezTo>
                      <a:pt x="0" y="37"/>
                      <a:pt x="0" y="36"/>
                      <a:pt x="0" y="36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8" y="0"/>
                      <a:pt x="18" y="0"/>
                      <a:pt x="20" y="1"/>
                    </a:cubicBezTo>
                    <a:cubicBezTo>
                      <a:pt x="28" y="9"/>
                      <a:pt x="28" y="9"/>
                      <a:pt x="28" y="9"/>
                    </a:cubicBezTo>
                    <a:cubicBezTo>
                      <a:pt x="28" y="10"/>
                      <a:pt x="28" y="10"/>
                      <a:pt x="28" y="11"/>
                    </a:cubicBezTo>
                    <a:cubicBezTo>
                      <a:pt x="28" y="36"/>
                      <a:pt x="28" y="36"/>
                      <a:pt x="28" y="36"/>
                    </a:cubicBezTo>
                    <a:cubicBezTo>
                      <a:pt x="28" y="36"/>
                      <a:pt x="28" y="37"/>
                      <a:pt x="27" y="37"/>
                    </a:cubicBezTo>
                    <a:close/>
                    <a:moveTo>
                      <a:pt x="4" y="30"/>
                    </a:moveTo>
                    <a:cubicBezTo>
                      <a:pt x="4" y="32"/>
                      <a:pt x="4" y="32"/>
                      <a:pt x="4" y="32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4" y="30"/>
                      <a:pt x="24" y="30"/>
                      <a:pt x="24" y="30"/>
                    </a:cubicBezTo>
                    <a:cubicBezTo>
                      <a:pt x="4" y="30"/>
                      <a:pt x="4" y="30"/>
                      <a:pt x="4" y="30"/>
                    </a:cubicBezTo>
                    <a:close/>
                    <a:moveTo>
                      <a:pt x="4" y="26"/>
                    </a:moveTo>
                    <a:cubicBezTo>
                      <a:pt x="4" y="28"/>
                      <a:pt x="4" y="28"/>
                      <a:pt x="4" y="28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4" y="26"/>
                      <a:pt x="4" y="26"/>
                      <a:pt x="4" y="26"/>
                    </a:cubicBezTo>
                    <a:close/>
                    <a:moveTo>
                      <a:pt x="4" y="22"/>
                    </a:moveTo>
                    <a:cubicBezTo>
                      <a:pt x="4" y="24"/>
                      <a:pt x="4" y="24"/>
                      <a:pt x="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4" y="22"/>
                      <a:pt x="4" y="22"/>
                      <a:pt x="4" y="22"/>
                    </a:cubicBezTo>
                    <a:close/>
                    <a:moveTo>
                      <a:pt x="2" y="35"/>
                    </a:moveTo>
                    <a:cubicBezTo>
                      <a:pt x="26" y="35"/>
                      <a:pt x="26" y="35"/>
                      <a:pt x="26" y="35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18" y="11"/>
                      <a:pt x="18" y="11"/>
                      <a:pt x="18" y="11"/>
                    </a:cubicBezTo>
                    <a:cubicBezTo>
                      <a:pt x="17" y="11"/>
                      <a:pt x="17" y="11"/>
                      <a:pt x="17" y="10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2" y="2"/>
                      <a:pt x="2" y="2"/>
                      <a:pt x="2" y="2"/>
                    </a:cubicBez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2" name="Freeform 381"/>
              <p:cNvSpPr>
                <a:spLocks noEditPoints="1"/>
              </p:cNvSpPr>
              <p:nvPr/>
            </p:nvSpPr>
            <p:spPr bwMode="auto">
              <a:xfrm>
                <a:off x="2948883" y="2666032"/>
                <a:ext cx="305577" cy="406787"/>
              </a:xfrm>
              <a:custGeom>
                <a:avLst/>
                <a:gdLst>
                  <a:gd name="T0" fmla="*/ 19 w 28"/>
                  <a:gd name="T1" fmla="*/ 3 h 37"/>
                  <a:gd name="T2" fmla="*/ 19 w 28"/>
                  <a:gd name="T3" fmla="*/ 9 h 37"/>
                  <a:gd name="T4" fmla="*/ 25 w 28"/>
                  <a:gd name="T5" fmla="*/ 9 h 37"/>
                  <a:gd name="T6" fmla="*/ 19 w 28"/>
                  <a:gd name="T7" fmla="*/ 3 h 37"/>
                  <a:gd name="T8" fmla="*/ 4 w 28"/>
                  <a:gd name="T9" fmla="*/ 5 h 37"/>
                  <a:gd name="T10" fmla="*/ 4 w 28"/>
                  <a:gd name="T11" fmla="*/ 7 h 37"/>
                  <a:gd name="T12" fmla="*/ 15 w 28"/>
                  <a:gd name="T13" fmla="*/ 7 h 37"/>
                  <a:gd name="T14" fmla="*/ 15 w 28"/>
                  <a:gd name="T15" fmla="*/ 5 h 37"/>
                  <a:gd name="T16" fmla="*/ 4 w 28"/>
                  <a:gd name="T17" fmla="*/ 5 h 37"/>
                  <a:gd name="T18" fmla="*/ 4 w 28"/>
                  <a:gd name="T19" fmla="*/ 9 h 37"/>
                  <a:gd name="T20" fmla="*/ 4 w 28"/>
                  <a:gd name="T21" fmla="*/ 11 h 37"/>
                  <a:gd name="T22" fmla="*/ 15 w 28"/>
                  <a:gd name="T23" fmla="*/ 11 h 37"/>
                  <a:gd name="T24" fmla="*/ 15 w 28"/>
                  <a:gd name="T25" fmla="*/ 9 h 37"/>
                  <a:gd name="T26" fmla="*/ 4 w 28"/>
                  <a:gd name="T27" fmla="*/ 9 h 37"/>
                  <a:gd name="T28" fmla="*/ 4 w 28"/>
                  <a:gd name="T29" fmla="*/ 13 h 37"/>
                  <a:gd name="T30" fmla="*/ 4 w 28"/>
                  <a:gd name="T31" fmla="*/ 15 h 37"/>
                  <a:gd name="T32" fmla="*/ 24 w 28"/>
                  <a:gd name="T33" fmla="*/ 15 h 37"/>
                  <a:gd name="T34" fmla="*/ 24 w 28"/>
                  <a:gd name="T35" fmla="*/ 13 h 37"/>
                  <a:gd name="T36" fmla="*/ 4 w 28"/>
                  <a:gd name="T37" fmla="*/ 13 h 37"/>
                  <a:gd name="T38" fmla="*/ 4 w 28"/>
                  <a:gd name="T39" fmla="*/ 17 h 37"/>
                  <a:gd name="T40" fmla="*/ 4 w 28"/>
                  <a:gd name="T41" fmla="*/ 19 h 37"/>
                  <a:gd name="T42" fmla="*/ 24 w 28"/>
                  <a:gd name="T43" fmla="*/ 19 h 37"/>
                  <a:gd name="T44" fmla="*/ 24 w 28"/>
                  <a:gd name="T45" fmla="*/ 17 h 37"/>
                  <a:gd name="T46" fmla="*/ 4 w 28"/>
                  <a:gd name="T47" fmla="*/ 17 h 37"/>
                  <a:gd name="T48" fmla="*/ 27 w 28"/>
                  <a:gd name="T49" fmla="*/ 37 h 37"/>
                  <a:gd name="T50" fmla="*/ 1 w 28"/>
                  <a:gd name="T51" fmla="*/ 37 h 37"/>
                  <a:gd name="T52" fmla="*/ 0 w 28"/>
                  <a:gd name="T53" fmla="*/ 36 h 37"/>
                  <a:gd name="T54" fmla="*/ 0 w 28"/>
                  <a:gd name="T55" fmla="*/ 1 h 37"/>
                  <a:gd name="T56" fmla="*/ 1 w 28"/>
                  <a:gd name="T57" fmla="*/ 0 h 37"/>
                  <a:gd name="T58" fmla="*/ 16 w 28"/>
                  <a:gd name="T59" fmla="*/ 0 h 37"/>
                  <a:gd name="T60" fmla="*/ 20 w 28"/>
                  <a:gd name="T61" fmla="*/ 1 h 37"/>
                  <a:gd name="T62" fmla="*/ 28 w 28"/>
                  <a:gd name="T63" fmla="*/ 9 h 37"/>
                  <a:gd name="T64" fmla="*/ 28 w 28"/>
                  <a:gd name="T65" fmla="*/ 11 h 37"/>
                  <a:gd name="T66" fmla="*/ 28 w 28"/>
                  <a:gd name="T67" fmla="*/ 36 h 37"/>
                  <a:gd name="T68" fmla="*/ 27 w 28"/>
                  <a:gd name="T69" fmla="*/ 37 h 37"/>
                  <a:gd name="T70" fmla="*/ 4 w 28"/>
                  <a:gd name="T71" fmla="*/ 30 h 37"/>
                  <a:gd name="T72" fmla="*/ 4 w 28"/>
                  <a:gd name="T73" fmla="*/ 32 h 37"/>
                  <a:gd name="T74" fmla="*/ 24 w 28"/>
                  <a:gd name="T75" fmla="*/ 32 h 37"/>
                  <a:gd name="T76" fmla="*/ 24 w 28"/>
                  <a:gd name="T77" fmla="*/ 30 h 37"/>
                  <a:gd name="T78" fmla="*/ 4 w 28"/>
                  <a:gd name="T79" fmla="*/ 30 h 37"/>
                  <a:gd name="T80" fmla="*/ 4 w 28"/>
                  <a:gd name="T81" fmla="*/ 26 h 37"/>
                  <a:gd name="T82" fmla="*/ 4 w 28"/>
                  <a:gd name="T83" fmla="*/ 28 h 37"/>
                  <a:gd name="T84" fmla="*/ 24 w 28"/>
                  <a:gd name="T85" fmla="*/ 28 h 37"/>
                  <a:gd name="T86" fmla="*/ 24 w 28"/>
                  <a:gd name="T87" fmla="*/ 26 h 37"/>
                  <a:gd name="T88" fmla="*/ 4 w 28"/>
                  <a:gd name="T89" fmla="*/ 26 h 37"/>
                  <a:gd name="T90" fmla="*/ 4 w 28"/>
                  <a:gd name="T91" fmla="*/ 21 h 37"/>
                  <a:gd name="T92" fmla="*/ 4 w 28"/>
                  <a:gd name="T93" fmla="*/ 24 h 37"/>
                  <a:gd name="T94" fmla="*/ 24 w 28"/>
                  <a:gd name="T95" fmla="*/ 24 h 37"/>
                  <a:gd name="T96" fmla="*/ 24 w 28"/>
                  <a:gd name="T97" fmla="*/ 21 h 37"/>
                  <a:gd name="T98" fmla="*/ 4 w 28"/>
                  <a:gd name="T99" fmla="*/ 21 h 37"/>
                  <a:gd name="T100" fmla="*/ 2 w 28"/>
                  <a:gd name="T101" fmla="*/ 35 h 37"/>
                  <a:gd name="T102" fmla="*/ 26 w 28"/>
                  <a:gd name="T103" fmla="*/ 35 h 37"/>
                  <a:gd name="T104" fmla="*/ 26 w 28"/>
                  <a:gd name="T105" fmla="*/ 11 h 37"/>
                  <a:gd name="T106" fmla="*/ 18 w 28"/>
                  <a:gd name="T107" fmla="*/ 11 h 37"/>
                  <a:gd name="T108" fmla="*/ 17 w 28"/>
                  <a:gd name="T109" fmla="*/ 10 h 37"/>
                  <a:gd name="T110" fmla="*/ 17 w 28"/>
                  <a:gd name="T111" fmla="*/ 2 h 37"/>
                  <a:gd name="T112" fmla="*/ 2 w 28"/>
                  <a:gd name="T113" fmla="*/ 2 h 37"/>
                  <a:gd name="T114" fmla="*/ 2 w 28"/>
                  <a:gd name="T115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8" h="37">
                    <a:moveTo>
                      <a:pt x="19" y="3"/>
                    </a:moveTo>
                    <a:cubicBezTo>
                      <a:pt x="19" y="9"/>
                      <a:pt x="19" y="9"/>
                      <a:pt x="19" y="9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19" y="3"/>
                      <a:pt x="19" y="3"/>
                      <a:pt x="19" y="3"/>
                    </a:cubicBezTo>
                    <a:close/>
                    <a:moveTo>
                      <a:pt x="4" y="5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4" y="5"/>
                      <a:pt x="4" y="5"/>
                      <a:pt x="4" y="5"/>
                    </a:cubicBezTo>
                    <a:close/>
                    <a:moveTo>
                      <a:pt x="4" y="9"/>
                    </a:moveTo>
                    <a:cubicBezTo>
                      <a:pt x="4" y="11"/>
                      <a:pt x="4" y="11"/>
                      <a:pt x="4" y="11"/>
                    </a:cubicBez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4" y="9"/>
                      <a:pt x="4" y="9"/>
                      <a:pt x="4" y="9"/>
                    </a:cubicBezTo>
                    <a:close/>
                    <a:moveTo>
                      <a:pt x="4" y="13"/>
                    </a:moveTo>
                    <a:cubicBezTo>
                      <a:pt x="4" y="15"/>
                      <a:pt x="4" y="15"/>
                      <a:pt x="4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4" y="13"/>
                      <a:pt x="4" y="13"/>
                      <a:pt x="4" y="13"/>
                    </a:cubicBezTo>
                    <a:close/>
                    <a:moveTo>
                      <a:pt x="4" y="17"/>
                    </a:moveTo>
                    <a:cubicBezTo>
                      <a:pt x="4" y="19"/>
                      <a:pt x="4" y="19"/>
                      <a:pt x="4" y="19"/>
                    </a:cubicBezTo>
                    <a:cubicBezTo>
                      <a:pt x="24" y="19"/>
                      <a:pt x="24" y="19"/>
                      <a:pt x="24" y="19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4" y="17"/>
                      <a:pt x="4" y="17"/>
                      <a:pt x="4" y="17"/>
                    </a:cubicBezTo>
                    <a:close/>
                    <a:moveTo>
                      <a:pt x="27" y="37"/>
                    </a:moveTo>
                    <a:cubicBezTo>
                      <a:pt x="1" y="37"/>
                      <a:pt x="1" y="37"/>
                      <a:pt x="1" y="37"/>
                    </a:cubicBezTo>
                    <a:cubicBezTo>
                      <a:pt x="0" y="37"/>
                      <a:pt x="0" y="36"/>
                      <a:pt x="0" y="36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8" y="0"/>
                      <a:pt x="18" y="0"/>
                      <a:pt x="20" y="1"/>
                    </a:cubicBezTo>
                    <a:cubicBezTo>
                      <a:pt x="28" y="9"/>
                      <a:pt x="28" y="9"/>
                      <a:pt x="28" y="9"/>
                    </a:cubicBezTo>
                    <a:cubicBezTo>
                      <a:pt x="28" y="10"/>
                      <a:pt x="28" y="10"/>
                      <a:pt x="28" y="11"/>
                    </a:cubicBezTo>
                    <a:cubicBezTo>
                      <a:pt x="28" y="36"/>
                      <a:pt x="28" y="36"/>
                      <a:pt x="28" y="36"/>
                    </a:cubicBezTo>
                    <a:cubicBezTo>
                      <a:pt x="28" y="36"/>
                      <a:pt x="28" y="37"/>
                      <a:pt x="27" y="37"/>
                    </a:cubicBezTo>
                    <a:close/>
                    <a:moveTo>
                      <a:pt x="4" y="30"/>
                    </a:moveTo>
                    <a:cubicBezTo>
                      <a:pt x="4" y="32"/>
                      <a:pt x="4" y="32"/>
                      <a:pt x="4" y="32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4" y="30"/>
                      <a:pt x="24" y="30"/>
                      <a:pt x="24" y="30"/>
                    </a:cubicBezTo>
                    <a:cubicBezTo>
                      <a:pt x="4" y="30"/>
                      <a:pt x="4" y="30"/>
                      <a:pt x="4" y="30"/>
                    </a:cubicBezTo>
                    <a:close/>
                    <a:moveTo>
                      <a:pt x="4" y="26"/>
                    </a:moveTo>
                    <a:cubicBezTo>
                      <a:pt x="4" y="28"/>
                      <a:pt x="4" y="28"/>
                      <a:pt x="4" y="28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4" y="26"/>
                      <a:pt x="4" y="26"/>
                      <a:pt x="4" y="26"/>
                    </a:cubicBezTo>
                    <a:close/>
                    <a:moveTo>
                      <a:pt x="4" y="21"/>
                    </a:moveTo>
                    <a:cubicBezTo>
                      <a:pt x="4" y="24"/>
                      <a:pt x="4" y="24"/>
                      <a:pt x="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4" y="21"/>
                      <a:pt x="4" y="21"/>
                      <a:pt x="4" y="21"/>
                    </a:cubicBezTo>
                    <a:close/>
                    <a:moveTo>
                      <a:pt x="2" y="35"/>
                    </a:moveTo>
                    <a:cubicBezTo>
                      <a:pt x="26" y="35"/>
                      <a:pt x="26" y="35"/>
                      <a:pt x="26" y="35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18" y="11"/>
                      <a:pt x="18" y="11"/>
                      <a:pt x="18" y="11"/>
                    </a:cubicBezTo>
                    <a:cubicBezTo>
                      <a:pt x="17" y="11"/>
                      <a:pt x="17" y="11"/>
                      <a:pt x="17" y="10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2" y="2"/>
                      <a:pt x="2" y="2"/>
                      <a:pt x="2" y="2"/>
                    </a:cubicBez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3" name="Freeform 382"/>
              <p:cNvSpPr>
                <a:spLocks noEditPoints="1"/>
              </p:cNvSpPr>
              <p:nvPr/>
            </p:nvSpPr>
            <p:spPr bwMode="auto">
              <a:xfrm>
                <a:off x="2948883" y="2666032"/>
                <a:ext cx="305577" cy="406787"/>
              </a:xfrm>
              <a:custGeom>
                <a:avLst/>
                <a:gdLst>
                  <a:gd name="T0" fmla="*/ 19 w 28"/>
                  <a:gd name="T1" fmla="*/ 3 h 37"/>
                  <a:gd name="T2" fmla="*/ 19 w 28"/>
                  <a:gd name="T3" fmla="*/ 9 h 37"/>
                  <a:gd name="T4" fmla="*/ 25 w 28"/>
                  <a:gd name="T5" fmla="*/ 9 h 37"/>
                  <a:gd name="T6" fmla="*/ 19 w 28"/>
                  <a:gd name="T7" fmla="*/ 3 h 37"/>
                  <a:gd name="T8" fmla="*/ 4 w 28"/>
                  <a:gd name="T9" fmla="*/ 5 h 37"/>
                  <a:gd name="T10" fmla="*/ 4 w 28"/>
                  <a:gd name="T11" fmla="*/ 7 h 37"/>
                  <a:gd name="T12" fmla="*/ 15 w 28"/>
                  <a:gd name="T13" fmla="*/ 7 h 37"/>
                  <a:gd name="T14" fmla="*/ 15 w 28"/>
                  <a:gd name="T15" fmla="*/ 5 h 37"/>
                  <a:gd name="T16" fmla="*/ 4 w 28"/>
                  <a:gd name="T17" fmla="*/ 5 h 37"/>
                  <a:gd name="T18" fmla="*/ 4 w 28"/>
                  <a:gd name="T19" fmla="*/ 9 h 37"/>
                  <a:gd name="T20" fmla="*/ 4 w 28"/>
                  <a:gd name="T21" fmla="*/ 11 h 37"/>
                  <a:gd name="T22" fmla="*/ 15 w 28"/>
                  <a:gd name="T23" fmla="*/ 11 h 37"/>
                  <a:gd name="T24" fmla="*/ 15 w 28"/>
                  <a:gd name="T25" fmla="*/ 9 h 37"/>
                  <a:gd name="T26" fmla="*/ 4 w 28"/>
                  <a:gd name="T27" fmla="*/ 9 h 37"/>
                  <a:gd name="T28" fmla="*/ 4 w 28"/>
                  <a:gd name="T29" fmla="*/ 13 h 37"/>
                  <a:gd name="T30" fmla="*/ 4 w 28"/>
                  <a:gd name="T31" fmla="*/ 15 h 37"/>
                  <a:gd name="T32" fmla="*/ 24 w 28"/>
                  <a:gd name="T33" fmla="*/ 15 h 37"/>
                  <a:gd name="T34" fmla="*/ 24 w 28"/>
                  <a:gd name="T35" fmla="*/ 13 h 37"/>
                  <a:gd name="T36" fmla="*/ 4 w 28"/>
                  <a:gd name="T37" fmla="*/ 13 h 37"/>
                  <a:gd name="T38" fmla="*/ 4 w 28"/>
                  <a:gd name="T39" fmla="*/ 17 h 37"/>
                  <a:gd name="T40" fmla="*/ 4 w 28"/>
                  <a:gd name="T41" fmla="*/ 19 h 37"/>
                  <a:gd name="T42" fmla="*/ 24 w 28"/>
                  <a:gd name="T43" fmla="*/ 19 h 37"/>
                  <a:gd name="T44" fmla="*/ 24 w 28"/>
                  <a:gd name="T45" fmla="*/ 17 h 37"/>
                  <a:gd name="T46" fmla="*/ 4 w 28"/>
                  <a:gd name="T47" fmla="*/ 17 h 37"/>
                  <a:gd name="T48" fmla="*/ 27 w 28"/>
                  <a:gd name="T49" fmla="*/ 37 h 37"/>
                  <a:gd name="T50" fmla="*/ 1 w 28"/>
                  <a:gd name="T51" fmla="*/ 37 h 37"/>
                  <a:gd name="T52" fmla="*/ 0 w 28"/>
                  <a:gd name="T53" fmla="*/ 36 h 37"/>
                  <a:gd name="T54" fmla="*/ 0 w 28"/>
                  <a:gd name="T55" fmla="*/ 1 h 37"/>
                  <a:gd name="T56" fmla="*/ 1 w 28"/>
                  <a:gd name="T57" fmla="*/ 0 h 37"/>
                  <a:gd name="T58" fmla="*/ 16 w 28"/>
                  <a:gd name="T59" fmla="*/ 0 h 37"/>
                  <a:gd name="T60" fmla="*/ 20 w 28"/>
                  <a:gd name="T61" fmla="*/ 1 h 37"/>
                  <a:gd name="T62" fmla="*/ 27 w 28"/>
                  <a:gd name="T63" fmla="*/ 9 h 37"/>
                  <a:gd name="T64" fmla="*/ 28 w 28"/>
                  <a:gd name="T65" fmla="*/ 11 h 37"/>
                  <a:gd name="T66" fmla="*/ 28 w 28"/>
                  <a:gd name="T67" fmla="*/ 36 h 37"/>
                  <a:gd name="T68" fmla="*/ 27 w 28"/>
                  <a:gd name="T69" fmla="*/ 37 h 37"/>
                  <a:gd name="T70" fmla="*/ 4 w 28"/>
                  <a:gd name="T71" fmla="*/ 30 h 37"/>
                  <a:gd name="T72" fmla="*/ 4 w 28"/>
                  <a:gd name="T73" fmla="*/ 32 h 37"/>
                  <a:gd name="T74" fmla="*/ 24 w 28"/>
                  <a:gd name="T75" fmla="*/ 32 h 37"/>
                  <a:gd name="T76" fmla="*/ 24 w 28"/>
                  <a:gd name="T77" fmla="*/ 30 h 37"/>
                  <a:gd name="T78" fmla="*/ 4 w 28"/>
                  <a:gd name="T79" fmla="*/ 30 h 37"/>
                  <a:gd name="T80" fmla="*/ 4 w 28"/>
                  <a:gd name="T81" fmla="*/ 25 h 37"/>
                  <a:gd name="T82" fmla="*/ 4 w 28"/>
                  <a:gd name="T83" fmla="*/ 27 h 37"/>
                  <a:gd name="T84" fmla="*/ 24 w 28"/>
                  <a:gd name="T85" fmla="*/ 27 h 37"/>
                  <a:gd name="T86" fmla="*/ 24 w 28"/>
                  <a:gd name="T87" fmla="*/ 25 h 37"/>
                  <a:gd name="T88" fmla="*/ 4 w 28"/>
                  <a:gd name="T89" fmla="*/ 25 h 37"/>
                  <a:gd name="T90" fmla="*/ 4 w 28"/>
                  <a:gd name="T91" fmla="*/ 21 h 37"/>
                  <a:gd name="T92" fmla="*/ 4 w 28"/>
                  <a:gd name="T93" fmla="*/ 23 h 37"/>
                  <a:gd name="T94" fmla="*/ 24 w 28"/>
                  <a:gd name="T95" fmla="*/ 23 h 37"/>
                  <a:gd name="T96" fmla="*/ 24 w 28"/>
                  <a:gd name="T97" fmla="*/ 21 h 37"/>
                  <a:gd name="T98" fmla="*/ 4 w 28"/>
                  <a:gd name="T99" fmla="*/ 21 h 37"/>
                  <a:gd name="T100" fmla="*/ 2 w 28"/>
                  <a:gd name="T101" fmla="*/ 35 h 37"/>
                  <a:gd name="T102" fmla="*/ 26 w 28"/>
                  <a:gd name="T103" fmla="*/ 35 h 37"/>
                  <a:gd name="T104" fmla="*/ 26 w 28"/>
                  <a:gd name="T105" fmla="*/ 11 h 37"/>
                  <a:gd name="T106" fmla="*/ 18 w 28"/>
                  <a:gd name="T107" fmla="*/ 11 h 37"/>
                  <a:gd name="T108" fmla="*/ 17 w 28"/>
                  <a:gd name="T109" fmla="*/ 10 h 37"/>
                  <a:gd name="T110" fmla="*/ 17 w 28"/>
                  <a:gd name="T111" fmla="*/ 2 h 37"/>
                  <a:gd name="T112" fmla="*/ 2 w 28"/>
                  <a:gd name="T113" fmla="*/ 2 h 37"/>
                  <a:gd name="T114" fmla="*/ 2 w 28"/>
                  <a:gd name="T115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8" h="37">
                    <a:moveTo>
                      <a:pt x="19" y="3"/>
                    </a:moveTo>
                    <a:cubicBezTo>
                      <a:pt x="19" y="9"/>
                      <a:pt x="19" y="9"/>
                      <a:pt x="19" y="9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19" y="3"/>
                      <a:pt x="19" y="3"/>
                      <a:pt x="19" y="3"/>
                    </a:cubicBezTo>
                    <a:close/>
                    <a:moveTo>
                      <a:pt x="4" y="5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4" y="5"/>
                      <a:pt x="4" y="5"/>
                      <a:pt x="4" y="5"/>
                    </a:cubicBezTo>
                    <a:close/>
                    <a:moveTo>
                      <a:pt x="4" y="9"/>
                    </a:moveTo>
                    <a:cubicBezTo>
                      <a:pt x="4" y="11"/>
                      <a:pt x="4" y="11"/>
                      <a:pt x="4" y="11"/>
                    </a:cubicBez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4" y="9"/>
                      <a:pt x="4" y="9"/>
                      <a:pt x="4" y="9"/>
                    </a:cubicBezTo>
                    <a:close/>
                    <a:moveTo>
                      <a:pt x="4" y="13"/>
                    </a:moveTo>
                    <a:cubicBezTo>
                      <a:pt x="4" y="15"/>
                      <a:pt x="4" y="15"/>
                      <a:pt x="4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4" y="13"/>
                      <a:pt x="4" y="13"/>
                      <a:pt x="4" y="13"/>
                    </a:cubicBezTo>
                    <a:close/>
                    <a:moveTo>
                      <a:pt x="4" y="17"/>
                    </a:moveTo>
                    <a:cubicBezTo>
                      <a:pt x="4" y="19"/>
                      <a:pt x="4" y="19"/>
                      <a:pt x="4" y="19"/>
                    </a:cubicBezTo>
                    <a:cubicBezTo>
                      <a:pt x="24" y="19"/>
                      <a:pt x="24" y="19"/>
                      <a:pt x="24" y="19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4" y="17"/>
                      <a:pt x="4" y="17"/>
                      <a:pt x="4" y="17"/>
                    </a:cubicBezTo>
                    <a:close/>
                    <a:moveTo>
                      <a:pt x="27" y="37"/>
                    </a:moveTo>
                    <a:cubicBezTo>
                      <a:pt x="1" y="37"/>
                      <a:pt x="1" y="37"/>
                      <a:pt x="1" y="37"/>
                    </a:cubicBezTo>
                    <a:cubicBezTo>
                      <a:pt x="0" y="37"/>
                      <a:pt x="0" y="36"/>
                      <a:pt x="0" y="36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8" y="0"/>
                      <a:pt x="18" y="0"/>
                      <a:pt x="20" y="1"/>
                    </a:cubicBezTo>
                    <a:cubicBezTo>
                      <a:pt x="27" y="9"/>
                      <a:pt x="27" y="9"/>
                      <a:pt x="27" y="9"/>
                    </a:cubicBezTo>
                    <a:cubicBezTo>
                      <a:pt x="28" y="10"/>
                      <a:pt x="28" y="10"/>
                      <a:pt x="28" y="11"/>
                    </a:cubicBezTo>
                    <a:cubicBezTo>
                      <a:pt x="28" y="36"/>
                      <a:pt x="28" y="36"/>
                      <a:pt x="28" y="36"/>
                    </a:cubicBezTo>
                    <a:cubicBezTo>
                      <a:pt x="28" y="36"/>
                      <a:pt x="28" y="37"/>
                      <a:pt x="27" y="37"/>
                    </a:cubicBezTo>
                    <a:close/>
                    <a:moveTo>
                      <a:pt x="4" y="30"/>
                    </a:moveTo>
                    <a:cubicBezTo>
                      <a:pt x="4" y="32"/>
                      <a:pt x="4" y="32"/>
                      <a:pt x="4" y="32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4" y="30"/>
                      <a:pt x="24" y="30"/>
                      <a:pt x="24" y="30"/>
                    </a:cubicBezTo>
                    <a:cubicBezTo>
                      <a:pt x="4" y="30"/>
                      <a:pt x="4" y="30"/>
                      <a:pt x="4" y="30"/>
                    </a:cubicBezTo>
                    <a:close/>
                    <a:moveTo>
                      <a:pt x="4" y="25"/>
                    </a:moveTo>
                    <a:cubicBezTo>
                      <a:pt x="4" y="27"/>
                      <a:pt x="4" y="27"/>
                      <a:pt x="4" y="27"/>
                    </a:cubicBezTo>
                    <a:cubicBezTo>
                      <a:pt x="24" y="27"/>
                      <a:pt x="24" y="27"/>
                      <a:pt x="24" y="27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4" y="25"/>
                      <a:pt x="4" y="25"/>
                      <a:pt x="4" y="25"/>
                    </a:cubicBezTo>
                    <a:close/>
                    <a:moveTo>
                      <a:pt x="4" y="21"/>
                    </a:moveTo>
                    <a:cubicBezTo>
                      <a:pt x="4" y="23"/>
                      <a:pt x="4" y="23"/>
                      <a:pt x="4" y="23"/>
                    </a:cubicBezTo>
                    <a:cubicBezTo>
                      <a:pt x="24" y="23"/>
                      <a:pt x="24" y="23"/>
                      <a:pt x="24" y="23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4" y="21"/>
                      <a:pt x="4" y="21"/>
                      <a:pt x="4" y="21"/>
                    </a:cubicBezTo>
                    <a:close/>
                    <a:moveTo>
                      <a:pt x="2" y="35"/>
                    </a:moveTo>
                    <a:cubicBezTo>
                      <a:pt x="26" y="35"/>
                      <a:pt x="26" y="35"/>
                      <a:pt x="26" y="35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18" y="11"/>
                      <a:pt x="18" y="11"/>
                      <a:pt x="18" y="11"/>
                    </a:cubicBezTo>
                    <a:cubicBezTo>
                      <a:pt x="17" y="11"/>
                      <a:pt x="17" y="11"/>
                      <a:pt x="17" y="10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2" y="2"/>
                      <a:pt x="2" y="2"/>
                      <a:pt x="2" y="2"/>
                    </a:cubicBez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4" name="Freeform 383"/>
              <p:cNvSpPr>
                <a:spLocks noEditPoints="1"/>
              </p:cNvSpPr>
              <p:nvPr/>
            </p:nvSpPr>
            <p:spPr bwMode="auto">
              <a:xfrm>
                <a:off x="2939152" y="2666032"/>
                <a:ext cx="315308" cy="406787"/>
              </a:xfrm>
              <a:custGeom>
                <a:avLst/>
                <a:gdLst>
                  <a:gd name="T0" fmla="*/ 20 w 29"/>
                  <a:gd name="T1" fmla="*/ 3 h 37"/>
                  <a:gd name="T2" fmla="*/ 20 w 29"/>
                  <a:gd name="T3" fmla="*/ 9 h 37"/>
                  <a:gd name="T4" fmla="*/ 26 w 29"/>
                  <a:gd name="T5" fmla="*/ 9 h 37"/>
                  <a:gd name="T6" fmla="*/ 20 w 29"/>
                  <a:gd name="T7" fmla="*/ 3 h 37"/>
                  <a:gd name="T8" fmla="*/ 4 w 29"/>
                  <a:gd name="T9" fmla="*/ 5 h 37"/>
                  <a:gd name="T10" fmla="*/ 4 w 29"/>
                  <a:gd name="T11" fmla="*/ 7 h 37"/>
                  <a:gd name="T12" fmla="*/ 16 w 29"/>
                  <a:gd name="T13" fmla="*/ 7 h 37"/>
                  <a:gd name="T14" fmla="*/ 16 w 29"/>
                  <a:gd name="T15" fmla="*/ 5 h 37"/>
                  <a:gd name="T16" fmla="*/ 4 w 29"/>
                  <a:gd name="T17" fmla="*/ 5 h 37"/>
                  <a:gd name="T18" fmla="*/ 4 w 29"/>
                  <a:gd name="T19" fmla="*/ 9 h 37"/>
                  <a:gd name="T20" fmla="*/ 4 w 29"/>
                  <a:gd name="T21" fmla="*/ 11 h 37"/>
                  <a:gd name="T22" fmla="*/ 16 w 29"/>
                  <a:gd name="T23" fmla="*/ 11 h 37"/>
                  <a:gd name="T24" fmla="*/ 16 w 29"/>
                  <a:gd name="T25" fmla="*/ 9 h 37"/>
                  <a:gd name="T26" fmla="*/ 4 w 29"/>
                  <a:gd name="T27" fmla="*/ 9 h 37"/>
                  <a:gd name="T28" fmla="*/ 4 w 29"/>
                  <a:gd name="T29" fmla="*/ 13 h 37"/>
                  <a:gd name="T30" fmla="*/ 4 w 29"/>
                  <a:gd name="T31" fmla="*/ 15 h 37"/>
                  <a:gd name="T32" fmla="*/ 25 w 29"/>
                  <a:gd name="T33" fmla="*/ 15 h 37"/>
                  <a:gd name="T34" fmla="*/ 25 w 29"/>
                  <a:gd name="T35" fmla="*/ 13 h 37"/>
                  <a:gd name="T36" fmla="*/ 4 w 29"/>
                  <a:gd name="T37" fmla="*/ 13 h 37"/>
                  <a:gd name="T38" fmla="*/ 4 w 29"/>
                  <a:gd name="T39" fmla="*/ 17 h 37"/>
                  <a:gd name="T40" fmla="*/ 4 w 29"/>
                  <a:gd name="T41" fmla="*/ 19 h 37"/>
                  <a:gd name="T42" fmla="*/ 25 w 29"/>
                  <a:gd name="T43" fmla="*/ 19 h 37"/>
                  <a:gd name="T44" fmla="*/ 25 w 29"/>
                  <a:gd name="T45" fmla="*/ 17 h 37"/>
                  <a:gd name="T46" fmla="*/ 4 w 29"/>
                  <a:gd name="T47" fmla="*/ 17 h 37"/>
                  <a:gd name="T48" fmla="*/ 28 w 29"/>
                  <a:gd name="T49" fmla="*/ 37 h 37"/>
                  <a:gd name="T50" fmla="*/ 1 w 29"/>
                  <a:gd name="T51" fmla="*/ 37 h 37"/>
                  <a:gd name="T52" fmla="*/ 0 w 29"/>
                  <a:gd name="T53" fmla="*/ 36 h 37"/>
                  <a:gd name="T54" fmla="*/ 0 w 29"/>
                  <a:gd name="T55" fmla="*/ 1 h 37"/>
                  <a:gd name="T56" fmla="*/ 1 w 29"/>
                  <a:gd name="T57" fmla="*/ 0 h 37"/>
                  <a:gd name="T58" fmla="*/ 17 w 29"/>
                  <a:gd name="T59" fmla="*/ 0 h 37"/>
                  <a:gd name="T60" fmla="*/ 20 w 29"/>
                  <a:gd name="T61" fmla="*/ 1 h 37"/>
                  <a:gd name="T62" fmla="*/ 28 w 29"/>
                  <a:gd name="T63" fmla="*/ 9 h 37"/>
                  <a:gd name="T64" fmla="*/ 29 w 29"/>
                  <a:gd name="T65" fmla="*/ 11 h 37"/>
                  <a:gd name="T66" fmla="*/ 29 w 29"/>
                  <a:gd name="T67" fmla="*/ 36 h 37"/>
                  <a:gd name="T68" fmla="*/ 28 w 29"/>
                  <a:gd name="T69" fmla="*/ 37 h 37"/>
                  <a:gd name="T70" fmla="*/ 4 w 29"/>
                  <a:gd name="T71" fmla="*/ 29 h 37"/>
                  <a:gd name="T72" fmla="*/ 4 w 29"/>
                  <a:gd name="T73" fmla="*/ 31 h 37"/>
                  <a:gd name="T74" fmla="*/ 25 w 29"/>
                  <a:gd name="T75" fmla="*/ 31 h 37"/>
                  <a:gd name="T76" fmla="*/ 25 w 29"/>
                  <a:gd name="T77" fmla="*/ 29 h 37"/>
                  <a:gd name="T78" fmla="*/ 4 w 29"/>
                  <a:gd name="T79" fmla="*/ 29 h 37"/>
                  <a:gd name="T80" fmla="*/ 4 w 29"/>
                  <a:gd name="T81" fmla="*/ 25 h 37"/>
                  <a:gd name="T82" fmla="*/ 4 w 29"/>
                  <a:gd name="T83" fmla="*/ 27 h 37"/>
                  <a:gd name="T84" fmla="*/ 25 w 29"/>
                  <a:gd name="T85" fmla="*/ 27 h 37"/>
                  <a:gd name="T86" fmla="*/ 25 w 29"/>
                  <a:gd name="T87" fmla="*/ 25 h 37"/>
                  <a:gd name="T88" fmla="*/ 4 w 29"/>
                  <a:gd name="T89" fmla="*/ 25 h 37"/>
                  <a:gd name="T90" fmla="*/ 4 w 29"/>
                  <a:gd name="T91" fmla="*/ 21 h 37"/>
                  <a:gd name="T92" fmla="*/ 4 w 29"/>
                  <a:gd name="T93" fmla="*/ 23 h 37"/>
                  <a:gd name="T94" fmla="*/ 25 w 29"/>
                  <a:gd name="T95" fmla="*/ 23 h 37"/>
                  <a:gd name="T96" fmla="*/ 25 w 29"/>
                  <a:gd name="T97" fmla="*/ 21 h 37"/>
                  <a:gd name="T98" fmla="*/ 4 w 29"/>
                  <a:gd name="T99" fmla="*/ 21 h 37"/>
                  <a:gd name="T100" fmla="*/ 2 w 29"/>
                  <a:gd name="T101" fmla="*/ 35 h 37"/>
                  <a:gd name="T102" fmla="*/ 27 w 29"/>
                  <a:gd name="T103" fmla="*/ 35 h 37"/>
                  <a:gd name="T104" fmla="*/ 27 w 29"/>
                  <a:gd name="T105" fmla="*/ 11 h 37"/>
                  <a:gd name="T106" fmla="*/ 19 w 29"/>
                  <a:gd name="T107" fmla="*/ 11 h 37"/>
                  <a:gd name="T108" fmla="*/ 18 w 29"/>
                  <a:gd name="T109" fmla="*/ 10 h 37"/>
                  <a:gd name="T110" fmla="*/ 18 w 29"/>
                  <a:gd name="T111" fmla="*/ 2 h 37"/>
                  <a:gd name="T112" fmla="*/ 2 w 29"/>
                  <a:gd name="T113" fmla="*/ 2 h 37"/>
                  <a:gd name="T114" fmla="*/ 2 w 29"/>
                  <a:gd name="T115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9" h="37">
                    <a:moveTo>
                      <a:pt x="20" y="3"/>
                    </a:moveTo>
                    <a:cubicBezTo>
                      <a:pt x="20" y="9"/>
                      <a:pt x="20" y="9"/>
                      <a:pt x="20" y="9"/>
                    </a:cubicBezTo>
                    <a:cubicBezTo>
                      <a:pt x="26" y="9"/>
                      <a:pt x="26" y="9"/>
                      <a:pt x="26" y="9"/>
                    </a:cubicBezTo>
                    <a:cubicBezTo>
                      <a:pt x="20" y="3"/>
                      <a:pt x="20" y="3"/>
                      <a:pt x="20" y="3"/>
                    </a:cubicBezTo>
                    <a:close/>
                    <a:moveTo>
                      <a:pt x="4" y="5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16" y="7"/>
                      <a:pt x="16" y="7"/>
                      <a:pt x="16" y="7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4" y="5"/>
                      <a:pt x="4" y="5"/>
                      <a:pt x="4" y="5"/>
                    </a:cubicBezTo>
                    <a:close/>
                    <a:moveTo>
                      <a:pt x="4" y="9"/>
                    </a:moveTo>
                    <a:cubicBezTo>
                      <a:pt x="4" y="11"/>
                      <a:pt x="4" y="11"/>
                      <a:pt x="4" y="11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4" y="9"/>
                      <a:pt x="4" y="9"/>
                      <a:pt x="4" y="9"/>
                    </a:cubicBezTo>
                    <a:close/>
                    <a:moveTo>
                      <a:pt x="4" y="13"/>
                    </a:moveTo>
                    <a:cubicBezTo>
                      <a:pt x="4" y="15"/>
                      <a:pt x="4" y="15"/>
                      <a:pt x="4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4" y="13"/>
                      <a:pt x="4" y="13"/>
                      <a:pt x="4" y="13"/>
                    </a:cubicBezTo>
                    <a:close/>
                    <a:moveTo>
                      <a:pt x="4" y="17"/>
                    </a:moveTo>
                    <a:cubicBezTo>
                      <a:pt x="4" y="19"/>
                      <a:pt x="4" y="19"/>
                      <a:pt x="4" y="19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4" y="17"/>
                      <a:pt x="4" y="17"/>
                      <a:pt x="4" y="17"/>
                    </a:cubicBezTo>
                    <a:close/>
                    <a:moveTo>
                      <a:pt x="28" y="37"/>
                    </a:moveTo>
                    <a:cubicBezTo>
                      <a:pt x="1" y="37"/>
                      <a:pt x="1" y="37"/>
                      <a:pt x="1" y="37"/>
                    </a:cubicBezTo>
                    <a:cubicBezTo>
                      <a:pt x="1" y="37"/>
                      <a:pt x="0" y="36"/>
                      <a:pt x="0" y="36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9" y="0"/>
                      <a:pt x="19" y="0"/>
                      <a:pt x="20" y="1"/>
                    </a:cubicBezTo>
                    <a:cubicBezTo>
                      <a:pt x="28" y="9"/>
                      <a:pt x="28" y="9"/>
                      <a:pt x="28" y="9"/>
                    </a:cubicBezTo>
                    <a:cubicBezTo>
                      <a:pt x="29" y="10"/>
                      <a:pt x="29" y="10"/>
                      <a:pt x="29" y="11"/>
                    </a:cubicBezTo>
                    <a:cubicBezTo>
                      <a:pt x="29" y="36"/>
                      <a:pt x="29" y="36"/>
                      <a:pt x="29" y="36"/>
                    </a:cubicBezTo>
                    <a:cubicBezTo>
                      <a:pt x="29" y="36"/>
                      <a:pt x="29" y="37"/>
                      <a:pt x="28" y="37"/>
                    </a:cubicBezTo>
                    <a:close/>
                    <a:moveTo>
                      <a:pt x="4" y="29"/>
                    </a:moveTo>
                    <a:cubicBezTo>
                      <a:pt x="4" y="31"/>
                      <a:pt x="4" y="31"/>
                      <a:pt x="4" y="31"/>
                    </a:cubicBezTo>
                    <a:cubicBezTo>
                      <a:pt x="25" y="31"/>
                      <a:pt x="25" y="31"/>
                      <a:pt x="25" y="31"/>
                    </a:cubicBezTo>
                    <a:cubicBezTo>
                      <a:pt x="25" y="29"/>
                      <a:pt x="25" y="29"/>
                      <a:pt x="25" y="29"/>
                    </a:cubicBezTo>
                    <a:cubicBezTo>
                      <a:pt x="4" y="29"/>
                      <a:pt x="4" y="29"/>
                      <a:pt x="4" y="29"/>
                    </a:cubicBezTo>
                    <a:close/>
                    <a:moveTo>
                      <a:pt x="4" y="25"/>
                    </a:moveTo>
                    <a:cubicBezTo>
                      <a:pt x="4" y="27"/>
                      <a:pt x="4" y="27"/>
                      <a:pt x="4" y="27"/>
                    </a:cubicBezTo>
                    <a:cubicBezTo>
                      <a:pt x="25" y="27"/>
                      <a:pt x="25" y="27"/>
                      <a:pt x="25" y="27"/>
                    </a:cubicBezTo>
                    <a:cubicBezTo>
                      <a:pt x="25" y="25"/>
                      <a:pt x="25" y="25"/>
                      <a:pt x="25" y="25"/>
                    </a:cubicBezTo>
                    <a:cubicBezTo>
                      <a:pt x="4" y="25"/>
                      <a:pt x="4" y="25"/>
                      <a:pt x="4" y="25"/>
                    </a:cubicBezTo>
                    <a:close/>
                    <a:moveTo>
                      <a:pt x="4" y="21"/>
                    </a:moveTo>
                    <a:cubicBezTo>
                      <a:pt x="4" y="23"/>
                      <a:pt x="4" y="23"/>
                      <a:pt x="4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4" y="21"/>
                      <a:pt x="4" y="21"/>
                      <a:pt x="4" y="21"/>
                    </a:cubicBezTo>
                    <a:close/>
                    <a:moveTo>
                      <a:pt x="2" y="35"/>
                    </a:move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11"/>
                      <a:pt x="27" y="11"/>
                      <a:pt x="27" y="11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8" y="11"/>
                      <a:pt x="18" y="11"/>
                      <a:pt x="18" y="10"/>
                    </a:cubicBezTo>
                    <a:cubicBezTo>
                      <a:pt x="18" y="2"/>
                      <a:pt x="18" y="2"/>
                      <a:pt x="18" y="2"/>
                    </a:cubicBezTo>
                    <a:cubicBezTo>
                      <a:pt x="2" y="2"/>
                      <a:pt x="2" y="2"/>
                      <a:pt x="2" y="2"/>
                    </a:cubicBez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5" name="Freeform 384"/>
              <p:cNvSpPr>
                <a:spLocks noEditPoints="1"/>
              </p:cNvSpPr>
              <p:nvPr/>
            </p:nvSpPr>
            <p:spPr bwMode="auto">
              <a:xfrm>
                <a:off x="2939152" y="2666032"/>
                <a:ext cx="315308" cy="395109"/>
              </a:xfrm>
              <a:custGeom>
                <a:avLst/>
                <a:gdLst>
                  <a:gd name="T0" fmla="*/ 20 w 29"/>
                  <a:gd name="T1" fmla="*/ 3 h 36"/>
                  <a:gd name="T2" fmla="*/ 20 w 29"/>
                  <a:gd name="T3" fmla="*/ 9 h 36"/>
                  <a:gd name="T4" fmla="*/ 26 w 29"/>
                  <a:gd name="T5" fmla="*/ 9 h 36"/>
                  <a:gd name="T6" fmla="*/ 20 w 29"/>
                  <a:gd name="T7" fmla="*/ 3 h 36"/>
                  <a:gd name="T8" fmla="*/ 4 w 29"/>
                  <a:gd name="T9" fmla="*/ 5 h 36"/>
                  <a:gd name="T10" fmla="*/ 4 w 29"/>
                  <a:gd name="T11" fmla="*/ 7 h 36"/>
                  <a:gd name="T12" fmla="*/ 16 w 29"/>
                  <a:gd name="T13" fmla="*/ 7 h 36"/>
                  <a:gd name="T14" fmla="*/ 16 w 29"/>
                  <a:gd name="T15" fmla="*/ 5 h 36"/>
                  <a:gd name="T16" fmla="*/ 4 w 29"/>
                  <a:gd name="T17" fmla="*/ 5 h 36"/>
                  <a:gd name="T18" fmla="*/ 4 w 29"/>
                  <a:gd name="T19" fmla="*/ 9 h 36"/>
                  <a:gd name="T20" fmla="*/ 4 w 29"/>
                  <a:gd name="T21" fmla="*/ 11 h 36"/>
                  <a:gd name="T22" fmla="*/ 16 w 29"/>
                  <a:gd name="T23" fmla="*/ 11 h 36"/>
                  <a:gd name="T24" fmla="*/ 16 w 29"/>
                  <a:gd name="T25" fmla="*/ 9 h 36"/>
                  <a:gd name="T26" fmla="*/ 4 w 29"/>
                  <a:gd name="T27" fmla="*/ 9 h 36"/>
                  <a:gd name="T28" fmla="*/ 4 w 29"/>
                  <a:gd name="T29" fmla="*/ 13 h 36"/>
                  <a:gd name="T30" fmla="*/ 4 w 29"/>
                  <a:gd name="T31" fmla="*/ 15 h 36"/>
                  <a:gd name="T32" fmla="*/ 25 w 29"/>
                  <a:gd name="T33" fmla="*/ 15 h 36"/>
                  <a:gd name="T34" fmla="*/ 25 w 29"/>
                  <a:gd name="T35" fmla="*/ 13 h 36"/>
                  <a:gd name="T36" fmla="*/ 4 w 29"/>
                  <a:gd name="T37" fmla="*/ 13 h 36"/>
                  <a:gd name="T38" fmla="*/ 4 w 29"/>
                  <a:gd name="T39" fmla="*/ 17 h 36"/>
                  <a:gd name="T40" fmla="*/ 4 w 29"/>
                  <a:gd name="T41" fmla="*/ 19 h 36"/>
                  <a:gd name="T42" fmla="*/ 25 w 29"/>
                  <a:gd name="T43" fmla="*/ 19 h 36"/>
                  <a:gd name="T44" fmla="*/ 25 w 29"/>
                  <a:gd name="T45" fmla="*/ 17 h 36"/>
                  <a:gd name="T46" fmla="*/ 4 w 29"/>
                  <a:gd name="T47" fmla="*/ 17 h 36"/>
                  <a:gd name="T48" fmla="*/ 28 w 29"/>
                  <a:gd name="T49" fmla="*/ 36 h 36"/>
                  <a:gd name="T50" fmla="*/ 1 w 29"/>
                  <a:gd name="T51" fmla="*/ 36 h 36"/>
                  <a:gd name="T52" fmla="*/ 0 w 29"/>
                  <a:gd name="T53" fmla="*/ 35 h 36"/>
                  <a:gd name="T54" fmla="*/ 0 w 29"/>
                  <a:gd name="T55" fmla="*/ 1 h 36"/>
                  <a:gd name="T56" fmla="*/ 1 w 29"/>
                  <a:gd name="T57" fmla="*/ 0 h 36"/>
                  <a:gd name="T58" fmla="*/ 17 w 29"/>
                  <a:gd name="T59" fmla="*/ 0 h 36"/>
                  <a:gd name="T60" fmla="*/ 20 w 29"/>
                  <a:gd name="T61" fmla="*/ 1 h 36"/>
                  <a:gd name="T62" fmla="*/ 28 w 29"/>
                  <a:gd name="T63" fmla="*/ 9 h 36"/>
                  <a:gd name="T64" fmla="*/ 29 w 29"/>
                  <a:gd name="T65" fmla="*/ 11 h 36"/>
                  <a:gd name="T66" fmla="*/ 29 w 29"/>
                  <a:gd name="T67" fmla="*/ 35 h 36"/>
                  <a:gd name="T68" fmla="*/ 28 w 29"/>
                  <a:gd name="T69" fmla="*/ 36 h 36"/>
                  <a:gd name="T70" fmla="*/ 4 w 29"/>
                  <a:gd name="T71" fmla="*/ 29 h 36"/>
                  <a:gd name="T72" fmla="*/ 4 w 29"/>
                  <a:gd name="T73" fmla="*/ 31 h 36"/>
                  <a:gd name="T74" fmla="*/ 25 w 29"/>
                  <a:gd name="T75" fmla="*/ 31 h 36"/>
                  <a:gd name="T76" fmla="*/ 25 w 29"/>
                  <a:gd name="T77" fmla="*/ 29 h 36"/>
                  <a:gd name="T78" fmla="*/ 4 w 29"/>
                  <a:gd name="T79" fmla="*/ 29 h 36"/>
                  <a:gd name="T80" fmla="*/ 4 w 29"/>
                  <a:gd name="T81" fmla="*/ 25 h 36"/>
                  <a:gd name="T82" fmla="*/ 4 w 29"/>
                  <a:gd name="T83" fmla="*/ 27 h 36"/>
                  <a:gd name="T84" fmla="*/ 25 w 29"/>
                  <a:gd name="T85" fmla="*/ 27 h 36"/>
                  <a:gd name="T86" fmla="*/ 25 w 29"/>
                  <a:gd name="T87" fmla="*/ 25 h 36"/>
                  <a:gd name="T88" fmla="*/ 4 w 29"/>
                  <a:gd name="T89" fmla="*/ 25 h 36"/>
                  <a:gd name="T90" fmla="*/ 4 w 29"/>
                  <a:gd name="T91" fmla="*/ 21 h 36"/>
                  <a:gd name="T92" fmla="*/ 4 w 29"/>
                  <a:gd name="T93" fmla="*/ 23 h 36"/>
                  <a:gd name="T94" fmla="*/ 25 w 29"/>
                  <a:gd name="T95" fmla="*/ 23 h 36"/>
                  <a:gd name="T96" fmla="*/ 25 w 29"/>
                  <a:gd name="T97" fmla="*/ 21 h 36"/>
                  <a:gd name="T98" fmla="*/ 4 w 29"/>
                  <a:gd name="T99" fmla="*/ 21 h 36"/>
                  <a:gd name="T100" fmla="*/ 2 w 29"/>
                  <a:gd name="T101" fmla="*/ 34 h 36"/>
                  <a:gd name="T102" fmla="*/ 27 w 29"/>
                  <a:gd name="T103" fmla="*/ 34 h 36"/>
                  <a:gd name="T104" fmla="*/ 27 w 29"/>
                  <a:gd name="T105" fmla="*/ 11 h 36"/>
                  <a:gd name="T106" fmla="*/ 19 w 29"/>
                  <a:gd name="T107" fmla="*/ 11 h 36"/>
                  <a:gd name="T108" fmla="*/ 18 w 29"/>
                  <a:gd name="T109" fmla="*/ 10 h 36"/>
                  <a:gd name="T110" fmla="*/ 18 w 29"/>
                  <a:gd name="T111" fmla="*/ 2 h 36"/>
                  <a:gd name="T112" fmla="*/ 2 w 29"/>
                  <a:gd name="T113" fmla="*/ 2 h 36"/>
                  <a:gd name="T114" fmla="*/ 2 w 29"/>
                  <a:gd name="T115" fmla="*/ 3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9" h="36">
                    <a:moveTo>
                      <a:pt x="20" y="3"/>
                    </a:moveTo>
                    <a:cubicBezTo>
                      <a:pt x="20" y="9"/>
                      <a:pt x="20" y="9"/>
                      <a:pt x="20" y="9"/>
                    </a:cubicBezTo>
                    <a:cubicBezTo>
                      <a:pt x="26" y="9"/>
                      <a:pt x="26" y="9"/>
                      <a:pt x="26" y="9"/>
                    </a:cubicBezTo>
                    <a:cubicBezTo>
                      <a:pt x="20" y="3"/>
                      <a:pt x="20" y="3"/>
                      <a:pt x="20" y="3"/>
                    </a:cubicBezTo>
                    <a:close/>
                    <a:moveTo>
                      <a:pt x="4" y="5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16" y="7"/>
                      <a:pt x="16" y="7"/>
                      <a:pt x="16" y="7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4" y="5"/>
                      <a:pt x="4" y="5"/>
                      <a:pt x="4" y="5"/>
                    </a:cubicBezTo>
                    <a:close/>
                    <a:moveTo>
                      <a:pt x="4" y="9"/>
                    </a:moveTo>
                    <a:cubicBezTo>
                      <a:pt x="4" y="11"/>
                      <a:pt x="4" y="11"/>
                      <a:pt x="4" y="11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4" y="9"/>
                      <a:pt x="4" y="9"/>
                      <a:pt x="4" y="9"/>
                    </a:cubicBezTo>
                    <a:close/>
                    <a:moveTo>
                      <a:pt x="4" y="13"/>
                    </a:moveTo>
                    <a:cubicBezTo>
                      <a:pt x="4" y="15"/>
                      <a:pt x="4" y="15"/>
                      <a:pt x="4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4" y="13"/>
                      <a:pt x="4" y="13"/>
                      <a:pt x="4" y="13"/>
                    </a:cubicBezTo>
                    <a:close/>
                    <a:moveTo>
                      <a:pt x="4" y="17"/>
                    </a:moveTo>
                    <a:cubicBezTo>
                      <a:pt x="4" y="19"/>
                      <a:pt x="4" y="19"/>
                      <a:pt x="4" y="19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4" y="17"/>
                      <a:pt x="4" y="17"/>
                      <a:pt x="4" y="17"/>
                    </a:cubicBezTo>
                    <a:close/>
                    <a:moveTo>
                      <a:pt x="28" y="36"/>
                    </a:moveTo>
                    <a:cubicBezTo>
                      <a:pt x="1" y="36"/>
                      <a:pt x="1" y="36"/>
                      <a:pt x="1" y="36"/>
                    </a:cubicBezTo>
                    <a:cubicBezTo>
                      <a:pt x="1" y="36"/>
                      <a:pt x="0" y="36"/>
                      <a:pt x="0" y="35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9" y="0"/>
                      <a:pt x="19" y="0"/>
                      <a:pt x="20" y="1"/>
                    </a:cubicBezTo>
                    <a:cubicBezTo>
                      <a:pt x="28" y="9"/>
                      <a:pt x="28" y="9"/>
                      <a:pt x="28" y="9"/>
                    </a:cubicBezTo>
                    <a:cubicBezTo>
                      <a:pt x="29" y="9"/>
                      <a:pt x="29" y="10"/>
                      <a:pt x="29" y="11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29" y="36"/>
                      <a:pt x="29" y="36"/>
                      <a:pt x="28" y="36"/>
                    </a:cubicBezTo>
                    <a:close/>
                    <a:moveTo>
                      <a:pt x="4" y="29"/>
                    </a:moveTo>
                    <a:cubicBezTo>
                      <a:pt x="4" y="31"/>
                      <a:pt x="4" y="31"/>
                      <a:pt x="4" y="31"/>
                    </a:cubicBezTo>
                    <a:cubicBezTo>
                      <a:pt x="25" y="31"/>
                      <a:pt x="25" y="31"/>
                      <a:pt x="25" y="31"/>
                    </a:cubicBezTo>
                    <a:cubicBezTo>
                      <a:pt x="25" y="29"/>
                      <a:pt x="25" y="29"/>
                      <a:pt x="25" y="29"/>
                    </a:cubicBezTo>
                    <a:cubicBezTo>
                      <a:pt x="4" y="29"/>
                      <a:pt x="4" y="29"/>
                      <a:pt x="4" y="29"/>
                    </a:cubicBezTo>
                    <a:close/>
                    <a:moveTo>
                      <a:pt x="4" y="25"/>
                    </a:moveTo>
                    <a:cubicBezTo>
                      <a:pt x="4" y="27"/>
                      <a:pt x="4" y="27"/>
                      <a:pt x="4" y="27"/>
                    </a:cubicBezTo>
                    <a:cubicBezTo>
                      <a:pt x="25" y="27"/>
                      <a:pt x="25" y="27"/>
                      <a:pt x="25" y="27"/>
                    </a:cubicBezTo>
                    <a:cubicBezTo>
                      <a:pt x="25" y="25"/>
                      <a:pt x="25" y="25"/>
                      <a:pt x="25" y="25"/>
                    </a:cubicBezTo>
                    <a:cubicBezTo>
                      <a:pt x="4" y="25"/>
                      <a:pt x="4" y="25"/>
                      <a:pt x="4" y="25"/>
                    </a:cubicBezTo>
                    <a:close/>
                    <a:moveTo>
                      <a:pt x="4" y="21"/>
                    </a:moveTo>
                    <a:cubicBezTo>
                      <a:pt x="4" y="23"/>
                      <a:pt x="4" y="23"/>
                      <a:pt x="4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4" y="21"/>
                      <a:pt x="4" y="21"/>
                      <a:pt x="4" y="21"/>
                    </a:cubicBezTo>
                    <a:close/>
                    <a:moveTo>
                      <a:pt x="2" y="34"/>
                    </a:moveTo>
                    <a:cubicBezTo>
                      <a:pt x="27" y="34"/>
                      <a:pt x="27" y="34"/>
                      <a:pt x="27" y="34"/>
                    </a:cubicBezTo>
                    <a:cubicBezTo>
                      <a:pt x="27" y="11"/>
                      <a:pt x="27" y="11"/>
                      <a:pt x="27" y="11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8" y="11"/>
                      <a:pt x="18" y="11"/>
                      <a:pt x="18" y="10"/>
                    </a:cubicBezTo>
                    <a:cubicBezTo>
                      <a:pt x="18" y="2"/>
                      <a:pt x="18" y="2"/>
                      <a:pt x="18" y="2"/>
                    </a:cubicBezTo>
                    <a:cubicBezTo>
                      <a:pt x="2" y="2"/>
                      <a:pt x="2" y="2"/>
                      <a:pt x="2" y="2"/>
                    </a:cubicBezTo>
                    <a:lnTo>
                      <a:pt x="2" y="34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6" name="Freeform 385"/>
              <p:cNvSpPr>
                <a:spLocks noEditPoints="1"/>
              </p:cNvSpPr>
              <p:nvPr/>
            </p:nvSpPr>
            <p:spPr bwMode="auto">
              <a:xfrm>
                <a:off x="2939152" y="2666032"/>
                <a:ext cx="315308" cy="395109"/>
              </a:xfrm>
              <a:custGeom>
                <a:avLst/>
                <a:gdLst>
                  <a:gd name="T0" fmla="*/ 20 w 29"/>
                  <a:gd name="T1" fmla="*/ 3 h 36"/>
                  <a:gd name="T2" fmla="*/ 20 w 29"/>
                  <a:gd name="T3" fmla="*/ 9 h 36"/>
                  <a:gd name="T4" fmla="*/ 25 w 29"/>
                  <a:gd name="T5" fmla="*/ 9 h 36"/>
                  <a:gd name="T6" fmla="*/ 20 w 29"/>
                  <a:gd name="T7" fmla="*/ 3 h 36"/>
                  <a:gd name="T8" fmla="*/ 4 w 29"/>
                  <a:gd name="T9" fmla="*/ 5 h 36"/>
                  <a:gd name="T10" fmla="*/ 4 w 29"/>
                  <a:gd name="T11" fmla="*/ 7 h 36"/>
                  <a:gd name="T12" fmla="*/ 15 w 29"/>
                  <a:gd name="T13" fmla="*/ 7 h 36"/>
                  <a:gd name="T14" fmla="*/ 15 w 29"/>
                  <a:gd name="T15" fmla="*/ 5 h 36"/>
                  <a:gd name="T16" fmla="*/ 4 w 29"/>
                  <a:gd name="T17" fmla="*/ 5 h 36"/>
                  <a:gd name="T18" fmla="*/ 4 w 29"/>
                  <a:gd name="T19" fmla="*/ 9 h 36"/>
                  <a:gd name="T20" fmla="*/ 4 w 29"/>
                  <a:gd name="T21" fmla="*/ 11 h 36"/>
                  <a:gd name="T22" fmla="*/ 15 w 29"/>
                  <a:gd name="T23" fmla="*/ 11 h 36"/>
                  <a:gd name="T24" fmla="*/ 15 w 29"/>
                  <a:gd name="T25" fmla="*/ 9 h 36"/>
                  <a:gd name="T26" fmla="*/ 4 w 29"/>
                  <a:gd name="T27" fmla="*/ 9 h 36"/>
                  <a:gd name="T28" fmla="*/ 4 w 29"/>
                  <a:gd name="T29" fmla="*/ 13 h 36"/>
                  <a:gd name="T30" fmla="*/ 4 w 29"/>
                  <a:gd name="T31" fmla="*/ 15 h 36"/>
                  <a:gd name="T32" fmla="*/ 25 w 29"/>
                  <a:gd name="T33" fmla="*/ 15 h 36"/>
                  <a:gd name="T34" fmla="*/ 25 w 29"/>
                  <a:gd name="T35" fmla="*/ 13 h 36"/>
                  <a:gd name="T36" fmla="*/ 4 w 29"/>
                  <a:gd name="T37" fmla="*/ 13 h 36"/>
                  <a:gd name="T38" fmla="*/ 4 w 29"/>
                  <a:gd name="T39" fmla="*/ 17 h 36"/>
                  <a:gd name="T40" fmla="*/ 4 w 29"/>
                  <a:gd name="T41" fmla="*/ 19 h 36"/>
                  <a:gd name="T42" fmla="*/ 25 w 29"/>
                  <a:gd name="T43" fmla="*/ 19 h 36"/>
                  <a:gd name="T44" fmla="*/ 25 w 29"/>
                  <a:gd name="T45" fmla="*/ 17 h 36"/>
                  <a:gd name="T46" fmla="*/ 4 w 29"/>
                  <a:gd name="T47" fmla="*/ 17 h 36"/>
                  <a:gd name="T48" fmla="*/ 28 w 29"/>
                  <a:gd name="T49" fmla="*/ 36 h 36"/>
                  <a:gd name="T50" fmla="*/ 1 w 29"/>
                  <a:gd name="T51" fmla="*/ 36 h 36"/>
                  <a:gd name="T52" fmla="*/ 0 w 29"/>
                  <a:gd name="T53" fmla="*/ 35 h 36"/>
                  <a:gd name="T54" fmla="*/ 0 w 29"/>
                  <a:gd name="T55" fmla="*/ 1 h 36"/>
                  <a:gd name="T56" fmla="*/ 1 w 29"/>
                  <a:gd name="T57" fmla="*/ 0 h 36"/>
                  <a:gd name="T58" fmla="*/ 17 w 29"/>
                  <a:gd name="T59" fmla="*/ 0 h 36"/>
                  <a:gd name="T60" fmla="*/ 20 w 29"/>
                  <a:gd name="T61" fmla="*/ 1 h 36"/>
                  <a:gd name="T62" fmla="*/ 28 w 29"/>
                  <a:gd name="T63" fmla="*/ 9 h 36"/>
                  <a:gd name="T64" fmla="*/ 29 w 29"/>
                  <a:gd name="T65" fmla="*/ 10 h 36"/>
                  <a:gd name="T66" fmla="*/ 29 w 29"/>
                  <a:gd name="T67" fmla="*/ 35 h 36"/>
                  <a:gd name="T68" fmla="*/ 28 w 29"/>
                  <a:gd name="T69" fmla="*/ 36 h 36"/>
                  <a:gd name="T70" fmla="*/ 4 w 29"/>
                  <a:gd name="T71" fmla="*/ 29 h 36"/>
                  <a:gd name="T72" fmla="*/ 4 w 29"/>
                  <a:gd name="T73" fmla="*/ 31 h 36"/>
                  <a:gd name="T74" fmla="*/ 25 w 29"/>
                  <a:gd name="T75" fmla="*/ 31 h 36"/>
                  <a:gd name="T76" fmla="*/ 25 w 29"/>
                  <a:gd name="T77" fmla="*/ 29 h 36"/>
                  <a:gd name="T78" fmla="*/ 4 w 29"/>
                  <a:gd name="T79" fmla="*/ 29 h 36"/>
                  <a:gd name="T80" fmla="*/ 4 w 29"/>
                  <a:gd name="T81" fmla="*/ 25 h 36"/>
                  <a:gd name="T82" fmla="*/ 4 w 29"/>
                  <a:gd name="T83" fmla="*/ 27 h 36"/>
                  <a:gd name="T84" fmla="*/ 25 w 29"/>
                  <a:gd name="T85" fmla="*/ 27 h 36"/>
                  <a:gd name="T86" fmla="*/ 25 w 29"/>
                  <a:gd name="T87" fmla="*/ 25 h 36"/>
                  <a:gd name="T88" fmla="*/ 4 w 29"/>
                  <a:gd name="T89" fmla="*/ 25 h 36"/>
                  <a:gd name="T90" fmla="*/ 4 w 29"/>
                  <a:gd name="T91" fmla="*/ 21 h 36"/>
                  <a:gd name="T92" fmla="*/ 4 w 29"/>
                  <a:gd name="T93" fmla="*/ 23 h 36"/>
                  <a:gd name="T94" fmla="*/ 25 w 29"/>
                  <a:gd name="T95" fmla="*/ 23 h 36"/>
                  <a:gd name="T96" fmla="*/ 25 w 29"/>
                  <a:gd name="T97" fmla="*/ 21 h 36"/>
                  <a:gd name="T98" fmla="*/ 4 w 29"/>
                  <a:gd name="T99" fmla="*/ 21 h 36"/>
                  <a:gd name="T100" fmla="*/ 2 w 29"/>
                  <a:gd name="T101" fmla="*/ 34 h 36"/>
                  <a:gd name="T102" fmla="*/ 27 w 29"/>
                  <a:gd name="T103" fmla="*/ 34 h 36"/>
                  <a:gd name="T104" fmla="*/ 27 w 29"/>
                  <a:gd name="T105" fmla="*/ 11 h 36"/>
                  <a:gd name="T106" fmla="*/ 19 w 29"/>
                  <a:gd name="T107" fmla="*/ 11 h 36"/>
                  <a:gd name="T108" fmla="*/ 18 w 29"/>
                  <a:gd name="T109" fmla="*/ 10 h 36"/>
                  <a:gd name="T110" fmla="*/ 18 w 29"/>
                  <a:gd name="T111" fmla="*/ 2 h 36"/>
                  <a:gd name="T112" fmla="*/ 2 w 29"/>
                  <a:gd name="T113" fmla="*/ 2 h 36"/>
                  <a:gd name="T114" fmla="*/ 2 w 29"/>
                  <a:gd name="T115" fmla="*/ 3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9" h="36">
                    <a:moveTo>
                      <a:pt x="20" y="3"/>
                    </a:moveTo>
                    <a:cubicBezTo>
                      <a:pt x="20" y="9"/>
                      <a:pt x="20" y="9"/>
                      <a:pt x="20" y="9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20" y="3"/>
                      <a:pt x="20" y="3"/>
                      <a:pt x="20" y="3"/>
                    </a:cubicBezTo>
                    <a:close/>
                    <a:moveTo>
                      <a:pt x="4" y="5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4" y="5"/>
                      <a:pt x="4" y="5"/>
                      <a:pt x="4" y="5"/>
                    </a:cubicBezTo>
                    <a:close/>
                    <a:moveTo>
                      <a:pt x="4" y="9"/>
                    </a:moveTo>
                    <a:cubicBezTo>
                      <a:pt x="4" y="11"/>
                      <a:pt x="4" y="11"/>
                      <a:pt x="4" y="11"/>
                    </a:cubicBez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4" y="9"/>
                      <a:pt x="4" y="9"/>
                      <a:pt x="4" y="9"/>
                    </a:cubicBezTo>
                    <a:close/>
                    <a:moveTo>
                      <a:pt x="4" y="13"/>
                    </a:moveTo>
                    <a:cubicBezTo>
                      <a:pt x="4" y="15"/>
                      <a:pt x="4" y="15"/>
                      <a:pt x="4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4" y="13"/>
                      <a:pt x="4" y="13"/>
                      <a:pt x="4" y="13"/>
                    </a:cubicBezTo>
                    <a:close/>
                    <a:moveTo>
                      <a:pt x="4" y="17"/>
                    </a:moveTo>
                    <a:cubicBezTo>
                      <a:pt x="4" y="19"/>
                      <a:pt x="4" y="19"/>
                      <a:pt x="4" y="19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4" y="17"/>
                      <a:pt x="4" y="17"/>
                      <a:pt x="4" y="17"/>
                    </a:cubicBezTo>
                    <a:close/>
                    <a:moveTo>
                      <a:pt x="28" y="36"/>
                    </a:moveTo>
                    <a:cubicBezTo>
                      <a:pt x="1" y="36"/>
                      <a:pt x="1" y="36"/>
                      <a:pt x="1" y="36"/>
                    </a:cubicBezTo>
                    <a:cubicBezTo>
                      <a:pt x="1" y="36"/>
                      <a:pt x="0" y="36"/>
                      <a:pt x="0" y="35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9" y="0"/>
                      <a:pt x="19" y="0"/>
                      <a:pt x="20" y="1"/>
                    </a:cubicBezTo>
                    <a:cubicBezTo>
                      <a:pt x="28" y="9"/>
                      <a:pt x="28" y="9"/>
                      <a:pt x="28" y="9"/>
                    </a:cubicBezTo>
                    <a:cubicBezTo>
                      <a:pt x="29" y="9"/>
                      <a:pt x="29" y="10"/>
                      <a:pt x="29" y="10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29" y="36"/>
                      <a:pt x="28" y="36"/>
                      <a:pt x="28" y="36"/>
                    </a:cubicBezTo>
                    <a:close/>
                    <a:moveTo>
                      <a:pt x="4" y="29"/>
                    </a:moveTo>
                    <a:cubicBezTo>
                      <a:pt x="4" y="31"/>
                      <a:pt x="4" y="31"/>
                      <a:pt x="4" y="31"/>
                    </a:cubicBezTo>
                    <a:cubicBezTo>
                      <a:pt x="25" y="31"/>
                      <a:pt x="25" y="31"/>
                      <a:pt x="25" y="31"/>
                    </a:cubicBezTo>
                    <a:cubicBezTo>
                      <a:pt x="25" y="29"/>
                      <a:pt x="25" y="29"/>
                      <a:pt x="25" y="29"/>
                    </a:cubicBezTo>
                    <a:cubicBezTo>
                      <a:pt x="4" y="29"/>
                      <a:pt x="4" y="29"/>
                      <a:pt x="4" y="29"/>
                    </a:cubicBezTo>
                    <a:close/>
                    <a:moveTo>
                      <a:pt x="4" y="25"/>
                    </a:moveTo>
                    <a:cubicBezTo>
                      <a:pt x="4" y="27"/>
                      <a:pt x="4" y="27"/>
                      <a:pt x="4" y="27"/>
                    </a:cubicBezTo>
                    <a:cubicBezTo>
                      <a:pt x="25" y="27"/>
                      <a:pt x="25" y="27"/>
                      <a:pt x="25" y="27"/>
                    </a:cubicBezTo>
                    <a:cubicBezTo>
                      <a:pt x="25" y="25"/>
                      <a:pt x="25" y="25"/>
                      <a:pt x="25" y="25"/>
                    </a:cubicBezTo>
                    <a:cubicBezTo>
                      <a:pt x="4" y="25"/>
                      <a:pt x="4" y="25"/>
                      <a:pt x="4" y="25"/>
                    </a:cubicBezTo>
                    <a:close/>
                    <a:moveTo>
                      <a:pt x="4" y="21"/>
                    </a:moveTo>
                    <a:cubicBezTo>
                      <a:pt x="4" y="23"/>
                      <a:pt x="4" y="23"/>
                      <a:pt x="4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4" y="21"/>
                      <a:pt x="4" y="21"/>
                      <a:pt x="4" y="21"/>
                    </a:cubicBezTo>
                    <a:close/>
                    <a:moveTo>
                      <a:pt x="2" y="34"/>
                    </a:moveTo>
                    <a:cubicBezTo>
                      <a:pt x="27" y="34"/>
                      <a:pt x="27" y="34"/>
                      <a:pt x="27" y="34"/>
                    </a:cubicBezTo>
                    <a:cubicBezTo>
                      <a:pt x="27" y="11"/>
                      <a:pt x="27" y="11"/>
                      <a:pt x="27" y="11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8" y="11"/>
                      <a:pt x="18" y="10"/>
                      <a:pt x="18" y="10"/>
                    </a:cubicBezTo>
                    <a:cubicBezTo>
                      <a:pt x="18" y="2"/>
                      <a:pt x="18" y="2"/>
                      <a:pt x="18" y="2"/>
                    </a:cubicBezTo>
                    <a:cubicBezTo>
                      <a:pt x="2" y="2"/>
                      <a:pt x="2" y="2"/>
                      <a:pt x="2" y="2"/>
                    </a:cubicBezTo>
                    <a:lnTo>
                      <a:pt x="2" y="34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7" name="Freeform 386"/>
              <p:cNvSpPr>
                <a:spLocks noEditPoints="1"/>
              </p:cNvSpPr>
              <p:nvPr/>
            </p:nvSpPr>
            <p:spPr bwMode="auto">
              <a:xfrm>
                <a:off x="2939152" y="2654354"/>
                <a:ext cx="315308" cy="406787"/>
              </a:xfrm>
              <a:custGeom>
                <a:avLst/>
                <a:gdLst>
                  <a:gd name="T0" fmla="*/ 20 w 29"/>
                  <a:gd name="T1" fmla="*/ 4 h 37"/>
                  <a:gd name="T2" fmla="*/ 20 w 29"/>
                  <a:gd name="T3" fmla="*/ 10 h 37"/>
                  <a:gd name="T4" fmla="*/ 25 w 29"/>
                  <a:gd name="T5" fmla="*/ 10 h 37"/>
                  <a:gd name="T6" fmla="*/ 20 w 29"/>
                  <a:gd name="T7" fmla="*/ 4 h 37"/>
                  <a:gd name="T8" fmla="*/ 4 w 29"/>
                  <a:gd name="T9" fmla="*/ 6 h 37"/>
                  <a:gd name="T10" fmla="*/ 4 w 29"/>
                  <a:gd name="T11" fmla="*/ 8 h 37"/>
                  <a:gd name="T12" fmla="*/ 15 w 29"/>
                  <a:gd name="T13" fmla="*/ 8 h 37"/>
                  <a:gd name="T14" fmla="*/ 15 w 29"/>
                  <a:gd name="T15" fmla="*/ 6 h 37"/>
                  <a:gd name="T16" fmla="*/ 4 w 29"/>
                  <a:gd name="T17" fmla="*/ 6 h 37"/>
                  <a:gd name="T18" fmla="*/ 4 w 29"/>
                  <a:gd name="T19" fmla="*/ 10 h 37"/>
                  <a:gd name="T20" fmla="*/ 4 w 29"/>
                  <a:gd name="T21" fmla="*/ 12 h 37"/>
                  <a:gd name="T22" fmla="*/ 15 w 29"/>
                  <a:gd name="T23" fmla="*/ 12 h 37"/>
                  <a:gd name="T24" fmla="*/ 15 w 29"/>
                  <a:gd name="T25" fmla="*/ 10 h 37"/>
                  <a:gd name="T26" fmla="*/ 4 w 29"/>
                  <a:gd name="T27" fmla="*/ 10 h 37"/>
                  <a:gd name="T28" fmla="*/ 4 w 29"/>
                  <a:gd name="T29" fmla="*/ 14 h 37"/>
                  <a:gd name="T30" fmla="*/ 4 w 29"/>
                  <a:gd name="T31" fmla="*/ 16 h 37"/>
                  <a:gd name="T32" fmla="*/ 25 w 29"/>
                  <a:gd name="T33" fmla="*/ 16 h 37"/>
                  <a:gd name="T34" fmla="*/ 25 w 29"/>
                  <a:gd name="T35" fmla="*/ 14 h 37"/>
                  <a:gd name="T36" fmla="*/ 4 w 29"/>
                  <a:gd name="T37" fmla="*/ 14 h 37"/>
                  <a:gd name="T38" fmla="*/ 4 w 29"/>
                  <a:gd name="T39" fmla="*/ 18 h 37"/>
                  <a:gd name="T40" fmla="*/ 4 w 29"/>
                  <a:gd name="T41" fmla="*/ 20 h 37"/>
                  <a:gd name="T42" fmla="*/ 25 w 29"/>
                  <a:gd name="T43" fmla="*/ 20 h 37"/>
                  <a:gd name="T44" fmla="*/ 25 w 29"/>
                  <a:gd name="T45" fmla="*/ 18 h 37"/>
                  <a:gd name="T46" fmla="*/ 4 w 29"/>
                  <a:gd name="T47" fmla="*/ 18 h 37"/>
                  <a:gd name="T48" fmla="*/ 28 w 29"/>
                  <a:gd name="T49" fmla="*/ 37 h 37"/>
                  <a:gd name="T50" fmla="*/ 1 w 29"/>
                  <a:gd name="T51" fmla="*/ 37 h 37"/>
                  <a:gd name="T52" fmla="*/ 0 w 29"/>
                  <a:gd name="T53" fmla="*/ 36 h 37"/>
                  <a:gd name="T54" fmla="*/ 0 w 29"/>
                  <a:gd name="T55" fmla="*/ 1 h 37"/>
                  <a:gd name="T56" fmla="*/ 1 w 29"/>
                  <a:gd name="T57" fmla="*/ 0 h 37"/>
                  <a:gd name="T58" fmla="*/ 17 w 29"/>
                  <a:gd name="T59" fmla="*/ 0 h 37"/>
                  <a:gd name="T60" fmla="*/ 20 w 29"/>
                  <a:gd name="T61" fmla="*/ 2 h 37"/>
                  <a:gd name="T62" fmla="*/ 28 w 29"/>
                  <a:gd name="T63" fmla="*/ 10 h 37"/>
                  <a:gd name="T64" fmla="*/ 29 w 29"/>
                  <a:gd name="T65" fmla="*/ 11 h 37"/>
                  <a:gd name="T66" fmla="*/ 29 w 29"/>
                  <a:gd name="T67" fmla="*/ 36 h 37"/>
                  <a:gd name="T68" fmla="*/ 28 w 29"/>
                  <a:gd name="T69" fmla="*/ 37 h 37"/>
                  <a:gd name="T70" fmla="*/ 4 w 29"/>
                  <a:gd name="T71" fmla="*/ 30 h 37"/>
                  <a:gd name="T72" fmla="*/ 4 w 29"/>
                  <a:gd name="T73" fmla="*/ 32 h 37"/>
                  <a:gd name="T74" fmla="*/ 25 w 29"/>
                  <a:gd name="T75" fmla="*/ 32 h 37"/>
                  <a:gd name="T76" fmla="*/ 25 w 29"/>
                  <a:gd name="T77" fmla="*/ 30 h 37"/>
                  <a:gd name="T78" fmla="*/ 4 w 29"/>
                  <a:gd name="T79" fmla="*/ 30 h 37"/>
                  <a:gd name="T80" fmla="*/ 4 w 29"/>
                  <a:gd name="T81" fmla="*/ 26 h 37"/>
                  <a:gd name="T82" fmla="*/ 4 w 29"/>
                  <a:gd name="T83" fmla="*/ 28 h 37"/>
                  <a:gd name="T84" fmla="*/ 25 w 29"/>
                  <a:gd name="T85" fmla="*/ 28 h 37"/>
                  <a:gd name="T86" fmla="*/ 25 w 29"/>
                  <a:gd name="T87" fmla="*/ 26 h 37"/>
                  <a:gd name="T88" fmla="*/ 4 w 29"/>
                  <a:gd name="T89" fmla="*/ 26 h 37"/>
                  <a:gd name="T90" fmla="*/ 4 w 29"/>
                  <a:gd name="T91" fmla="*/ 22 h 37"/>
                  <a:gd name="T92" fmla="*/ 4 w 29"/>
                  <a:gd name="T93" fmla="*/ 24 h 37"/>
                  <a:gd name="T94" fmla="*/ 25 w 29"/>
                  <a:gd name="T95" fmla="*/ 24 h 37"/>
                  <a:gd name="T96" fmla="*/ 25 w 29"/>
                  <a:gd name="T97" fmla="*/ 22 h 37"/>
                  <a:gd name="T98" fmla="*/ 4 w 29"/>
                  <a:gd name="T99" fmla="*/ 22 h 37"/>
                  <a:gd name="T100" fmla="*/ 2 w 29"/>
                  <a:gd name="T101" fmla="*/ 35 h 37"/>
                  <a:gd name="T102" fmla="*/ 27 w 29"/>
                  <a:gd name="T103" fmla="*/ 35 h 37"/>
                  <a:gd name="T104" fmla="*/ 27 w 29"/>
                  <a:gd name="T105" fmla="*/ 12 h 37"/>
                  <a:gd name="T106" fmla="*/ 19 w 29"/>
                  <a:gd name="T107" fmla="*/ 12 h 37"/>
                  <a:gd name="T108" fmla="*/ 18 w 29"/>
                  <a:gd name="T109" fmla="*/ 11 h 37"/>
                  <a:gd name="T110" fmla="*/ 18 w 29"/>
                  <a:gd name="T111" fmla="*/ 3 h 37"/>
                  <a:gd name="T112" fmla="*/ 2 w 29"/>
                  <a:gd name="T113" fmla="*/ 3 h 37"/>
                  <a:gd name="T114" fmla="*/ 2 w 29"/>
                  <a:gd name="T115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9" h="37">
                    <a:moveTo>
                      <a:pt x="20" y="4"/>
                    </a:moveTo>
                    <a:cubicBezTo>
                      <a:pt x="20" y="10"/>
                      <a:pt x="20" y="10"/>
                      <a:pt x="20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20" y="4"/>
                      <a:pt x="20" y="4"/>
                      <a:pt x="20" y="4"/>
                    </a:cubicBezTo>
                    <a:close/>
                    <a:moveTo>
                      <a:pt x="4" y="6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4" y="6"/>
                      <a:pt x="4" y="6"/>
                      <a:pt x="4" y="6"/>
                    </a:cubicBezTo>
                    <a:close/>
                    <a:moveTo>
                      <a:pt x="4" y="10"/>
                    </a:moveTo>
                    <a:cubicBezTo>
                      <a:pt x="4" y="12"/>
                      <a:pt x="4" y="12"/>
                      <a:pt x="4" y="12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4" y="10"/>
                      <a:pt x="4" y="10"/>
                      <a:pt x="4" y="10"/>
                    </a:cubicBezTo>
                    <a:close/>
                    <a:moveTo>
                      <a:pt x="4" y="14"/>
                    </a:moveTo>
                    <a:cubicBezTo>
                      <a:pt x="4" y="16"/>
                      <a:pt x="4" y="16"/>
                      <a:pt x="4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4" y="14"/>
                      <a:pt x="4" y="14"/>
                      <a:pt x="4" y="14"/>
                    </a:cubicBezTo>
                    <a:close/>
                    <a:moveTo>
                      <a:pt x="4" y="18"/>
                    </a:moveTo>
                    <a:cubicBezTo>
                      <a:pt x="4" y="20"/>
                      <a:pt x="4" y="20"/>
                      <a:pt x="4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4" y="18"/>
                      <a:pt x="4" y="18"/>
                      <a:pt x="4" y="18"/>
                    </a:cubicBezTo>
                    <a:close/>
                    <a:moveTo>
                      <a:pt x="28" y="37"/>
                    </a:moveTo>
                    <a:cubicBezTo>
                      <a:pt x="1" y="37"/>
                      <a:pt x="1" y="37"/>
                      <a:pt x="1" y="37"/>
                    </a:cubicBezTo>
                    <a:cubicBezTo>
                      <a:pt x="1" y="37"/>
                      <a:pt x="0" y="37"/>
                      <a:pt x="0" y="36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9" y="0"/>
                      <a:pt x="19" y="1"/>
                      <a:pt x="20" y="2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9" y="10"/>
                      <a:pt x="29" y="11"/>
                      <a:pt x="29" y="11"/>
                    </a:cubicBezTo>
                    <a:cubicBezTo>
                      <a:pt x="29" y="36"/>
                      <a:pt x="29" y="36"/>
                      <a:pt x="29" y="36"/>
                    </a:cubicBezTo>
                    <a:cubicBezTo>
                      <a:pt x="29" y="37"/>
                      <a:pt x="28" y="37"/>
                      <a:pt x="28" y="37"/>
                    </a:cubicBezTo>
                    <a:close/>
                    <a:moveTo>
                      <a:pt x="4" y="30"/>
                    </a:moveTo>
                    <a:cubicBezTo>
                      <a:pt x="4" y="32"/>
                      <a:pt x="4" y="32"/>
                      <a:pt x="4" y="32"/>
                    </a:cubicBezTo>
                    <a:cubicBezTo>
                      <a:pt x="25" y="32"/>
                      <a:pt x="25" y="32"/>
                      <a:pt x="25" y="32"/>
                    </a:cubicBezTo>
                    <a:cubicBezTo>
                      <a:pt x="25" y="30"/>
                      <a:pt x="25" y="30"/>
                      <a:pt x="25" y="30"/>
                    </a:cubicBezTo>
                    <a:cubicBezTo>
                      <a:pt x="4" y="30"/>
                      <a:pt x="4" y="30"/>
                      <a:pt x="4" y="30"/>
                    </a:cubicBezTo>
                    <a:close/>
                    <a:moveTo>
                      <a:pt x="4" y="26"/>
                    </a:moveTo>
                    <a:cubicBezTo>
                      <a:pt x="4" y="28"/>
                      <a:pt x="4" y="28"/>
                      <a:pt x="4" y="28"/>
                    </a:cubicBezTo>
                    <a:cubicBezTo>
                      <a:pt x="25" y="28"/>
                      <a:pt x="25" y="28"/>
                      <a:pt x="25" y="28"/>
                    </a:cubicBezTo>
                    <a:cubicBezTo>
                      <a:pt x="25" y="26"/>
                      <a:pt x="25" y="26"/>
                      <a:pt x="25" y="26"/>
                    </a:cubicBezTo>
                    <a:cubicBezTo>
                      <a:pt x="4" y="26"/>
                      <a:pt x="4" y="26"/>
                      <a:pt x="4" y="26"/>
                    </a:cubicBezTo>
                    <a:close/>
                    <a:moveTo>
                      <a:pt x="4" y="22"/>
                    </a:moveTo>
                    <a:cubicBezTo>
                      <a:pt x="4" y="24"/>
                      <a:pt x="4" y="24"/>
                      <a:pt x="4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4" y="22"/>
                      <a:pt x="4" y="22"/>
                      <a:pt x="4" y="22"/>
                    </a:cubicBezTo>
                    <a:close/>
                    <a:moveTo>
                      <a:pt x="2" y="35"/>
                    </a:move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19" y="12"/>
                      <a:pt x="19" y="12"/>
                      <a:pt x="19" y="12"/>
                    </a:cubicBezTo>
                    <a:cubicBezTo>
                      <a:pt x="18" y="12"/>
                      <a:pt x="18" y="11"/>
                      <a:pt x="18" y="11"/>
                    </a:cubicBezTo>
                    <a:cubicBezTo>
                      <a:pt x="18" y="3"/>
                      <a:pt x="18" y="3"/>
                      <a:pt x="18" y="3"/>
                    </a:cubicBezTo>
                    <a:cubicBezTo>
                      <a:pt x="2" y="3"/>
                      <a:pt x="2" y="3"/>
                      <a:pt x="2" y="3"/>
                    </a:cubicBez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8" name="Freeform 387"/>
              <p:cNvSpPr>
                <a:spLocks noEditPoints="1"/>
              </p:cNvSpPr>
              <p:nvPr/>
            </p:nvSpPr>
            <p:spPr bwMode="auto">
              <a:xfrm>
                <a:off x="2939152" y="2654354"/>
                <a:ext cx="315308" cy="406787"/>
              </a:xfrm>
              <a:custGeom>
                <a:avLst/>
                <a:gdLst>
                  <a:gd name="T0" fmla="*/ 19 w 29"/>
                  <a:gd name="T1" fmla="*/ 4 h 37"/>
                  <a:gd name="T2" fmla="*/ 19 w 29"/>
                  <a:gd name="T3" fmla="*/ 10 h 37"/>
                  <a:gd name="T4" fmla="*/ 25 w 29"/>
                  <a:gd name="T5" fmla="*/ 10 h 37"/>
                  <a:gd name="T6" fmla="*/ 19 w 29"/>
                  <a:gd name="T7" fmla="*/ 4 h 37"/>
                  <a:gd name="T8" fmla="*/ 4 w 29"/>
                  <a:gd name="T9" fmla="*/ 6 h 37"/>
                  <a:gd name="T10" fmla="*/ 4 w 29"/>
                  <a:gd name="T11" fmla="*/ 8 h 37"/>
                  <a:gd name="T12" fmla="*/ 15 w 29"/>
                  <a:gd name="T13" fmla="*/ 8 h 37"/>
                  <a:gd name="T14" fmla="*/ 15 w 29"/>
                  <a:gd name="T15" fmla="*/ 6 h 37"/>
                  <a:gd name="T16" fmla="*/ 4 w 29"/>
                  <a:gd name="T17" fmla="*/ 6 h 37"/>
                  <a:gd name="T18" fmla="*/ 4 w 29"/>
                  <a:gd name="T19" fmla="*/ 10 h 37"/>
                  <a:gd name="T20" fmla="*/ 4 w 29"/>
                  <a:gd name="T21" fmla="*/ 12 h 37"/>
                  <a:gd name="T22" fmla="*/ 15 w 29"/>
                  <a:gd name="T23" fmla="*/ 12 h 37"/>
                  <a:gd name="T24" fmla="*/ 15 w 29"/>
                  <a:gd name="T25" fmla="*/ 10 h 37"/>
                  <a:gd name="T26" fmla="*/ 4 w 29"/>
                  <a:gd name="T27" fmla="*/ 10 h 37"/>
                  <a:gd name="T28" fmla="*/ 4 w 29"/>
                  <a:gd name="T29" fmla="*/ 14 h 37"/>
                  <a:gd name="T30" fmla="*/ 4 w 29"/>
                  <a:gd name="T31" fmla="*/ 16 h 37"/>
                  <a:gd name="T32" fmla="*/ 25 w 29"/>
                  <a:gd name="T33" fmla="*/ 16 h 37"/>
                  <a:gd name="T34" fmla="*/ 25 w 29"/>
                  <a:gd name="T35" fmla="*/ 14 h 37"/>
                  <a:gd name="T36" fmla="*/ 4 w 29"/>
                  <a:gd name="T37" fmla="*/ 14 h 37"/>
                  <a:gd name="T38" fmla="*/ 4 w 29"/>
                  <a:gd name="T39" fmla="*/ 18 h 37"/>
                  <a:gd name="T40" fmla="*/ 4 w 29"/>
                  <a:gd name="T41" fmla="*/ 20 h 37"/>
                  <a:gd name="T42" fmla="*/ 25 w 29"/>
                  <a:gd name="T43" fmla="*/ 20 h 37"/>
                  <a:gd name="T44" fmla="*/ 25 w 29"/>
                  <a:gd name="T45" fmla="*/ 18 h 37"/>
                  <a:gd name="T46" fmla="*/ 4 w 29"/>
                  <a:gd name="T47" fmla="*/ 18 h 37"/>
                  <a:gd name="T48" fmla="*/ 28 w 29"/>
                  <a:gd name="T49" fmla="*/ 37 h 37"/>
                  <a:gd name="T50" fmla="*/ 1 w 29"/>
                  <a:gd name="T51" fmla="*/ 37 h 37"/>
                  <a:gd name="T52" fmla="*/ 0 w 29"/>
                  <a:gd name="T53" fmla="*/ 36 h 37"/>
                  <a:gd name="T54" fmla="*/ 0 w 29"/>
                  <a:gd name="T55" fmla="*/ 1 h 37"/>
                  <a:gd name="T56" fmla="*/ 1 w 29"/>
                  <a:gd name="T57" fmla="*/ 0 h 37"/>
                  <a:gd name="T58" fmla="*/ 16 w 29"/>
                  <a:gd name="T59" fmla="*/ 0 h 37"/>
                  <a:gd name="T60" fmla="*/ 20 w 29"/>
                  <a:gd name="T61" fmla="*/ 2 h 37"/>
                  <a:gd name="T62" fmla="*/ 28 w 29"/>
                  <a:gd name="T63" fmla="*/ 10 h 37"/>
                  <a:gd name="T64" fmla="*/ 29 w 29"/>
                  <a:gd name="T65" fmla="*/ 11 h 37"/>
                  <a:gd name="T66" fmla="*/ 29 w 29"/>
                  <a:gd name="T67" fmla="*/ 36 h 37"/>
                  <a:gd name="T68" fmla="*/ 28 w 29"/>
                  <a:gd name="T69" fmla="*/ 37 h 37"/>
                  <a:gd name="T70" fmla="*/ 4 w 29"/>
                  <a:gd name="T71" fmla="*/ 30 h 37"/>
                  <a:gd name="T72" fmla="*/ 4 w 29"/>
                  <a:gd name="T73" fmla="*/ 32 h 37"/>
                  <a:gd name="T74" fmla="*/ 25 w 29"/>
                  <a:gd name="T75" fmla="*/ 32 h 37"/>
                  <a:gd name="T76" fmla="*/ 25 w 29"/>
                  <a:gd name="T77" fmla="*/ 30 h 37"/>
                  <a:gd name="T78" fmla="*/ 4 w 29"/>
                  <a:gd name="T79" fmla="*/ 30 h 37"/>
                  <a:gd name="T80" fmla="*/ 4 w 29"/>
                  <a:gd name="T81" fmla="*/ 26 h 37"/>
                  <a:gd name="T82" fmla="*/ 4 w 29"/>
                  <a:gd name="T83" fmla="*/ 28 h 37"/>
                  <a:gd name="T84" fmla="*/ 25 w 29"/>
                  <a:gd name="T85" fmla="*/ 28 h 37"/>
                  <a:gd name="T86" fmla="*/ 25 w 29"/>
                  <a:gd name="T87" fmla="*/ 26 h 37"/>
                  <a:gd name="T88" fmla="*/ 4 w 29"/>
                  <a:gd name="T89" fmla="*/ 26 h 37"/>
                  <a:gd name="T90" fmla="*/ 4 w 29"/>
                  <a:gd name="T91" fmla="*/ 22 h 37"/>
                  <a:gd name="T92" fmla="*/ 4 w 29"/>
                  <a:gd name="T93" fmla="*/ 24 h 37"/>
                  <a:gd name="T94" fmla="*/ 25 w 29"/>
                  <a:gd name="T95" fmla="*/ 24 h 37"/>
                  <a:gd name="T96" fmla="*/ 25 w 29"/>
                  <a:gd name="T97" fmla="*/ 22 h 37"/>
                  <a:gd name="T98" fmla="*/ 4 w 29"/>
                  <a:gd name="T99" fmla="*/ 22 h 37"/>
                  <a:gd name="T100" fmla="*/ 2 w 29"/>
                  <a:gd name="T101" fmla="*/ 35 h 37"/>
                  <a:gd name="T102" fmla="*/ 27 w 29"/>
                  <a:gd name="T103" fmla="*/ 35 h 37"/>
                  <a:gd name="T104" fmla="*/ 27 w 29"/>
                  <a:gd name="T105" fmla="*/ 12 h 37"/>
                  <a:gd name="T106" fmla="*/ 18 w 29"/>
                  <a:gd name="T107" fmla="*/ 12 h 37"/>
                  <a:gd name="T108" fmla="*/ 17 w 29"/>
                  <a:gd name="T109" fmla="*/ 11 h 37"/>
                  <a:gd name="T110" fmla="*/ 17 w 29"/>
                  <a:gd name="T111" fmla="*/ 2 h 37"/>
                  <a:gd name="T112" fmla="*/ 2 w 29"/>
                  <a:gd name="T113" fmla="*/ 2 h 37"/>
                  <a:gd name="T114" fmla="*/ 2 w 29"/>
                  <a:gd name="T115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9" h="37">
                    <a:moveTo>
                      <a:pt x="19" y="4"/>
                    </a:moveTo>
                    <a:cubicBezTo>
                      <a:pt x="19" y="10"/>
                      <a:pt x="19" y="10"/>
                      <a:pt x="19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19" y="4"/>
                      <a:pt x="19" y="4"/>
                      <a:pt x="19" y="4"/>
                    </a:cubicBezTo>
                    <a:close/>
                    <a:moveTo>
                      <a:pt x="4" y="6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4" y="6"/>
                      <a:pt x="4" y="6"/>
                      <a:pt x="4" y="6"/>
                    </a:cubicBezTo>
                    <a:close/>
                    <a:moveTo>
                      <a:pt x="4" y="10"/>
                    </a:moveTo>
                    <a:cubicBezTo>
                      <a:pt x="4" y="12"/>
                      <a:pt x="4" y="12"/>
                      <a:pt x="4" y="12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4" y="10"/>
                      <a:pt x="4" y="10"/>
                      <a:pt x="4" y="10"/>
                    </a:cubicBezTo>
                    <a:close/>
                    <a:moveTo>
                      <a:pt x="4" y="14"/>
                    </a:moveTo>
                    <a:cubicBezTo>
                      <a:pt x="4" y="16"/>
                      <a:pt x="4" y="16"/>
                      <a:pt x="4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4" y="14"/>
                      <a:pt x="4" y="14"/>
                      <a:pt x="4" y="14"/>
                    </a:cubicBezTo>
                    <a:close/>
                    <a:moveTo>
                      <a:pt x="4" y="18"/>
                    </a:moveTo>
                    <a:cubicBezTo>
                      <a:pt x="4" y="20"/>
                      <a:pt x="4" y="20"/>
                      <a:pt x="4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4" y="18"/>
                      <a:pt x="4" y="18"/>
                      <a:pt x="4" y="18"/>
                    </a:cubicBezTo>
                    <a:close/>
                    <a:moveTo>
                      <a:pt x="28" y="37"/>
                    </a:moveTo>
                    <a:cubicBezTo>
                      <a:pt x="1" y="37"/>
                      <a:pt x="1" y="37"/>
                      <a:pt x="1" y="37"/>
                    </a:cubicBezTo>
                    <a:cubicBezTo>
                      <a:pt x="1" y="37"/>
                      <a:pt x="0" y="37"/>
                      <a:pt x="0" y="36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9" y="0"/>
                      <a:pt x="19" y="1"/>
                      <a:pt x="20" y="2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9" y="10"/>
                      <a:pt x="29" y="11"/>
                      <a:pt x="29" y="11"/>
                    </a:cubicBezTo>
                    <a:cubicBezTo>
                      <a:pt x="29" y="36"/>
                      <a:pt x="29" y="36"/>
                      <a:pt x="29" y="36"/>
                    </a:cubicBezTo>
                    <a:cubicBezTo>
                      <a:pt x="29" y="37"/>
                      <a:pt x="28" y="37"/>
                      <a:pt x="28" y="37"/>
                    </a:cubicBezTo>
                    <a:close/>
                    <a:moveTo>
                      <a:pt x="4" y="30"/>
                    </a:moveTo>
                    <a:cubicBezTo>
                      <a:pt x="4" y="32"/>
                      <a:pt x="4" y="32"/>
                      <a:pt x="4" y="32"/>
                    </a:cubicBezTo>
                    <a:cubicBezTo>
                      <a:pt x="25" y="32"/>
                      <a:pt x="25" y="32"/>
                      <a:pt x="25" y="32"/>
                    </a:cubicBezTo>
                    <a:cubicBezTo>
                      <a:pt x="25" y="30"/>
                      <a:pt x="25" y="30"/>
                      <a:pt x="25" y="30"/>
                    </a:cubicBezTo>
                    <a:cubicBezTo>
                      <a:pt x="4" y="30"/>
                      <a:pt x="4" y="30"/>
                      <a:pt x="4" y="30"/>
                    </a:cubicBezTo>
                    <a:close/>
                    <a:moveTo>
                      <a:pt x="4" y="26"/>
                    </a:moveTo>
                    <a:cubicBezTo>
                      <a:pt x="4" y="28"/>
                      <a:pt x="4" y="28"/>
                      <a:pt x="4" y="28"/>
                    </a:cubicBezTo>
                    <a:cubicBezTo>
                      <a:pt x="25" y="28"/>
                      <a:pt x="25" y="28"/>
                      <a:pt x="25" y="28"/>
                    </a:cubicBezTo>
                    <a:cubicBezTo>
                      <a:pt x="25" y="26"/>
                      <a:pt x="25" y="26"/>
                      <a:pt x="25" y="26"/>
                    </a:cubicBezTo>
                    <a:cubicBezTo>
                      <a:pt x="4" y="26"/>
                      <a:pt x="4" y="26"/>
                      <a:pt x="4" y="26"/>
                    </a:cubicBezTo>
                    <a:close/>
                    <a:moveTo>
                      <a:pt x="4" y="22"/>
                    </a:moveTo>
                    <a:cubicBezTo>
                      <a:pt x="4" y="24"/>
                      <a:pt x="4" y="24"/>
                      <a:pt x="4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4" y="22"/>
                      <a:pt x="4" y="22"/>
                      <a:pt x="4" y="22"/>
                    </a:cubicBezTo>
                    <a:close/>
                    <a:moveTo>
                      <a:pt x="2" y="35"/>
                    </a:move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18" y="12"/>
                      <a:pt x="18" y="12"/>
                      <a:pt x="18" y="12"/>
                    </a:cubicBezTo>
                    <a:cubicBezTo>
                      <a:pt x="18" y="12"/>
                      <a:pt x="17" y="11"/>
                      <a:pt x="17" y="11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2" y="2"/>
                      <a:pt x="2" y="2"/>
                      <a:pt x="2" y="2"/>
                    </a:cubicBezTo>
                    <a:lnTo>
                      <a:pt x="2" y="35"/>
                    </a:lnTo>
                    <a:close/>
                  </a:path>
                </a:pathLst>
              </a:custGeom>
              <a:solidFill>
                <a:srgbClr val="1594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9" name="Freeform 388"/>
              <p:cNvSpPr>
                <a:spLocks noEditPoints="1"/>
              </p:cNvSpPr>
              <p:nvPr/>
            </p:nvSpPr>
            <p:spPr bwMode="auto">
              <a:xfrm>
                <a:off x="2939152" y="2654354"/>
                <a:ext cx="315308" cy="406787"/>
              </a:xfrm>
              <a:custGeom>
                <a:avLst/>
                <a:gdLst>
                  <a:gd name="T0" fmla="*/ 19 w 29"/>
                  <a:gd name="T1" fmla="*/ 4 h 37"/>
                  <a:gd name="T2" fmla="*/ 19 w 29"/>
                  <a:gd name="T3" fmla="*/ 10 h 37"/>
                  <a:gd name="T4" fmla="*/ 25 w 29"/>
                  <a:gd name="T5" fmla="*/ 10 h 37"/>
                  <a:gd name="T6" fmla="*/ 19 w 29"/>
                  <a:gd name="T7" fmla="*/ 4 h 37"/>
                  <a:gd name="T8" fmla="*/ 4 w 29"/>
                  <a:gd name="T9" fmla="*/ 6 h 37"/>
                  <a:gd name="T10" fmla="*/ 4 w 29"/>
                  <a:gd name="T11" fmla="*/ 8 h 37"/>
                  <a:gd name="T12" fmla="*/ 15 w 29"/>
                  <a:gd name="T13" fmla="*/ 8 h 37"/>
                  <a:gd name="T14" fmla="*/ 15 w 29"/>
                  <a:gd name="T15" fmla="*/ 6 h 37"/>
                  <a:gd name="T16" fmla="*/ 4 w 29"/>
                  <a:gd name="T17" fmla="*/ 6 h 37"/>
                  <a:gd name="T18" fmla="*/ 4 w 29"/>
                  <a:gd name="T19" fmla="*/ 10 h 37"/>
                  <a:gd name="T20" fmla="*/ 4 w 29"/>
                  <a:gd name="T21" fmla="*/ 12 h 37"/>
                  <a:gd name="T22" fmla="*/ 15 w 29"/>
                  <a:gd name="T23" fmla="*/ 12 h 37"/>
                  <a:gd name="T24" fmla="*/ 15 w 29"/>
                  <a:gd name="T25" fmla="*/ 10 h 37"/>
                  <a:gd name="T26" fmla="*/ 4 w 29"/>
                  <a:gd name="T27" fmla="*/ 10 h 37"/>
                  <a:gd name="T28" fmla="*/ 4 w 29"/>
                  <a:gd name="T29" fmla="*/ 14 h 37"/>
                  <a:gd name="T30" fmla="*/ 4 w 29"/>
                  <a:gd name="T31" fmla="*/ 16 h 37"/>
                  <a:gd name="T32" fmla="*/ 25 w 29"/>
                  <a:gd name="T33" fmla="*/ 16 h 37"/>
                  <a:gd name="T34" fmla="*/ 25 w 29"/>
                  <a:gd name="T35" fmla="*/ 14 h 37"/>
                  <a:gd name="T36" fmla="*/ 4 w 29"/>
                  <a:gd name="T37" fmla="*/ 14 h 37"/>
                  <a:gd name="T38" fmla="*/ 4 w 29"/>
                  <a:gd name="T39" fmla="*/ 18 h 37"/>
                  <a:gd name="T40" fmla="*/ 4 w 29"/>
                  <a:gd name="T41" fmla="*/ 20 h 37"/>
                  <a:gd name="T42" fmla="*/ 25 w 29"/>
                  <a:gd name="T43" fmla="*/ 20 h 37"/>
                  <a:gd name="T44" fmla="*/ 25 w 29"/>
                  <a:gd name="T45" fmla="*/ 18 h 37"/>
                  <a:gd name="T46" fmla="*/ 4 w 29"/>
                  <a:gd name="T47" fmla="*/ 18 h 37"/>
                  <a:gd name="T48" fmla="*/ 28 w 29"/>
                  <a:gd name="T49" fmla="*/ 37 h 37"/>
                  <a:gd name="T50" fmla="*/ 1 w 29"/>
                  <a:gd name="T51" fmla="*/ 37 h 37"/>
                  <a:gd name="T52" fmla="*/ 0 w 29"/>
                  <a:gd name="T53" fmla="*/ 36 h 37"/>
                  <a:gd name="T54" fmla="*/ 0 w 29"/>
                  <a:gd name="T55" fmla="*/ 1 h 37"/>
                  <a:gd name="T56" fmla="*/ 1 w 29"/>
                  <a:gd name="T57" fmla="*/ 0 h 37"/>
                  <a:gd name="T58" fmla="*/ 16 w 29"/>
                  <a:gd name="T59" fmla="*/ 0 h 37"/>
                  <a:gd name="T60" fmla="*/ 20 w 29"/>
                  <a:gd name="T61" fmla="*/ 2 h 37"/>
                  <a:gd name="T62" fmla="*/ 28 w 29"/>
                  <a:gd name="T63" fmla="*/ 10 h 37"/>
                  <a:gd name="T64" fmla="*/ 29 w 29"/>
                  <a:gd name="T65" fmla="*/ 11 h 37"/>
                  <a:gd name="T66" fmla="*/ 29 w 29"/>
                  <a:gd name="T67" fmla="*/ 36 h 37"/>
                  <a:gd name="T68" fmla="*/ 28 w 29"/>
                  <a:gd name="T69" fmla="*/ 37 h 37"/>
                  <a:gd name="T70" fmla="*/ 4 w 29"/>
                  <a:gd name="T71" fmla="*/ 30 h 37"/>
                  <a:gd name="T72" fmla="*/ 4 w 29"/>
                  <a:gd name="T73" fmla="*/ 32 h 37"/>
                  <a:gd name="T74" fmla="*/ 25 w 29"/>
                  <a:gd name="T75" fmla="*/ 32 h 37"/>
                  <a:gd name="T76" fmla="*/ 25 w 29"/>
                  <a:gd name="T77" fmla="*/ 30 h 37"/>
                  <a:gd name="T78" fmla="*/ 4 w 29"/>
                  <a:gd name="T79" fmla="*/ 30 h 37"/>
                  <a:gd name="T80" fmla="*/ 4 w 29"/>
                  <a:gd name="T81" fmla="*/ 26 h 37"/>
                  <a:gd name="T82" fmla="*/ 4 w 29"/>
                  <a:gd name="T83" fmla="*/ 28 h 37"/>
                  <a:gd name="T84" fmla="*/ 25 w 29"/>
                  <a:gd name="T85" fmla="*/ 28 h 37"/>
                  <a:gd name="T86" fmla="*/ 25 w 29"/>
                  <a:gd name="T87" fmla="*/ 26 h 37"/>
                  <a:gd name="T88" fmla="*/ 4 w 29"/>
                  <a:gd name="T89" fmla="*/ 26 h 37"/>
                  <a:gd name="T90" fmla="*/ 4 w 29"/>
                  <a:gd name="T91" fmla="*/ 22 h 37"/>
                  <a:gd name="T92" fmla="*/ 4 w 29"/>
                  <a:gd name="T93" fmla="*/ 24 h 37"/>
                  <a:gd name="T94" fmla="*/ 25 w 29"/>
                  <a:gd name="T95" fmla="*/ 24 h 37"/>
                  <a:gd name="T96" fmla="*/ 25 w 29"/>
                  <a:gd name="T97" fmla="*/ 22 h 37"/>
                  <a:gd name="T98" fmla="*/ 4 w 29"/>
                  <a:gd name="T99" fmla="*/ 22 h 37"/>
                  <a:gd name="T100" fmla="*/ 2 w 29"/>
                  <a:gd name="T101" fmla="*/ 35 h 37"/>
                  <a:gd name="T102" fmla="*/ 27 w 29"/>
                  <a:gd name="T103" fmla="*/ 35 h 37"/>
                  <a:gd name="T104" fmla="*/ 27 w 29"/>
                  <a:gd name="T105" fmla="*/ 12 h 37"/>
                  <a:gd name="T106" fmla="*/ 18 w 29"/>
                  <a:gd name="T107" fmla="*/ 12 h 37"/>
                  <a:gd name="T108" fmla="*/ 17 w 29"/>
                  <a:gd name="T109" fmla="*/ 11 h 37"/>
                  <a:gd name="T110" fmla="*/ 17 w 29"/>
                  <a:gd name="T111" fmla="*/ 2 h 37"/>
                  <a:gd name="T112" fmla="*/ 2 w 29"/>
                  <a:gd name="T113" fmla="*/ 2 h 37"/>
                  <a:gd name="T114" fmla="*/ 2 w 29"/>
                  <a:gd name="T115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9" h="37">
                    <a:moveTo>
                      <a:pt x="19" y="4"/>
                    </a:moveTo>
                    <a:cubicBezTo>
                      <a:pt x="19" y="10"/>
                      <a:pt x="19" y="10"/>
                      <a:pt x="19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19" y="4"/>
                      <a:pt x="19" y="4"/>
                      <a:pt x="19" y="4"/>
                    </a:cubicBezTo>
                    <a:close/>
                    <a:moveTo>
                      <a:pt x="4" y="6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4" y="6"/>
                      <a:pt x="4" y="6"/>
                      <a:pt x="4" y="6"/>
                    </a:cubicBezTo>
                    <a:close/>
                    <a:moveTo>
                      <a:pt x="4" y="10"/>
                    </a:moveTo>
                    <a:cubicBezTo>
                      <a:pt x="4" y="12"/>
                      <a:pt x="4" y="12"/>
                      <a:pt x="4" y="12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4" y="10"/>
                      <a:pt x="4" y="10"/>
                      <a:pt x="4" y="10"/>
                    </a:cubicBezTo>
                    <a:close/>
                    <a:moveTo>
                      <a:pt x="4" y="14"/>
                    </a:moveTo>
                    <a:cubicBezTo>
                      <a:pt x="4" y="16"/>
                      <a:pt x="4" y="16"/>
                      <a:pt x="4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4" y="14"/>
                      <a:pt x="4" y="14"/>
                      <a:pt x="4" y="14"/>
                    </a:cubicBezTo>
                    <a:close/>
                    <a:moveTo>
                      <a:pt x="4" y="18"/>
                    </a:moveTo>
                    <a:cubicBezTo>
                      <a:pt x="4" y="20"/>
                      <a:pt x="4" y="20"/>
                      <a:pt x="4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4" y="18"/>
                      <a:pt x="4" y="18"/>
                      <a:pt x="4" y="18"/>
                    </a:cubicBezTo>
                    <a:close/>
                    <a:moveTo>
                      <a:pt x="28" y="37"/>
                    </a:moveTo>
                    <a:cubicBezTo>
                      <a:pt x="1" y="37"/>
                      <a:pt x="1" y="37"/>
                      <a:pt x="1" y="37"/>
                    </a:cubicBezTo>
                    <a:cubicBezTo>
                      <a:pt x="1" y="37"/>
                      <a:pt x="0" y="37"/>
                      <a:pt x="0" y="36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9" y="0"/>
                      <a:pt x="19" y="0"/>
                      <a:pt x="20" y="2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9" y="10"/>
                      <a:pt x="29" y="10"/>
                      <a:pt x="29" y="11"/>
                    </a:cubicBezTo>
                    <a:cubicBezTo>
                      <a:pt x="29" y="36"/>
                      <a:pt x="29" y="36"/>
                      <a:pt x="29" y="36"/>
                    </a:cubicBezTo>
                    <a:cubicBezTo>
                      <a:pt x="29" y="37"/>
                      <a:pt x="28" y="37"/>
                      <a:pt x="28" y="37"/>
                    </a:cubicBezTo>
                    <a:close/>
                    <a:moveTo>
                      <a:pt x="4" y="30"/>
                    </a:moveTo>
                    <a:cubicBezTo>
                      <a:pt x="4" y="32"/>
                      <a:pt x="4" y="32"/>
                      <a:pt x="4" y="32"/>
                    </a:cubicBezTo>
                    <a:cubicBezTo>
                      <a:pt x="25" y="32"/>
                      <a:pt x="25" y="32"/>
                      <a:pt x="25" y="32"/>
                    </a:cubicBezTo>
                    <a:cubicBezTo>
                      <a:pt x="25" y="30"/>
                      <a:pt x="25" y="30"/>
                      <a:pt x="25" y="30"/>
                    </a:cubicBezTo>
                    <a:cubicBezTo>
                      <a:pt x="4" y="30"/>
                      <a:pt x="4" y="30"/>
                      <a:pt x="4" y="30"/>
                    </a:cubicBezTo>
                    <a:close/>
                    <a:moveTo>
                      <a:pt x="4" y="26"/>
                    </a:moveTo>
                    <a:cubicBezTo>
                      <a:pt x="4" y="28"/>
                      <a:pt x="4" y="28"/>
                      <a:pt x="4" y="28"/>
                    </a:cubicBezTo>
                    <a:cubicBezTo>
                      <a:pt x="25" y="28"/>
                      <a:pt x="25" y="28"/>
                      <a:pt x="25" y="28"/>
                    </a:cubicBezTo>
                    <a:cubicBezTo>
                      <a:pt x="25" y="26"/>
                      <a:pt x="25" y="26"/>
                      <a:pt x="25" y="26"/>
                    </a:cubicBezTo>
                    <a:cubicBezTo>
                      <a:pt x="4" y="26"/>
                      <a:pt x="4" y="26"/>
                      <a:pt x="4" y="26"/>
                    </a:cubicBezTo>
                    <a:close/>
                    <a:moveTo>
                      <a:pt x="4" y="22"/>
                    </a:moveTo>
                    <a:cubicBezTo>
                      <a:pt x="4" y="24"/>
                      <a:pt x="4" y="24"/>
                      <a:pt x="4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4" y="22"/>
                      <a:pt x="4" y="22"/>
                      <a:pt x="4" y="22"/>
                    </a:cubicBezTo>
                    <a:close/>
                    <a:moveTo>
                      <a:pt x="2" y="35"/>
                    </a:move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18" y="12"/>
                      <a:pt x="18" y="12"/>
                      <a:pt x="18" y="12"/>
                    </a:cubicBezTo>
                    <a:cubicBezTo>
                      <a:pt x="18" y="12"/>
                      <a:pt x="17" y="11"/>
                      <a:pt x="17" y="11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2" y="2"/>
                      <a:pt x="2" y="2"/>
                      <a:pt x="2" y="2"/>
                    </a:cubicBez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0" name="Freeform 389"/>
              <p:cNvSpPr>
                <a:spLocks noEditPoints="1"/>
              </p:cNvSpPr>
              <p:nvPr/>
            </p:nvSpPr>
            <p:spPr bwMode="auto">
              <a:xfrm>
                <a:off x="2939631" y="2654354"/>
                <a:ext cx="315308" cy="406787"/>
              </a:xfrm>
              <a:custGeom>
                <a:avLst/>
                <a:gdLst>
                  <a:gd name="T0" fmla="*/ 19 w 29"/>
                  <a:gd name="T1" fmla="*/ 4 h 37"/>
                  <a:gd name="T2" fmla="*/ 19 w 29"/>
                  <a:gd name="T3" fmla="*/ 10 h 37"/>
                  <a:gd name="T4" fmla="*/ 25 w 29"/>
                  <a:gd name="T5" fmla="*/ 10 h 37"/>
                  <a:gd name="T6" fmla="*/ 19 w 29"/>
                  <a:gd name="T7" fmla="*/ 4 h 37"/>
                  <a:gd name="T8" fmla="*/ 4 w 29"/>
                  <a:gd name="T9" fmla="*/ 6 h 37"/>
                  <a:gd name="T10" fmla="*/ 4 w 29"/>
                  <a:gd name="T11" fmla="*/ 8 h 37"/>
                  <a:gd name="T12" fmla="*/ 15 w 29"/>
                  <a:gd name="T13" fmla="*/ 8 h 37"/>
                  <a:gd name="T14" fmla="*/ 15 w 29"/>
                  <a:gd name="T15" fmla="*/ 6 h 37"/>
                  <a:gd name="T16" fmla="*/ 4 w 29"/>
                  <a:gd name="T17" fmla="*/ 6 h 37"/>
                  <a:gd name="T18" fmla="*/ 4 w 29"/>
                  <a:gd name="T19" fmla="*/ 10 h 37"/>
                  <a:gd name="T20" fmla="*/ 4 w 29"/>
                  <a:gd name="T21" fmla="*/ 12 h 37"/>
                  <a:gd name="T22" fmla="*/ 15 w 29"/>
                  <a:gd name="T23" fmla="*/ 12 h 37"/>
                  <a:gd name="T24" fmla="*/ 15 w 29"/>
                  <a:gd name="T25" fmla="*/ 10 h 37"/>
                  <a:gd name="T26" fmla="*/ 4 w 29"/>
                  <a:gd name="T27" fmla="*/ 10 h 37"/>
                  <a:gd name="T28" fmla="*/ 4 w 29"/>
                  <a:gd name="T29" fmla="*/ 14 h 37"/>
                  <a:gd name="T30" fmla="*/ 4 w 29"/>
                  <a:gd name="T31" fmla="*/ 16 h 37"/>
                  <a:gd name="T32" fmla="*/ 25 w 29"/>
                  <a:gd name="T33" fmla="*/ 16 h 37"/>
                  <a:gd name="T34" fmla="*/ 25 w 29"/>
                  <a:gd name="T35" fmla="*/ 14 h 37"/>
                  <a:gd name="T36" fmla="*/ 4 w 29"/>
                  <a:gd name="T37" fmla="*/ 14 h 37"/>
                  <a:gd name="T38" fmla="*/ 4 w 29"/>
                  <a:gd name="T39" fmla="*/ 18 h 37"/>
                  <a:gd name="T40" fmla="*/ 4 w 29"/>
                  <a:gd name="T41" fmla="*/ 20 h 37"/>
                  <a:gd name="T42" fmla="*/ 25 w 29"/>
                  <a:gd name="T43" fmla="*/ 20 h 37"/>
                  <a:gd name="T44" fmla="*/ 25 w 29"/>
                  <a:gd name="T45" fmla="*/ 18 h 37"/>
                  <a:gd name="T46" fmla="*/ 4 w 29"/>
                  <a:gd name="T47" fmla="*/ 18 h 37"/>
                  <a:gd name="T48" fmla="*/ 28 w 29"/>
                  <a:gd name="T49" fmla="*/ 37 h 37"/>
                  <a:gd name="T50" fmla="*/ 1 w 29"/>
                  <a:gd name="T51" fmla="*/ 37 h 37"/>
                  <a:gd name="T52" fmla="*/ 0 w 29"/>
                  <a:gd name="T53" fmla="*/ 36 h 37"/>
                  <a:gd name="T54" fmla="*/ 0 w 29"/>
                  <a:gd name="T55" fmla="*/ 1 h 37"/>
                  <a:gd name="T56" fmla="*/ 1 w 29"/>
                  <a:gd name="T57" fmla="*/ 0 h 37"/>
                  <a:gd name="T58" fmla="*/ 16 w 29"/>
                  <a:gd name="T59" fmla="*/ 0 h 37"/>
                  <a:gd name="T60" fmla="*/ 20 w 29"/>
                  <a:gd name="T61" fmla="*/ 2 h 37"/>
                  <a:gd name="T62" fmla="*/ 28 w 29"/>
                  <a:gd name="T63" fmla="*/ 10 h 37"/>
                  <a:gd name="T64" fmla="*/ 29 w 29"/>
                  <a:gd name="T65" fmla="*/ 11 h 37"/>
                  <a:gd name="T66" fmla="*/ 29 w 29"/>
                  <a:gd name="T67" fmla="*/ 36 h 37"/>
                  <a:gd name="T68" fmla="*/ 28 w 29"/>
                  <a:gd name="T69" fmla="*/ 37 h 37"/>
                  <a:gd name="T70" fmla="*/ 4 w 29"/>
                  <a:gd name="T71" fmla="*/ 30 h 37"/>
                  <a:gd name="T72" fmla="*/ 4 w 29"/>
                  <a:gd name="T73" fmla="*/ 32 h 37"/>
                  <a:gd name="T74" fmla="*/ 25 w 29"/>
                  <a:gd name="T75" fmla="*/ 32 h 37"/>
                  <a:gd name="T76" fmla="*/ 25 w 29"/>
                  <a:gd name="T77" fmla="*/ 30 h 37"/>
                  <a:gd name="T78" fmla="*/ 4 w 29"/>
                  <a:gd name="T79" fmla="*/ 30 h 37"/>
                  <a:gd name="T80" fmla="*/ 4 w 29"/>
                  <a:gd name="T81" fmla="*/ 26 h 37"/>
                  <a:gd name="T82" fmla="*/ 4 w 29"/>
                  <a:gd name="T83" fmla="*/ 28 h 37"/>
                  <a:gd name="T84" fmla="*/ 25 w 29"/>
                  <a:gd name="T85" fmla="*/ 28 h 37"/>
                  <a:gd name="T86" fmla="*/ 25 w 29"/>
                  <a:gd name="T87" fmla="*/ 26 h 37"/>
                  <a:gd name="T88" fmla="*/ 4 w 29"/>
                  <a:gd name="T89" fmla="*/ 26 h 37"/>
                  <a:gd name="T90" fmla="*/ 4 w 29"/>
                  <a:gd name="T91" fmla="*/ 22 h 37"/>
                  <a:gd name="T92" fmla="*/ 4 w 29"/>
                  <a:gd name="T93" fmla="*/ 24 h 37"/>
                  <a:gd name="T94" fmla="*/ 25 w 29"/>
                  <a:gd name="T95" fmla="*/ 24 h 37"/>
                  <a:gd name="T96" fmla="*/ 25 w 29"/>
                  <a:gd name="T97" fmla="*/ 22 h 37"/>
                  <a:gd name="T98" fmla="*/ 4 w 29"/>
                  <a:gd name="T99" fmla="*/ 22 h 37"/>
                  <a:gd name="T100" fmla="*/ 2 w 29"/>
                  <a:gd name="T101" fmla="*/ 35 h 37"/>
                  <a:gd name="T102" fmla="*/ 27 w 29"/>
                  <a:gd name="T103" fmla="*/ 35 h 37"/>
                  <a:gd name="T104" fmla="*/ 27 w 29"/>
                  <a:gd name="T105" fmla="*/ 12 h 37"/>
                  <a:gd name="T106" fmla="*/ 18 w 29"/>
                  <a:gd name="T107" fmla="*/ 12 h 37"/>
                  <a:gd name="T108" fmla="*/ 17 w 29"/>
                  <a:gd name="T109" fmla="*/ 11 h 37"/>
                  <a:gd name="T110" fmla="*/ 17 w 29"/>
                  <a:gd name="T111" fmla="*/ 2 h 37"/>
                  <a:gd name="T112" fmla="*/ 2 w 29"/>
                  <a:gd name="T113" fmla="*/ 2 h 37"/>
                  <a:gd name="T114" fmla="*/ 2 w 29"/>
                  <a:gd name="T115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9" h="37">
                    <a:moveTo>
                      <a:pt x="19" y="4"/>
                    </a:moveTo>
                    <a:cubicBezTo>
                      <a:pt x="19" y="10"/>
                      <a:pt x="19" y="10"/>
                      <a:pt x="19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19" y="4"/>
                      <a:pt x="19" y="4"/>
                      <a:pt x="19" y="4"/>
                    </a:cubicBezTo>
                    <a:close/>
                    <a:moveTo>
                      <a:pt x="4" y="6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4" y="6"/>
                      <a:pt x="4" y="6"/>
                      <a:pt x="4" y="6"/>
                    </a:cubicBezTo>
                    <a:close/>
                    <a:moveTo>
                      <a:pt x="4" y="10"/>
                    </a:moveTo>
                    <a:cubicBezTo>
                      <a:pt x="4" y="12"/>
                      <a:pt x="4" y="12"/>
                      <a:pt x="4" y="12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4" y="10"/>
                      <a:pt x="4" y="10"/>
                      <a:pt x="4" y="10"/>
                    </a:cubicBezTo>
                    <a:close/>
                    <a:moveTo>
                      <a:pt x="4" y="14"/>
                    </a:moveTo>
                    <a:cubicBezTo>
                      <a:pt x="4" y="16"/>
                      <a:pt x="4" y="16"/>
                      <a:pt x="4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4" y="14"/>
                      <a:pt x="4" y="14"/>
                      <a:pt x="4" y="14"/>
                    </a:cubicBezTo>
                    <a:close/>
                    <a:moveTo>
                      <a:pt x="4" y="18"/>
                    </a:moveTo>
                    <a:cubicBezTo>
                      <a:pt x="4" y="20"/>
                      <a:pt x="4" y="20"/>
                      <a:pt x="4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4" y="18"/>
                      <a:pt x="4" y="18"/>
                      <a:pt x="4" y="18"/>
                    </a:cubicBezTo>
                    <a:close/>
                    <a:moveTo>
                      <a:pt x="28" y="37"/>
                    </a:moveTo>
                    <a:cubicBezTo>
                      <a:pt x="1" y="37"/>
                      <a:pt x="1" y="37"/>
                      <a:pt x="1" y="37"/>
                    </a:cubicBezTo>
                    <a:cubicBezTo>
                      <a:pt x="1" y="37"/>
                      <a:pt x="0" y="37"/>
                      <a:pt x="0" y="36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9" y="0"/>
                      <a:pt x="19" y="0"/>
                      <a:pt x="20" y="2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9" y="10"/>
                      <a:pt x="29" y="10"/>
                      <a:pt x="29" y="11"/>
                    </a:cubicBezTo>
                    <a:cubicBezTo>
                      <a:pt x="29" y="36"/>
                      <a:pt x="29" y="36"/>
                      <a:pt x="29" y="36"/>
                    </a:cubicBezTo>
                    <a:cubicBezTo>
                      <a:pt x="29" y="37"/>
                      <a:pt x="28" y="37"/>
                      <a:pt x="28" y="37"/>
                    </a:cubicBezTo>
                    <a:close/>
                    <a:moveTo>
                      <a:pt x="4" y="30"/>
                    </a:moveTo>
                    <a:cubicBezTo>
                      <a:pt x="4" y="32"/>
                      <a:pt x="4" y="32"/>
                      <a:pt x="4" y="32"/>
                    </a:cubicBezTo>
                    <a:cubicBezTo>
                      <a:pt x="25" y="32"/>
                      <a:pt x="25" y="32"/>
                      <a:pt x="25" y="32"/>
                    </a:cubicBezTo>
                    <a:cubicBezTo>
                      <a:pt x="25" y="30"/>
                      <a:pt x="25" y="30"/>
                      <a:pt x="25" y="30"/>
                    </a:cubicBezTo>
                    <a:cubicBezTo>
                      <a:pt x="4" y="30"/>
                      <a:pt x="4" y="30"/>
                      <a:pt x="4" y="30"/>
                    </a:cubicBezTo>
                    <a:close/>
                    <a:moveTo>
                      <a:pt x="4" y="26"/>
                    </a:moveTo>
                    <a:cubicBezTo>
                      <a:pt x="4" y="28"/>
                      <a:pt x="4" y="28"/>
                      <a:pt x="4" y="28"/>
                    </a:cubicBezTo>
                    <a:cubicBezTo>
                      <a:pt x="25" y="28"/>
                      <a:pt x="25" y="28"/>
                      <a:pt x="25" y="28"/>
                    </a:cubicBezTo>
                    <a:cubicBezTo>
                      <a:pt x="25" y="26"/>
                      <a:pt x="25" y="26"/>
                      <a:pt x="25" y="26"/>
                    </a:cubicBezTo>
                    <a:cubicBezTo>
                      <a:pt x="4" y="26"/>
                      <a:pt x="4" y="26"/>
                      <a:pt x="4" y="26"/>
                    </a:cubicBezTo>
                    <a:close/>
                    <a:moveTo>
                      <a:pt x="4" y="22"/>
                    </a:moveTo>
                    <a:cubicBezTo>
                      <a:pt x="4" y="24"/>
                      <a:pt x="4" y="24"/>
                      <a:pt x="4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4" y="22"/>
                      <a:pt x="4" y="22"/>
                      <a:pt x="4" y="22"/>
                    </a:cubicBezTo>
                    <a:close/>
                    <a:moveTo>
                      <a:pt x="2" y="35"/>
                    </a:move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18" y="12"/>
                      <a:pt x="18" y="12"/>
                      <a:pt x="18" y="12"/>
                    </a:cubicBezTo>
                    <a:cubicBezTo>
                      <a:pt x="18" y="12"/>
                      <a:pt x="17" y="11"/>
                      <a:pt x="17" y="11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2" y="2"/>
                      <a:pt x="2" y="2"/>
                      <a:pt x="2" y="2"/>
                    </a:cubicBez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1" name="Freeform 390"/>
              <p:cNvSpPr>
                <a:spLocks noEditPoints="1"/>
              </p:cNvSpPr>
              <p:nvPr/>
            </p:nvSpPr>
            <p:spPr bwMode="auto">
              <a:xfrm>
                <a:off x="2939152" y="2654354"/>
                <a:ext cx="315308" cy="406787"/>
              </a:xfrm>
              <a:custGeom>
                <a:avLst/>
                <a:gdLst>
                  <a:gd name="T0" fmla="*/ 19 w 29"/>
                  <a:gd name="T1" fmla="*/ 4 h 37"/>
                  <a:gd name="T2" fmla="*/ 19 w 29"/>
                  <a:gd name="T3" fmla="*/ 10 h 37"/>
                  <a:gd name="T4" fmla="*/ 25 w 29"/>
                  <a:gd name="T5" fmla="*/ 10 h 37"/>
                  <a:gd name="T6" fmla="*/ 19 w 29"/>
                  <a:gd name="T7" fmla="*/ 4 h 37"/>
                  <a:gd name="T8" fmla="*/ 4 w 29"/>
                  <a:gd name="T9" fmla="*/ 6 h 37"/>
                  <a:gd name="T10" fmla="*/ 4 w 29"/>
                  <a:gd name="T11" fmla="*/ 8 h 37"/>
                  <a:gd name="T12" fmla="*/ 15 w 29"/>
                  <a:gd name="T13" fmla="*/ 8 h 37"/>
                  <a:gd name="T14" fmla="*/ 15 w 29"/>
                  <a:gd name="T15" fmla="*/ 6 h 37"/>
                  <a:gd name="T16" fmla="*/ 4 w 29"/>
                  <a:gd name="T17" fmla="*/ 6 h 37"/>
                  <a:gd name="T18" fmla="*/ 4 w 29"/>
                  <a:gd name="T19" fmla="*/ 10 h 37"/>
                  <a:gd name="T20" fmla="*/ 4 w 29"/>
                  <a:gd name="T21" fmla="*/ 12 h 37"/>
                  <a:gd name="T22" fmla="*/ 15 w 29"/>
                  <a:gd name="T23" fmla="*/ 12 h 37"/>
                  <a:gd name="T24" fmla="*/ 15 w 29"/>
                  <a:gd name="T25" fmla="*/ 10 h 37"/>
                  <a:gd name="T26" fmla="*/ 4 w 29"/>
                  <a:gd name="T27" fmla="*/ 10 h 37"/>
                  <a:gd name="T28" fmla="*/ 4 w 29"/>
                  <a:gd name="T29" fmla="*/ 14 h 37"/>
                  <a:gd name="T30" fmla="*/ 4 w 29"/>
                  <a:gd name="T31" fmla="*/ 16 h 37"/>
                  <a:gd name="T32" fmla="*/ 24 w 29"/>
                  <a:gd name="T33" fmla="*/ 16 h 37"/>
                  <a:gd name="T34" fmla="*/ 24 w 29"/>
                  <a:gd name="T35" fmla="*/ 14 h 37"/>
                  <a:gd name="T36" fmla="*/ 4 w 29"/>
                  <a:gd name="T37" fmla="*/ 14 h 37"/>
                  <a:gd name="T38" fmla="*/ 4 w 29"/>
                  <a:gd name="T39" fmla="*/ 18 h 37"/>
                  <a:gd name="T40" fmla="*/ 4 w 29"/>
                  <a:gd name="T41" fmla="*/ 20 h 37"/>
                  <a:gd name="T42" fmla="*/ 24 w 29"/>
                  <a:gd name="T43" fmla="*/ 20 h 37"/>
                  <a:gd name="T44" fmla="*/ 24 w 29"/>
                  <a:gd name="T45" fmla="*/ 18 h 37"/>
                  <a:gd name="T46" fmla="*/ 4 w 29"/>
                  <a:gd name="T47" fmla="*/ 18 h 37"/>
                  <a:gd name="T48" fmla="*/ 28 w 29"/>
                  <a:gd name="T49" fmla="*/ 37 h 37"/>
                  <a:gd name="T50" fmla="*/ 1 w 29"/>
                  <a:gd name="T51" fmla="*/ 37 h 37"/>
                  <a:gd name="T52" fmla="*/ 0 w 29"/>
                  <a:gd name="T53" fmla="*/ 36 h 37"/>
                  <a:gd name="T54" fmla="*/ 0 w 29"/>
                  <a:gd name="T55" fmla="*/ 1 h 37"/>
                  <a:gd name="T56" fmla="*/ 1 w 29"/>
                  <a:gd name="T57" fmla="*/ 0 h 37"/>
                  <a:gd name="T58" fmla="*/ 16 w 29"/>
                  <a:gd name="T59" fmla="*/ 0 h 37"/>
                  <a:gd name="T60" fmla="*/ 20 w 29"/>
                  <a:gd name="T61" fmla="*/ 2 h 37"/>
                  <a:gd name="T62" fmla="*/ 28 w 29"/>
                  <a:gd name="T63" fmla="*/ 9 h 37"/>
                  <a:gd name="T64" fmla="*/ 29 w 29"/>
                  <a:gd name="T65" fmla="*/ 11 h 37"/>
                  <a:gd name="T66" fmla="*/ 29 w 29"/>
                  <a:gd name="T67" fmla="*/ 36 h 37"/>
                  <a:gd name="T68" fmla="*/ 28 w 29"/>
                  <a:gd name="T69" fmla="*/ 37 h 37"/>
                  <a:gd name="T70" fmla="*/ 4 w 29"/>
                  <a:gd name="T71" fmla="*/ 30 h 37"/>
                  <a:gd name="T72" fmla="*/ 4 w 29"/>
                  <a:gd name="T73" fmla="*/ 32 h 37"/>
                  <a:gd name="T74" fmla="*/ 24 w 29"/>
                  <a:gd name="T75" fmla="*/ 32 h 37"/>
                  <a:gd name="T76" fmla="*/ 24 w 29"/>
                  <a:gd name="T77" fmla="*/ 30 h 37"/>
                  <a:gd name="T78" fmla="*/ 4 w 29"/>
                  <a:gd name="T79" fmla="*/ 30 h 37"/>
                  <a:gd name="T80" fmla="*/ 4 w 29"/>
                  <a:gd name="T81" fmla="*/ 26 h 37"/>
                  <a:gd name="T82" fmla="*/ 4 w 29"/>
                  <a:gd name="T83" fmla="*/ 28 h 37"/>
                  <a:gd name="T84" fmla="*/ 24 w 29"/>
                  <a:gd name="T85" fmla="*/ 28 h 37"/>
                  <a:gd name="T86" fmla="*/ 24 w 29"/>
                  <a:gd name="T87" fmla="*/ 26 h 37"/>
                  <a:gd name="T88" fmla="*/ 4 w 29"/>
                  <a:gd name="T89" fmla="*/ 26 h 37"/>
                  <a:gd name="T90" fmla="*/ 4 w 29"/>
                  <a:gd name="T91" fmla="*/ 22 h 37"/>
                  <a:gd name="T92" fmla="*/ 4 w 29"/>
                  <a:gd name="T93" fmla="*/ 24 h 37"/>
                  <a:gd name="T94" fmla="*/ 24 w 29"/>
                  <a:gd name="T95" fmla="*/ 24 h 37"/>
                  <a:gd name="T96" fmla="*/ 24 w 29"/>
                  <a:gd name="T97" fmla="*/ 22 h 37"/>
                  <a:gd name="T98" fmla="*/ 4 w 29"/>
                  <a:gd name="T99" fmla="*/ 22 h 37"/>
                  <a:gd name="T100" fmla="*/ 2 w 29"/>
                  <a:gd name="T101" fmla="*/ 35 h 37"/>
                  <a:gd name="T102" fmla="*/ 27 w 29"/>
                  <a:gd name="T103" fmla="*/ 35 h 37"/>
                  <a:gd name="T104" fmla="*/ 27 w 29"/>
                  <a:gd name="T105" fmla="*/ 12 h 37"/>
                  <a:gd name="T106" fmla="*/ 18 w 29"/>
                  <a:gd name="T107" fmla="*/ 12 h 37"/>
                  <a:gd name="T108" fmla="*/ 17 w 29"/>
                  <a:gd name="T109" fmla="*/ 11 h 37"/>
                  <a:gd name="T110" fmla="*/ 17 w 29"/>
                  <a:gd name="T111" fmla="*/ 2 h 37"/>
                  <a:gd name="T112" fmla="*/ 2 w 29"/>
                  <a:gd name="T113" fmla="*/ 2 h 37"/>
                  <a:gd name="T114" fmla="*/ 2 w 29"/>
                  <a:gd name="T115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9" h="37">
                    <a:moveTo>
                      <a:pt x="19" y="4"/>
                    </a:moveTo>
                    <a:cubicBezTo>
                      <a:pt x="19" y="10"/>
                      <a:pt x="19" y="10"/>
                      <a:pt x="19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19" y="4"/>
                      <a:pt x="19" y="4"/>
                      <a:pt x="19" y="4"/>
                    </a:cubicBezTo>
                    <a:close/>
                    <a:moveTo>
                      <a:pt x="4" y="6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4" y="6"/>
                      <a:pt x="4" y="6"/>
                      <a:pt x="4" y="6"/>
                    </a:cubicBezTo>
                    <a:close/>
                    <a:moveTo>
                      <a:pt x="4" y="10"/>
                    </a:moveTo>
                    <a:cubicBezTo>
                      <a:pt x="4" y="12"/>
                      <a:pt x="4" y="12"/>
                      <a:pt x="4" y="12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4" y="10"/>
                      <a:pt x="4" y="10"/>
                      <a:pt x="4" y="10"/>
                    </a:cubicBezTo>
                    <a:close/>
                    <a:moveTo>
                      <a:pt x="4" y="14"/>
                    </a:moveTo>
                    <a:cubicBezTo>
                      <a:pt x="4" y="16"/>
                      <a:pt x="4" y="16"/>
                      <a:pt x="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4" y="14"/>
                      <a:pt x="4" y="14"/>
                      <a:pt x="4" y="14"/>
                    </a:cubicBezTo>
                    <a:close/>
                    <a:moveTo>
                      <a:pt x="4" y="18"/>
                    </a:moveTo>
                    <a:cubicBezTo>
                      <a:pt x="4" y="20"/>
                      <a:pt x="4" y="20"/>
                      <a:pt x="4" y="20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4" y="18"/>
                      <a:pt x="4" y="18"/>
                      <a:pt x="4" y="18"/>
                    </a:cubicBezTo>
                    <a:close/>
                    <a:moveTo>
                      <a:pt x="28" y="37"/>
                    </a:moveTo>
                    <a:cubicBezTo>
                      <a:pt x="1" y="37"/>
                      <a:pt x="1" y="37"/>
                      <a:pt x="1" y="37"/>
                    </a:cubicBezTo>
                    <a:cubicBezTo>
                      <a:pt x="0" y="37"/>
                      <a:pt x="0" y="37"/>
                      <a:pt x="0" y="36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9" y="0"/>
                      <a:pt x="19" y="0"/>
                      <a:pt x="20" y="2"/>
                    </a:cubicBezTo>
                    <a:cubicBezTo>
                      <a:pt x="28" y="9"/>
                      <a:pt x="28" y="9"/>
                      <a:pt x="28" y="9"/>
                    </a:cubicBezTo>
                    <a:cubicBezTo>
                      <a:pt x="29" y="10"/>
                      <a:pt x="29" y="10"/>
                      <a:pt x="29" y="11"/>
                    </a:cubicBezTo>
                    <a:cubicBezTo>
                      <a:pt x="29" y="36"/>
                      <a:pt x="29" y="36"/>
                      <a:pt x="29" y="36"/>
                    </a:cubicBezTo>
                    <a:cubicBezTo>
                      <a:pt x="29" y="37"/>
                      <a:pt x="28" y="37"/>
                      <a:pt x="28" y="37"/>
                    </a:cubicBezTo>
                    <a:close/>
                    <a:moveTo>
                      <a:pt x="4" y="30"/>
                    </a:moveTo>
                    <a:cubicBezTo>
                      <a:pt x="4" y="32"/>
                      <a:pt x="4" y="32"/>
                      <a:pt x="4" y="32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4" y="30"/>
                      <a:pt x="24" y="30"/>
                      <a:pt x="24" y="30"/>
                    </a:cubicBezTo>
                    <a:cubicBezTo>
                      <a:pt x="4" y="30"/>
                      <a:pt x="4" y="30"/>
                      <a:pt x="4" y="30"/>
                    </a:cubicBezTo>
                    <a:close/>
                    <a:moveTo>
                      <a:pt x="4" y="26"/>
                    </a:moveTo>
                    <a:cubicBezTo>
                      <a:pt x="4" y="28"/>
                      <a:pt x="4" y="28"/>
                      <a:pt x="4" y="28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4" y="26"/>
                      <a:pt x="4" y="26"/>
                      <a:pt x="4" y="26"/>
                    </a:cubicBezTo>
                    <a:close/>
                    <a:moveTo>
                      <a:pt x="4" y="22"/>
                    </a:moveTo>
                    <a:cubicBezTo>
                      <a:pt x="4" y="24"/>
                      <a:pt x="4" y="24"/>
                      <a:pt x="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4" y="22"/>
                      <a:pt x="4" y="22"/>
                      <a:pt x="4" y="22"/>
                    </a:cubicBezTo>
                    <a:close/>
                    <a:moveTo>
                      <a:pt x="2" y="35"/>
                    </a:move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18" y="12"/>
                      <a:pt x="18" y="12"/>
                      <a:pt x="18" y="12"/>
                    </a:cubicBezTo>
                    <a:cubicBezTo>
                      <a:pt x="18" y="12"/>
                      <a:pt x="17" y="11"/>
                      <a:pt x="17" y="11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2" y="2"/>
                      <a:pt x="2" y="2"/>
                      <a:pt x="2" y="2"/>
                    </a:cubicBez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2" name="Freeform 391"/>
              <p:cNvSpPr>
                <a:spLocks noEditPoints="1"/>
              </p:cNvSpPr>
              <p:nvPr/>
            </p:nvSpPr>
            <p:spPr bwMode="auto">
              <a:xfrm>
                <a:off x="2939152" y="2654354"/>
                <a:ext cx="315308" cy="406787"/>
              </a:xfrm>
              <a:custGeom>
                <a:avLst/>
                <a:gdLst>
                  <a:gd name="T0" fmla="*/ 19 w 29"/>
                  <a:gd name="T1" fmla="*/ 4 h 37"/>
                  <a:gd name="T2" fmla="*/ 19 w 29"/>
                  <a:gd name="T3" fmla="*/ 10 h 37"/>
                  <a:gd name="T4" fmla="*/ 25 w 29"/>
                  <a:gd name="T5" fmla="*/ 10 h 37"/>
                  <a:gd name="T6" fmla="*/ 19 w 29"/>
                  <a:gd name="T7" fmla="*/ 4 h 37"/>
                  <a:gd name="T8" fmla="*/ 4 w 29"/>
                  <a:gd name="T9" fmla="*/ 6 h 37"/>
                  <a:gd name="T10" fmla="*/ 4 w 29"/>
                  <a:gd name="T11" fmla="*/ 8 h 37"/>
                  <a:gd name="T12" fmla="*/ 15 w 29"/>
                  <a:gd name="T13" fmla="*/ 8 h 37"/>
                  <a:gd name="T14" fmla="*/ 15 w 29"/>
                  <a:gd name="T15" fmla="*/ 6 h 37"/>
                  <a:gd name="T16" fmla="*/ 4 w 29"/>
                  <a:gd name="T17" fmla="*/ 6 h 37"/>
                  <a:gd name="T18" fmla="*/ 4 w 29"/>
                  <a:gd name="T19" fmla="*/ 10 h 37"/>
                  <a:gd name="T20" fmla="*/ 4 w 29"/>
                  <a:gd name="T21" fmla="*/ 12 h 37"/>
                  <a:gd name="T22" fmla="*/ 15 w 29"/>
                  <a:gd name="T23" fmla="*/ 12 h 37"/>
                  <a:gd name="T24" fmla="*/ 15 w 29"/>
                  <a:gd name="T25" fmla="*/ 10 h 37"/>
                  <a:gd name="T26" fmla="*/ 4 w 29"/>
                  <a:gd name="T27" fmla="*/ 10 h 37"/>
                  <a:gd name="T28" fmla="*/ 4 w 29"/>
                  <a:gd name="T29" fmla="*/ 14 h 37"/>
                  <a:gd name="T30" fmla="*/ 4 w 29"/>
                  <a:gd name="T31" fmla="*/ 16 h 37"/>
                  <a:gd name="T32" fmla="*/ 24 w 29"/>
                  <a:gd name="T33" fmla="*/ 16 h 37"/>
                  <a:gd name="T34" fmla="*/ 24 w 29"/>
                  <a:gd name="T35" fmla="*/ 14 h 37"/>
                  <a:gd name="T36" fmla="*/ 4 w 29"/>
                  <a:gd name="T37" fmla="*/ 14 h 37"/>
                  <a:gd name="T38" fmla="*/ 4 w 29"/>
                  <a:gd name="T39" fmla="*/ 18 h 37"/>
                  <a:gd name="T40" fmla="*/ 4 w 29"/>
                  <a:gd name="T41" fmla="*/ 20 h 37"/>
                  <a:gd name="T42" fmla="*/ 24 w 29"/>
                  <a:gd name="T43" fmla="*/ 20 h 37"/>
                  <a:gd name="T44" fmla="*/ 24 w 29"/>
                  <a:gd name="T45" fmla="*/ 18 h 37"/>
                  <a:gd name="T46" fmla="*/ 4 w 29"/>
                  <a:gd name="T47" fmla="*/ 18 h 37"/>
                  <a:gd name="T48" fmla="*/ 28 w 29"/>
                  <a:gd name="T49" fmla="*/ 37 h 37"/>
                  <a:gd name="T50" fmla="*/ 1 w 29"/>
                  <a:gd name="T51" fmla="*/ 37 h 37"/>
                  <a:gd name="T52" fmla="*/ 0 w 29"/>
                  <a:gd name="T53" fmla="*/ 36 h 37"/>
                  <a:gd name="T54" fmla="*/ 0 w 29"/>
                  <a:gd name="T55" fmla="*/ 1 h 37"/>
                  <a:gd name="T56" fmla="*/ 1 w 29"/>
                  <a:gd name="T57" fmla="*/ 0 h 37"/>
                  <a:gd name="T58" fmla="*/ 16 w 29"/>
                  <a:gd name="T59" fmla="*/ 0 h 37"/>
                  <a:gd name="T60" fmla="*/ 20 w 29"/>
                  <a:gd name="T61" fmla="*/ 2 h 37"/>
                  <a:gd name="T62" fmla="*/ 28 w 29"/>
                  <a:gd name="T63" fmla="*/ 9 h 37"/>
                  <a:gd name="T64" fmla="*/ 29 w 29"/>
                  <a:gd name="T65" fmla="*/ 11 h 37"/>
                  <a:gd name="T66" fmla="*/ 29 w 29"/>
                  <a:gd name="T67" fmla="*/ 36 h 37"/>
                  <a:gd name="T68" fmla="*/ 28 w 29"/>
                  <a:gd name="T69" fmla="*/ 37 h 37"/>
                  <a:gd name="T70" fmla="*/ 4 w 29"/>
                  <a:gd name="T71" fmla="*/ 30 h 37"/>
                  <a:gd name="T72" fmla="*/ 4 w 29"/>
                  <a:gd name="T73" fmla="*/ 32 h 37"/>
                  <a:gd name="T74" fmla="*/ 24 w 29"/>
                  <a:gd name="T75" fmla="*/ 32 h 37"/>
                  <a:gd name="T76" fmla="*/ 24 w 29"/>
                  <a:gd name="T77" fmla="*/ 30 h 37"/>
                  <a:gd name="T78" fmla="*/ 4 w 29"/>
                  <a:gd name="T79" fmla="*/ 30 h 37"/>
                  <a:gd name="T80" fmla="*/ 4 w 29"/>
                  <a:gd name="T81" fmla="*/ 26 h 37"/>
                  <a:gd name="T82" fmla="*/ 4 w 29"/>
                  <a:gd name="T83" fmla="*/ 28 h 37"/>
                  <a:gd name="T84" fmla="*/ 24 w 29"/>
                  <a:gd name="T85" fmla="*/ 28 h 37"/>
                  <a:gd name="T86" fmla="*/ 24 w 29"/>
                  <a:gd name="T87" fmla="*/ 26 h 37"/>
                  <a:gd name="T88" fmla="*/ 4 w 29"/>
                  <a:gd name="T89" fmla="*/ 26 h 37"/>
                  <a:gd name="T90" fmla="*/ 4 w 29"/>
                  <a:gd name="T91" fmla="*/ 22 h 37"/>
                  <a:gd name="T92" fmla="*/ 4 w 29"/>
                  <a:gd name="T93" fmla="*/ 24 h 37"/>
                  <a:gd name="T94" fmla="*/ 24 w 29"/>
                  <a:gd name="T95" fmla="*/ 24 h 37"/>
                  <a:gd name="T96" fmla="*/ 24 w 29"/>
                  <a:gd name="T97" fmla="*/ 22 h 37"/>
                  <a:gd name="T98" fmla="*/ 4 w 29"/>
                  <a:gd name="T99" fmla="*/ 22 h 37"/>
                  <a:gd name="T100" fmla="*/ 2 w 29"/>
                  <a:gd name="T101" fmla="*/ 35 h 37"/>
                  <a:gd name="T102" fmla="*/ 27 w 29"/>
                  <a:gd name="T103" fmla="*/ 35 h 37"/>
                  <a:gd name="T104" fmla="*/ 27 w 29"/>
                  <a:gd name="T105" fmla="*/ 12 h 37"/>
                  <a:gd name="T106" fmla="*/ 18 w 29"/>
                  <a:gd name="T107" fmla="*/ 12 h 37"/>
                  <a:gd name="T108" fmla="*/ 17 w 29"/>
                  <a:gd name="T109" fmla="*/ 11 h 37"/>
                  <a:gd name="T110" fmla="*/ 17 w 29"/>
                  <a:gd name="T111" fmla="*/ 2 h 37"/>
                  <a:gd name="T112" fmla="*/ 2 w 29"/>
                  <a:gd name="T113" fmla="*/ 2 h 37"/>
                  <a:gd name="T114" fmla="*/ 2 w 29"/>
                  <a:gd name="T115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9" h="37">
                    <a:moveTo>
                      <a:pt x="19" y="4"/>
                    </a:moveTo>
                    <a:cubicBezTo>
                      <a:pt x="19" y="10"/>
                      <a:pt x="19" y="10"/>
                      <a:pt x="19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19" y="4"/>
                      <a:pt x="19" y="4"/>
                      <a:pt x="19" y="4"/>
                    </a:cubicBezTo>
                    <a:close/>
                    <a:moveTo>
                      <a:pt x="4" y="6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4" y="6"/>
                      <a:pt x="4" y="6"/>
                      <a:pt x="4" y="6"/>
                    </a:cubicBezTo>
                    <a:close/>
                    <a:moveTo>
                      <a:pt x="4" y="10"/>
                    </a:moveTo>
                    <a:cubicBezTo>
                      <a:pt x="4" y="12"/>
                      <a:pt x="4" y="12"/>
                      <a:pt x="4" y="12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4" y="10"/>
                      <a:pt x="4" y="10"/>
                      <a:pt x="4" y="10"/>
                    </a:cubicBezTo>
                    <a:close/>
                    <a:moveTo>
                      <a:pt x="4" y="14"/>
                    </a:moveTo>
                    <a:cubicBezTo>
                      <a:pt x="4" y="16"/>
                      <a:pt x="4" y="16"/>
                      <a:pt x="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4" y="14"/>
                      <a:pt x="4" y="14"/>
                      <a:pt x="4" y="14"/>
                    </a:cubicBezTo>
                    <a:close/>
                    <a:moveTo>
                      <a:pt x="4" y="18"/>
                    </a:moveTo>
                    <a:cubicBezTo>
                      <a:pt x="4" y="20"/>
                      <a:pt x="4" y="20"/>
                      <a:pt x="4" y="20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4" y="18"/>
                      <a:pt x="4" y="18"/>
                      <a:pt x="4" y="18"/>
                    </a:cubicBezTo>
                    <a:close/>
                    <a:moveTo>
                      <a:pt x="28" y="37"/>
                    </a:moveTo>
                    <a:cubicBezTo>
                      <a:pt x="1" y="37"/>
                      <a:pt x="1" y="37"/>
                      <a:pt x="1" y="37"/>
                    </a:cubicBezTo>
                    <a:cubicBezTo>
                      <a:pt x="0" y="37"/>
                      <a:pt x="0" y="37"/>
                      <a:pt x="0" y="36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8" y="0"/>
                      <a:pt x="19" y="0"/>
                      <a:pt x="20" y="2"/>
                    </a:cubicBezTo>
                    <a:cubicBezTo>
                      <a:pt x="28" y="9"/>
                      <a:pt x="28" y="9"/>
                      <a:pt x="28" y="9"/>
                    </a:cubicBezTo>
                    <a:cubicBezTo>
                      <a:pt x="28" y="10"/>
                      <a:pt x="29" y="10"/>
                      <a:pt x="29" y="11"/>
                    </a:cubicBezTo>
                    <a:cubicBezTo>
                      <a:pt x="29" y="36"/>
                      <a:pt x="29" y="36"/>
                      <a:pt x="29" y="36"/>
                    </a:cubicBezTo>
                    <a:cubicBezTo>
                      <a:pt x="29" y="37"/>
                      <a:pt x="28" y="37"/>
                      <a:pt x="28" y="37"/>
                    </a:cubicBezTo>
                    <a:close/>
                    <a:moveTo>
                      <a:pt x="4" y="30"/>
                    </a:moveTo>
                    <a:cubicBezTo>
                      <a:pt x="4" y="32"/>
                      <a:pt x="4" y="32"/>
                      <a:pt x="4" y="32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4" y="30"/>
                      <a:pt x="24" y="30"/>
                      <a:pt x="24" y="30"/>
                    </a:cubicBezTo>
                    <a:cubicBezTo>
                      <a:pt x="4" y="30"/>
                      <a:pt x="4" y="30"/>
                      <a:pt x="4" y="30"/>
                    </a:cubicBezTo>
                    <a:close/>
                    <a:moveTo>
                      <a:pt x="4" y="26"/>
                    </a:moveTo>
                    <a:cubicBezTo>
                      <a:pt x="4" y="28"/>
                      <a:pt x="4" y="28"/>
                      <a:pt x="4" y="28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4" y="26"/>
                      <a:pt x="4" y="26"/>
                      <a:pt x="4" y="26"/>
                    </a:cubicBezTo>
                    <a:close/>
                    <a:moveTo>
                      <a:pt x="4" y="22"/>
                    </a:moveTo>
                    <a:cubicBezTo>
                      <a:pt x="4" y="24"/>
                      <a:pt x="4" y="24"/>
                      <a:pt x="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4" y="22"/>
                      <a:pt x="4" y="22"/>
                      <a:pt x="4" y="22"/>
                    </a:cubicBezTo>
                    <a:close/>
                    <a:moveTo>
                      <a:pt x="2" y="35"/>
                    </a:move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18" y="12"/>
                      <a:pt x="18" y="12"/>
                      <a:pt x="18" y="12"/>
                    </a:cubicBezTo>
                    <a:cubicBezTo>
                      <a:pt x="18" y="12"/>
                      <a:pt x="17" y="11"/>
                      <a:pt x="17" y="11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2" y="2"/>
                      <a:pt x="2" y="2"/>
                      <a:pt x="2" y="2"/>
                    </a:cubicBez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3" name="Freeform 392"/>
              <p:cNvSpPr>
                <a:spLocks noEditPoints="1"/>
              </p:cNvSpPr>
              <p:nvPr/>
            </p:nvSpPr>
            <p:spPr bwMode="auto">
              <a:xfrm>
                <a:off x="2939152" y="2654354"/>
                <a:ext cx="305577" cy="406787"/>
              </a:xfrm>
              <a:custGeom>
                <a:avLst/>
                <a:gdLst>
                  <a:gd name="T0" fmla="*/ 19 w 28"/>
                  <a:gd name="T1" fmla="*/ 4 h 37"/>
                  <a:gd name="T2" fmla="*/ 19 w 28"/>
                  <a:gd name="T3" fmla="*/ 9 h 37"/>
                  <a:gd name="T4" fmla="*/ 25 w 28"/>
                  <a:gd name="T5" fmla="*/ 9 h 37"/>
                  <a:gd name="T6" fmla="*/ 19 w 28"/>
                  <a:gd name="T7" fmla="*/ 4 h 37"/>
                  <a:gd name="T8" fmla="*/ 4 w 28"/>
                  <a:gd name="T9" fmla="*/ 6 h 37"/>
                  <a:gd name="T10" fmla="*/ 4 w 28"/>
                  <a:gd name="T11" fmla="*/ 8 h 37"/>
                  <a:gd name="T12" fmla="*/ 15 w 28"/>
                  <a:gd name="T13" fmla="*/ 8 h 37"/>
                  <a:gd name="T14" fmla="*/ 15 w 28"/>
                  <a:gd name="T15" fmla="*/ 6 h 37"/>
                  <a:gd name="T16" fmla="*/ 4 w 28"/>
                  <a:gd name="T17" fmla="*/ 6 h 37"/>
                  <a:gd name="T18" fmla="*/ 4 w 28"/>
                  <a:gd name="T19" fmla="*/ 10 h 37"/>
                  <a:gd name="T20" fmla="*/ 4 w 28"/>
                  <a:gd name="T21" fmla="*/ 12 h 37"/>
                  <a:gd name="T22" fmla="*/ 15 w 28"/>
                  <a:gd name="T23" fmla="*/ 12 h 37"/>
                  <a:gd name="T24" fmla="*/ 15 w 28"/>
                  <a:gd name="T25" fmla="*/ 10 h 37"/>
                  <a:gd name="T26" fmla="*/ 4 w 28"/>
                  <a:gd name="T27" fmla="*/ 10 h 37"/>
                  <a:gd name="T28" fmla="*/ 4 w 28"/>
                  <a:gd name="T29" fmla="*/ 14 h 37"/>
                  <a:gd name="T30" fmla="*/ 4 w 28"/>
                  <a:gd name="T31" fmla="*/ 16 h 37"/>
                  <a:gd name="T32" fmla="*/ 24 w 28"/>
                  <a:gd name="T33" fmla="*/ 16 h 37"/>
                  <a:gd name="T34" fmla="*/ 24 w 28"/>
                  <a:gd name="T35" fmla="*/ 14 h 37"/>
                  <a:gd name="T36" fmla="*/ 4 w 28"/>
                  <a:gd name="T37" fmla="*/ 14 h 37"/>
                  <a:gd name="T38" fmla="*/ 4 w 28"/>
                  <a:gd name="T39" fmla="*/ 18 h 37"/>
                  <a:gd name="T40" fmla="*/ 4 w 28"/>
                  <a:gd name="T41" fmla="*/ 20 h 37"/>
                  <a:gd name="T42" fmla="*/ 24 w 28"/>
                  <a:gd name="T43" fmla="*/ 20 h 37"/>
                  <a:gd name="T44" fmla="*/ 24 w 28"/>
                  <a:gd name="T45" fmla="*/ 18 h 37"/>
                  <a:gd name="T46" fmla="*/ 4 w 28"/>
                  <a:gd name="T47" fmla="*/ 18 h 37"/>
                  <a:gd name="T48" fmla="*/ 27 w 28"/>
                  <a:gd name="T49" fmla="*/ 37 h 37"/>
                  <a:gd name="T50" fmla="*/ 1 w 28"/>
                  <a:gd name="T51" fmla="*/ 37 h 37"/>
                  <a:gd name="T52" fmla="*/ 0 w 28"/>
                  <a:gd name="T53" fmla="*/ 36 h 37"/>
                  <a:gd name="T54" fmla="*/ 0 w 28"/>
                  <a:gd name="T55" fmla="*/ 1 h 37"/>
                  <a:gd name="T56" fmla="*/ 1 w 28"/>
                  <a:gd name="T57" fmla="*/ 0 h 37"/>
                  <a:gd name="T58" fmla="*/ 16 w 28"/>
                  <a:gd name="T59" fmla="*/ 0 h 37"/>
                  <a:gd name="T60" fmla="*/ 20 w 28"/>
                  <a:gd name="T61" fmla="*/ 1 h 37"/>
                  <a:gd name="T62" fmla="*/ 28 w 28"/>
                  <a:gd name="T63" fmla="*/ 9 h 37"/>
                  <a:gd name="T64" fmla="*/ 28 w 28"/>
                  <a:gd name="T65" fmla="*/ 11 h 37"/>
                  <a:gd name="T66" fmla="*/ 28 w 28"/>
                  <a:gd name="T67" fmla="*/ 36 h 37"/>
                  <a:gd name="T68" fmla="*/ 27 w 28"/>
                  <a:gd name="T69" fmla="*/ 37 h 37"/>
                  <a:gd name="T70" fmla="*/ 4 w 28"/>
                  <a:gd name="T71" fmla="*/ 30 h 37"/>
                  <a:gd name="T72" fmla="*/ 4 w 28"/>
                  <a:gd name="T73" fmla="*/ 32 h 37"/>
                  <a:gd name="T74" fmla="*/ 24 w 28"/>
                  <a:gd name="T75" fmla="*/ 32 h 37"/>
                  <a:gd name="T76" fmla="*/ 24 w 28"/>
                  <a:gd name="T77" fmla="*/ 30 h 37"/>
                  <a:gd name="T78" fmla="*/ 4 w 28"/>
                  <a:gd name="T79" fmla="*/ 30 h 37"/>
                  <a:gd name="T80" fmla="*/ 4 w 28"/>
                  <a:gd name="T81" fmla="*/ 26 h 37"/>
                  <a:gd name="T82" fmla="*/ 4 w 28"/>
                  <a:gd name="T83" fmla="*/ 28 h 37"/>
                  <a:gd name="T84" fmla="*/ 24 w 28"/>
                  <a:gd name="T85" fmla="*/ 28 h 37"/>
                  <a:gd name="T86" fmla="*/ 24 w 28"/>
                  <a:gd name="T87" fmla="*/ 26 h 37"/>
                  <a:gd name="T88" fmla="*/ 4 w 28"/>
                  <a:gd name="T89" fmla="*/ 26 h 37"/>
                  <a:gd name="T90" fmla="*/ 4 w 28"/>
                  <a:gd name="T91" fmla="*/ 22 h 37"/>
                  <a:gd name="T92" fmla="*/ 4 w 28"/>
                  <a:gd name="T93" fmla="*/ 24 h 37"/>
                  <a:gd name="T94" fmla="*/ 24 w 28"/>
                  <a:gd name="T95" fmla="*/ 24 h 37"/>
                  <a:gd name="T96" fmla="*/ 24 w 28"/>
                  <a:gd name="T97" fmla="*/ 22 h 37"/>
                  <a:gd name="T98" fmla="*/ 4 w 28"/>
                  <a:gd name="T99" fmla="*/ 22 h 37"/>
                  <a:gd name="T100" fmla="*/ 2 w 28"/>
                  <a:gd name="T101" fmla="*/ 35 h 37"/>
                  <a:gd name="T102" fmla="*/ 26 w 28"/>
                  <a:gd name="T103" fmla="*/ 35 h 37"/>
                  <a:gd name="T104" fmla="*/ 26 w 28"/>
                  <a:gd name="T105" fmla="*/ 11 h 37"/>
                  <a:gd name="T106" fmla="*/ 18 w 28"/>
                  <a:gd name="T107" fmla="*/ 11 h 37"/>
                  <a:gd name="T108" fmla="*/ 17 w 28"/>
                  <a:gd name="T109" fmla="*/ 10 h 37"/>
                  <a:gd name="T110" fmla="*/ 17 w 28"/>
                  <a:gd name="T111" fmla="*/ 2 h 37"/>
                  <a:gd name="T112" fmla="*/ 2 w 28"/>
                  <a:gd name="T113" fmla="*/ 2 h 37"/>
                  <a:gd name="T114" fmla="*/ 2 w 28"/>
                  <a:gd name="T115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8" h="37">
                    <a:moveTo>
                      <a:pt x="19" y="4"/>
                    </a:moveTo>
                    <a:cubicBezTo>
                      <a:pt x="19" y="9"/>
                      <a:pt x="19" y="9"/>
                      <a:pt x="19" y="9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19" y="4"/>
                      <a:pt x="19" y="4"/>
                      <a:pt x="19" y="4"/>
                    </a:cubicBezTo>
                    <a:close/>
                    <a:moveTo>
                      <a:pt x="4" y="6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4" y="6"/>
                      <a:pt x="4" y="6"/>
                      <a:pt x="4" y="6"/>
                    </a:cubicBezTo>
                    <a:close/>
                    <a:moveTo>
                      <a:pt x="4" y="10"/>
                    </a:moveTo>
                    <a:cubicBezTo>
                      <a:pt x="4" y="12"/>
                      <a:pt x="4" y="12"/>
                      <a:pt x="4" y="12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4" y="10"/>
                      <a:pt x="4" y="10"/>
                      <a:pt x="4" y="10"/>
                    </a:cubicBezTo>
                    <a:close/>
                    <a:moveTo>
                      <a:pt x="4" y="14"/>
                    </a:moveTo>
                    <a:cubicBezTo>
                      <a:pt x="4" y="16"/>
                      <a:pt x="4" y="16"/>
                      <a:pt x="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4" y="14"/>
                      <a:pt x="4" y="14"/>
                      <a:pt x="4" y="14"/>
                    </a:cubicBezTo>
                    <a:close/>
                    <a:moveTo>
                      <a:pt x="4" y="18"/>
                    </a:moveTo>
                    <a:cubicBezTo>
                      <a:pt x="4" y="20"/>
                      <a:pt x="4" y="20"/>
                      <a:pt x="4" y="20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4" y="18"/>
                      <a:pt x="4" y="18"/>
                      <a:pt x="4" y="18"/>
                    </a:cubicBezTo>
                    <a:close/>
                    <a:moveTo>
                      <a:pt x="27" y="37"/>
                    </a:moveTo>
                    <a:cubicBezTo>
                      <a:pt x="1" y="37"/>
                      <a:pt x="1" y="37"/>
                      <a:pt x="1" y="37"/>
                    </a:cubicBezTo>
                    <a:cubicBezTo>
                      <a:pt x="0" y="37"/>
                      <a:pt x="0" y="36"/>
                      <a:pt x="0" y="36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8" y="0"/>
                      <a:pt x="19" y="0"/>
                      <a:pt x="20" y="1"/>
                    </a:cubicBezTo>
                    <a:cubicBezTo>
                      <a:pt x="28" y="9"/>
                      <a:pt x="28" y="9"/>
                      <a:pt x="28" y="9"/>
                    </a:cubicBezTo>
                    <a:cubicBezTo>
                      <a:pt x="28" y="10"/>
                      <a:pt x="28" y="10"/>
                      <a:pt x="28" y="11"/>
                    </a:cubicBezTo>
                    <a:cubicBezTo>
                      <a:pt x="28" y="36"/>
                      <a:pt x="28" y="36"/>
                      <a:pt x="28" y="36"/>
                    </a:cubicBezTo>
                    <a:cubicBezTo>
                      <a:pt x="28" y="36"/>
                      <a:pt x="28" y="37"/>
                      <a:pt x="27" y="37"/>
                    </a:cubicBezTo>
                    <a:close/>
                    <a:moveTo>
                      <a:pt x="4" y="30"/>
                    </a:moveTo>
                    <a:cubicBezTo>
                      <a:pt x="4" y="32"/>
                      <a:pt x="4" y="32"/>
                      <a:pt x="4" y="32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4" y="30"/>
                      <a:pt x="24" y="30"/>
                      <a:pt x="24" y="30"/>
                    </a:cubicBezTo>
                    <a:cubicBezTo>
                      <a:pt x="4" y="30"/>
                      <a:pt x="4" y="30"/>
                      <a:pt x="4" y="30"/>
                    </a:cubicBezTo>
                    <a:close/>
                    <a:moveTo>
                      <a:pt x="4" y="26"/>
                    </a:moveTo>
                    <a:cubicBezTo>
                      <a:pt x="4" y="28"/>
                      <a:pt x="4" y="28"/>
                      <a:pt x="4" y="28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4" y="26"/>
                      <a:pt x="4" y="26"/>
                      <a:pt x="4" y="26"/>
                    </a:cubicBezTo>
                    <a:close/>
                    <a:moveTo>
                      <a:pt x="4" y="22"/>
                    </a:moveTo>
                    <a:cubicBezTo>
                      <a:pt x="4" y="24"/>
                      <a:pt x="4" y="24"/>
                      <a:pt x="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4" y="22"/>
                      <a:pt x="4" y="22"/>
                      <a:pt x="4" y="22"/>
                    </a:cubicBezTo>
                    <a:close/>
                    <a:moveTo>
                      <a:pt x="2" y="35"/>
                    </a:moveTo>
                    <a:cubicBezTo>
                      <a:pt x="26" y="35"/>
                      <a:pt x="26" y="35"/>
                      <a:pt x="26" y="35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18" y="11"/>
                      <a:pt x="18" y="11"/>
                      <a:pt x="18" y="11"/>
                    </a:cubicBezTo>
                    <a:cubicBezTo>
                      <a:pt x="18" y="11"/>
                      <a:pt x="17" y="11"/>
                      <a:pt x="17" y="10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2" y="2"/>
                      <a:pt x="2" y="2"/>
                      <a:pt x="2" y="2"/>
                    </a:cubicBez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4" name="Freeform 393"/>
              <p:cNvSpPr>
                <a:spLocks noEditPoints="1"/>
              </p:cNvSpPr>
              <p:nvPr/>
            </p:nvSpPr>
            <p:spPr bwMode="auto">
              <a:xfrm>
                <a:off x="2939424" y="2651691"/>
                <a:ext cx="305577" cy="406787"/>
              </a:xfrm>
              <a:custGeom>
                <a:avLst/>
                <a:gdLst>
                  <a:gd name="T0" fmla="*/ 19 w 28"/>
                  <a:gd name="T1" fmla="*/ 3 h 37"/>
                  <a:gd name="T2" fmla="*/ 19 w 28"/>
                  <a:gd name="T3" fmla="*/ 9 h 37"/>
                  <a:gd name="T4" fmla="*/ 25 w 28"/>
                  <a:gd name="T5" fmla="*/ 9 h 37"/>
                  <a:gd name="T6" fmla="*/ 19 w 28"/>
                  <a:gd name="T7" fmla="*/ 3 h 37"/>
                  <a:gd name="T8" fmla="*/ 4 w 28"/>
                  <a:gd name="T9" fmla="*/ 6 h 37"/>
                  <a:gd name="T10" fmla="*/ 4 w 28"/>
                  <a:gd name="T11" fmla="*/ 8 h 37"/>
                  <a:gd name="T12" fmla="*/ 15 w 28"/>
                  <a:gd name="T13" fmla="*/ 8 h 37"/>
                  <a:gd name="T14" fmla="*/ 15 w 28"/>
                  <a:gd name="T15" fmla="*/ 6 h 37"/>
                  <a:gd name="T16" fmla="*/ 4 w 28"/>
                  <a:gd name="T17" fmla="*/ 6 h 37"/>
                  <a:gd name="T18" fmla="*/ 4 w 28"/>
                  <a:gd name="T19" fmla="*/ 10 h 37"/>
                  <a:gd name="T20" fmla="*/ 4 w 28"/>
                  <a:gd name="T21" fmla="*/ 12 h 37"/>
                  <a:gd name="T22" fmla="*/ 15 w 28"/>
                  <a:gd name="T23" fmla="*/ 12 h 37"/>
                  <a:gd name="T24" fmla="*/ 15 w 28"/>
                  <a:gd name="T25" fmla="*/ 10 h 37"/>
                  <a:gd name="T26" fmla="*/ 4 w 28"/>
                  <a:gd name="T27" fmla="*/ 10 h 37"/>
                  <a:gd name="T28" fmla="*/ 4 w 28"/>
                  <a:gd name="T29" fmla="*/ 14 h 37"/>
                  <a:gd name="T30" fmla="*/ 4 w 28"/>
                  <a:gd name="T31" fmla="*/ 16 h 37"/>
                  <a:gd name="T32" fmla="*/ 24 w 28"/>
                  <a:gd name="T33" fmla="*/ 16 h 37"/>
                  <a:gd name="T34" fmla="*/ 24 w 28"/>
                  <a:gd name="T35" fmla="*/ 14 h 37"/>
                  <a:gd name="T36" fmla="*/ 4 w 28"/>
                  <a:gd name="T37" fmla="*/ 14 h 37"/>
                  <a:gd name="T38" fmla="*/ 4 w 28"/>
                  <a:gd name="T39" fmla="*/ 18 h 37"/>
                  <a:gd name="T40" fmla="*/ 4 w 28"/>
                  <a:gd name="T41" fmla="*/ 20 h 37"/>
                  <a:gd name="T42" fmla="*/ 24 w 28"/>
                  <a:gd name="T43" fmla="*/ 20 h 37"/>
                  <a:gd name="T44" fmla="*/ 24 w 28"/>
                  <a:gd name="T45" fmla="*/ 18 h 37"/>
                  <a:gd name="T46" fmla="*/ 4 w 28"/>
                  <a:gd name="T47" fmla="*/ 18 h 37"/>
                  <a:gd name="T48" fmla="*/ 27 w 28"/>
                  <a:gd name="T49" fmla="*/ 37 h 37"/>
                  <a:gd name="T50" fmla="*/ 1 w 28"/>
                  <a:gd name="T51" fmla="*/ 37 h 37"/>
                  <a:gd name="T52" fmla="*/ 0 w 28"/>
                  <a:gd name="T53" fmla="*/ 36 h 37"/>
                  <a:gd name="T54" fmla="*/ 0 w 28"/>
                  <a:gd name="T55" fmla="*/ 1 h 37"/>
                  <a:gd name="T56" fmla="*/ 1 w 28"/>
                  <a:gd name="T57" fmla="*/ 0 h 37"/>
                  <a:gd name="T58" fmla="*/ 16 w 28"/>
                  <a:gd name="T59" fmla="*/ 0 h 37"/>
                  <a:gd name="T60" fmla="*/ 20 w 28"/>
                  <a:gd name="T61" fmla="*/ 1 h 37"/>
                  <a:gd name="T62" fmla="*/ 28 w 28"/>
                  <a:gd name="T63" fmla="*/ 9 h 37"/>
                  <a:gd name="T64" fmla="*/ 28 w 28"/>
                  <a:gd name="T65" fmla="*/ 11 h 37"/>
                  <a:gd name="T66" fmla="*/ 28 w 28"/>
                  <a:gd name="T67" fmla="*/ 36 h 37"/>
                  <a:gd name="T68" fmla="*/ 27 w 28"/>
                  <a:gd name="T69" fmla="*/ 37 h 37"/>
                  <a:gd name="T70" fmla="*/ 4 w 28"/>
                  <a:gd name="T71" fmla="*/ 30 h 37"/>
                  <a:gd name="T72" fmla="*/ 4 w 28"/>
                  <a:gd name="T73" fmla="*/ 32 h 37"/>
                  <a:gd name="T74" fmla="*/ 24 w 28"/>
                  <a:gd name="T75" fmla="*/ 32 h 37"/>
                  <a:gd name="T76" fmla="*/ 24 w 28"/>
                  <a:gd name="T77" fmla="*/ 30 h 37"/>
                  <a:gd name="T78" fmla="*/ 4 w 28"/>
                  <a:gd name="T79" fmla="*/ 30 h 37"/>
                  <a:gd name="T80" fmla="*/ 4 w 28"/>
                  <a:gd name="T81" fmla="*/ 26 h 37"/>
                  <a:gd name="T82" fmla="*/ 4 w 28"/>
                  <a:gd name="T83" fmla="*/ 28 h 37"/>
                  <a:gd name="T84" fmla="*/ 24 w 28"/>
                  <a:gd name="T85" fmla="*/ 28 h 37"/>
                  <a:gd name="T86" fmla="*/ 24 w 28"/>
                  <a:gd name="T87" fmla="*/ 26 h 37"/>
                  <a:gd name="T88" fmla="*/ 4 w 28"/>
                  <a:gd name="T89" fmla="*/ 26 h 37"/>
                  <a:gd name="T90" fmla="*/ 4 w 28"/>
                  <a:gd name="T91" fmla="*/ 22 h 37"/>
                  <a:gd name="T92" fmla="*/ 4 w 28"/>
                  <a:gd name="T93" fmla="*/ 24 h 37"/>
                  <a:gd name="T94" fmla="*/ 24 w 28"/>
                  <a:gd name="T95" fmla="*/ 24 h 37"/>
                  <a:gd name="T96" fmla="*/ 24 w 28"/>
                  <a:gd name="T97" fmla="*/ 22 h 37"/>
                  <a:gd name="T98" fmla="*/ 4 w 28"/>
                  <a:gd name="T99" fmla="*/ 22 h 37"/>
                  <a:gd name="T100" fmla="*/ 2 w 28"/>
                  <a:gd name="T101" fmla="*/ 35 h 37"/>
                  <a:gd name="T102" fmla="*/ 26 w 28"/>
                  <a:gd name="T103" fmla="*/ 35 h 37"/>
                  <a:gd name="T104" fmla="*/ 26 w 28"/>
                  <a:gd name="T105" fmla="*/ 11 h 37"/>
                  <a:gd name="T106" fmla="*/ 18 w 28"/>
                  <a:gd name="T107" fmla="*/ 11 h 37"/>
                  <a:gd name="T108" fmla="*/ 17 w 28"/>
                  <a:gd name="T109" fmla="*/ 10 h 37"/>
                  <a:gd name="T110" fmla="*/ 17 w 28"/>
                  <a:gd name="T111" fmla="*/ 2 h 37"/>
                  <a:gd name="T112" fmla="*/ 2 w 28"/>
                  <a:gd name="T113" fmla="*/ 2 h 37"/>
                  <a:gd name="T114" fmla="*/ 2 w 28"/>
                  <a:gd name="T115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8" h="37">
                    <a:moveTo>
                      <a:pt x="19" y="3"/>
                    </a:moveTo>
                    <a:cubicBezTo>
                      <a:pt x="19" y="9"/>
                      <a:pt x="19" y="9"/>
                      <a:pt x="19" y="9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19" y="3"/>
                      <a:pt x="19" y="3"/>
                      <a:pt x="19" y="3"/>
                    </a:cubicBezTo>
                    <a:close/>
                    <a:moveTo>
                      <a:pt x="4" y="6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4" y="6"/>
                      <a:pt x="4" y="6"/>
                      <a:pt x="4" y="6"/>
                    </a:cubicBezTo>
                    <a:close/>
                    <a:moveTo>
                      <a:pt x="4" y="10"/>
                    </a:moveTo>
                    <a:cubicBezTo>
                      <a:pt x="4" y="12"/>
                      <a:pt x="4" y="12"/>
                      <a:pt x="4" y="12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4" y="10"/>
                      <a:pt x="4" y="10"/>
                      <a:pt x="4" y="10"/>
                    </a:cubicBezTo>
                    <a:close/>
                    <a:moveTo>
                      <a:pt x="4" y="14"/>
                    </a:moveTo>
                    <a:cubicBezTo>
                      <a:pt x="4" y="16"/>
                      <a:pt x="4" y="16"/>
                      <a:pt x="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4" y="14"/>
                      <a:pt x="4" y="14"/>
                      <a:pt x="4" y="14"/>
                    </a:cubicBezTo>
                    <a:close/>
                    <a:moveTo>
                      <a:pt x="4" y="18"/>
                    </a:moveTo>
                    <a:cubicBezTo>
                      <a:pt x="4" y="20"/>
                      <a:pt x="4" y="20"/>
                      <a:pt x="4" y="20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4" y="18"/>
                      <a:pt x="4" y="18"/>
                      <a:pt x="4" y="18"/>
                    </a:cubicBezTo>
                    <a:close/>
                    <a:moveTo>
                      <a:pt x="27" y="37"/>
                    </a:moveTo>
                    <a:cubicBezTo>
                      <a:pt x="1" y="37"/>
                      <a:pt x="1" y="37"/>
                      <a:pt x="1" y="37"/>
                    </a:cubicBezTo>
                    <a:cubicBezTo>
                      <a:pt x="0" y="37"/>
                      <a:pt x="0" y="36"/>
                      <a:pt x="0" y="36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8" y="0"/>
                      <a:pt x="19" y="0"/>
                      <a:pt x="20" y="1"/>
                    </a:cubicBezTo>
                    <a:cubicBezTo>
                      <a:pt x="28" y="9"/>
                      <a:pt x="28" y="9"/>
                      <a:pt x="28" y="9"/>
                    </a:cubicBezTo>
                    <a:cubicBezTo>
                      <a:pt x="28" y="10"/>
                      <a:pt x="28" y="10"/>
                      <a:pt x="28" y="11"/>
                    </a:cubicBezTo>
                    <a:cubicBezTo>
                      <a:pt x="28" y="36"/>
                      <a:pt x="28" y="36"/>
                      <a:pt x="28" y="36"/>
                    </a:cubicBezTo>
                    <a:cubicBezTo>
                      <a:pt x="28" y="36"/>
                      <a:pt x="28" y="37"/>
                      <a:pt x="27" y="37"/>
                    </a:cubicBezTo>
                    <a:close/>
                    <a:moveTo>
                      <a:pt x="4" y="30"/>
                    </a:moveTo>
                    <a:cubicBezTo>
                      <a:pt x="4" y="32"/>
                      <a:pt x="4" y="32"/>
                      <a:pt x="4" y="32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4" y="30"/>
                      <a:pt x="24" y="30"/>
                      <a:pt x="24" y="30"/>
                    </a:cubicBezTo>
                    <a:cubicBezTo>
                      <a:pt x="4" y="30"/>
                      <a:pt x="4" y="30"/>
                      <a:pt x="4" y="30"/>
                    </a:cubicBezTo>
                    <a:close/>
                    <a:moveTo>
                      <a:pt x="4" y="26"/>
                    </a:moveTo>
                    <a:cubicBezTo>
                      <a:pt x="4" y="28"/>
                      <a:pt x="4" y="28"/>
                      <a:pt x="4" y="28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4" y="26"/>
                      <a:pt x="4" y="26"/>
                      <a:pt x="4" y="26"/>
                    </a:cubicBezTo>
                    <a:close/>
                    <a:moveTo>
                      <a:pt x="4" y="22"/>
                    </a:moveTo>
                    <a:cubicBezTo>
                      <a:pt x="4" y="24"/>
                      <a:pt x="4" y="24"/>
                      <a:pt x="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4" y="22"/>
                      <a:pt x="4" y="22"/>
                      <a:pt x="4" y="22"/>
                    </a:cubicBezTo>
                    <a:close/>
                    <a:moveTo>
                      <a:pt x="2" y="35"/>
                    </a:moveTo>
                    <a:cubicBezTo>
                      <a:pt x="26" y="35"/>
                      <a:pt x="26" y="35"/>
                      <a:pt x="26" y="35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18" y="11"/>
                      <a:pt x="18" y="11"/>
                      <a:pt x="18" y="11"/>
                    </a:cubicBezTo>
                    <a:cubicBezTo>
                      <a:pt x="18" y="11"/>
                      <a:pt x="17" y="11"/>
                      <a:pt x="17" y="10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2" y="2"/>
                      <a:pt x="2" y="2"/>
                      <a:pt x="2" y="2"/>
                    </a:cubicBez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5" name="Freeform 394"/>
              <p:cNvSpPr>
                <a:spLocks noEditPoints="1"/>
              </p:cNvSpPr>
              <p:nvPr/>
            </p:nvSpPr>
            <p:spPr bwMode="auto">
              <a:xfrm>
                <a:off x="2939152" y="2654354"/>
                <a:ext cx="305577" cy="406787"/>
              </a:xfrm>
              <a:custGeom>
                <a:avLst/>
                <a:gdLst>
                  <a:gd name="T0" fmla="*/ 19 w 28"/>
                  <a:gd name="T1" fmla="*/ 3 h 37"/>
                  <a:gd name="T2" fmla="*/ 19 w 28"/>
                  <a:gd name="T3" fmla="*/ 9 h 37"/>
                  <a:gd name="T4" fmla="*/ 25 w 28"/>
                  <a:gd name="T5" fmla="*/ 9 h 37"/>
                  <a:gd name="T6" fmla="*/ 19 w 28"/>
                  <a:gd name="T7" fmla="*/ 3 h 37"/>
                  <a:gd name="T8" fmla="*/ 4 w 28"/>
                  <a:gd name="T9" fmla="*/ 5 h 37"/>
                  <a:gd name="T10" fmla="*/ 4 w 28"/>
                  <a:gd name="T11" fmla="*/ 7 h 37"/>
                  <a:gd name="T12" fmla="*/ 15 w 28"/>
                  <a:gd name="T13" fmla="*/ 7 h 37"/>
                  <a:gd name="T14" fmla="*/ 15 w 28"/>
                  <a:gd name="T15" fmla="*/ 5 h 37"/>
                  <a:gd name="T16" fmla="*/ 4 w 28"/>
                  <a:gd name="T17" fmla="*/ 5 h 37"/>
                  <a:gd name="T18" fmla="*/ 4 w 28"/>
                  <a:gd name="T19" fmla="*/ 10 h 37"/>
                  <a:gd name="T20" fmla="*/ 4 w 28"/>
                  <a:gd name="T21" fmla="*/ 12 h 37"/>
                  <a:gd name="T22" fmla="*/ 15 w 28"/>
                  <a:gd name="T23" fmla="*/ 12 h 37"/>
                  <a:gd name="T24" fmla="*/ 15 w 28"/>
                  <a:gd name="T25" fmla="*/ 10 h 37"/>
                  <a:gd name="T26" fmla="*/ 4 w 28"/>
                  <a:gd name="T27" fmla="*/ 10 h 37"/>
                  <a:gd name="T28" fmla="*/ 4 w 28"/>
                  <a:gd name="T29" fmla="*/ 14 h 37"/>
                  <a:gd name="T30" fmla="*/ 4 w 28"/>
                  <a:gd name="T31" fmla="*/ 16 h 37"/>
                  <a:gd name="T32" fmla="*/ 24 w 28"/>
                  <a:gd name="T33" fmla="*/ 16 h 37"/>
                  <a:gd name="T34" fmla="*/ 24 w 28"/>
                  <a:gd name="T35" fmla="*/ 14 h 37"/>
                  <a:gd name="T36" fmla="*/ 4 w 28"/>
                  <a:gd name="T37" fmla="*/ 14 h 37"/>
                  <a:gd name="T38" fmla="*/ 4 w 28"/>
                  <a:gd name="T39" fmla="*/ 18 h 37"/>
                  <a:gd name="T40" fmla="*/ 4 w 28"/>
                  <a:gd name="T41" fmla="*/ 20 h 37"/>
                  <a:gd name="T42" fmla="*/ 24 w 28"/>
                  <a:gd name="T43" fmla="*/ 20 h 37"/>
                  <a:gd name="T44" fmla="*/ 24 w 28"/>
                  <a:gd name="T45" fmla="*/ 18 h 37"/>
                  <a:gd name="T46" fmla="*/ 4 w 28"/>
                  <a:gd name="T47" fmla="*/ 18 h 37"/>
                  <a:gd name="T48" fmla="*/ 27 w 28"/>
                  <a:gd name="T49" fmla="*/ 37 h 37"/>
                  <a:gd name="T50" fmla="*/ 1 w 28"/>
                  <a:gd name="T51" fmla="*/ 37 h 37"/>
                  <a:gd name="T52" fmla="*/ 0 w 28"/>
                  <a:gd name="T53" fmla="*/ 36 h 37"/>
                  <a:gd name="T54" fmla="*/ 0 w 28"/>
                  <a:gd name="T55" fmla="*/ 1 h 37"/>
                  <a:gd name="T56" fmla="*/ 1 w 28"/>
                  <a:gd name="T57" fmla="*/ 0 h 37"/>
                  <a:gd name="T58" fmla="*/ 16 w 28"/>
                  <a:gd name="T59" fmla="*/ 0 h 37"/>
                  <a:gd name="T60" fmla="*/ 20 w 28"/>
                  <a:gd name="T61" fmla="*/ 1 h 37"/>
                  <a:gd name="T62" fmla="*/ 28 w 28"/>
                  <a:gd name="T63" fmla="*/ 9 h 37"/>
                  <a:gd name="T64" fmla="*/ 28 w 28"/>
                  <a:gd name="T65" fmla="*/ 11 h 37"/>
                  <a:gd name="T66" fmla="*/ 28 w 28"/>
                  <a:gd name="T67" fmla="*/ 36 h 37"/>
                  <a:gd name="T68" fmla="*/ 27 w 28"/>
                  <a:gd name="T69" fmla="*/ 37 h 37"/>
                  <a:gd name="T70" fmla="*/ 4 w 28"/>
                  <a:gd name="T71" fmla="*/ 30 h 37"/>
                  <a:gd name="T72" fmla="*/ 4 w 28"/>
                  <a:gd name="T73" fmla="*/ 32 h 37"/>
                  <a:gd name="T74" fmla="*/ 24 w 28"/>
                  <a:gd name="T75" fmla="*/ 32 h 37"/>
                  <a:gd name="T76" fmla="*/ 24 w 28"/>
                  <a:gd name="T77" fmla="*/ 30 h 37"/>
                  <a:gd name="T78" fmla="*/ 4 w 28"/>
                  <a:gd name="T79" fmla="*/ 30 h 37"/>
                  <a:gd name="T80" fmla="*/ 4 w 28"/>
                  <a:gd name="T81" fmla="*/ 26 h 37"/>
                  <a:gd name="T82" fmla="*/ 4 w 28"/>
                  <a:gd name="T83" fmla="*/ 28 h 37"/>
                  <a:gd name="T84" fmla="*/ 24 w 28"/>
                  <a:gd name="T85" fmla="*/ 28 h 37"/>
                  <a:gd name="T86" fmla="*/ 24 w 28"/>
                  <a:gd name="T87" fmla="*/ 26 h 37"/>
                  <a:gd name="T88" fmla="*/ 4 w 28"/>
                  <a:gd name="T89" fmla="*/ 26 h 37"/>
                  <a:gd name="T90" fmla="*/ 4 w 28"/>
                  <a:gd name="T91" fmla="*/ 22 h 37"/>
                  <a:gd name="T92" fmla="*/ 4 w 28"/>
                  <a:gd name="T93" fmla="*/ 24 h 37"/>
                  <a:gd name="T94" fmla="*/ 24 w 28"/>
                  <a:gd name="T95" fmla="*/ 24 h 37"/>
                  <a:gd name="T96" fmla="*/ 24 w 28"/>
                  <a:gd name="T97" fmla="*/ 22 h 37"/>
                  <a:gd name="T98" fmla="*/ 4 w 28"/>
                  <a:gd name="T99" fmla="*/ 22 h 37"/>
                  <a:gd name="T100" fmla="*/ 2 w 28"/>
                  <a:gd name="T101" fmla="*/ 35 h 37"/>
                  <a:gd name="T102" fmla="*/ 26 w 28"/>
                  <a:gd name="T103" fmla="*/ 35 h 37"/>
                  <a:gd name="T104" fmla="*/ 26 w 28"/>
                  <a:gd name="T105" fmla="*/ 11 h 37"/>
                  <a:gd name="T106" fmla="*/ 18 w 28"/>
                  <a:gd name="T107" fmla="*/ 11 h 37"/>
                  <a:gd name="T108" fmla="*/ 17 w 28"/>
                  <a:gd name="T109" fmla="*/ 10 h 37"/>
                  <a:gd name="T110" fmla="*/ 17 w 28"/>
                  <a:gd name="T111" fmla="*/ 2 h 37"/>
                  <a:gd name="T112" fmla="*/ 2 w 28"/>
                  <a:gd name="T113" fmla="*/ 2 h 37"/>
                  <a:gd name="T114" fmla="*/ 2 w 28"/>
                  <a:gd name="T115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8" h="37">
                    <a:moveTo>
                      <a:pt x="19" y="3"/>
                    </a:moveTo>
                    <a:cubicBezTo>
                      <a:pt x="19" y="9"/>
                      <a:pt x="19" y="9"/>
                      <a:pt x="19" y="9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19" y="3"/>
                      <a:pt x="19" y="3"/>
                      <a:pt x="19" y="3"/>
                    </a:cubicBezTo>
                    <a:close/>
                    <a:moveTo>
                      <a:pt x="4" y="5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4" y="5"/>
                      <a:pt x="4" y="5"/>
                      <a:pt x="4" y="5"/>
                    </a:cubicBezTo>
                    <a:close/>
                    <a:moveTo>
                      <a:pt x="4" y="10"/>
                    </a:moveTo>
                    <a:cubicBezTo>
                      <a:pt x="4" y="12"/>
                      <a:pt x="4" y="12"/>
                      <a:pt x="4" y="12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4" y="10"/>
                      <a:pt x="4" y="10"/>
                      <a:pt x="4" y="10"/>
                    </a:cubicBezTo>
                    <a:close/>
                    <a:moveTo>
                      <a:pt x="4" y="14"/>
                    </a:moveTo>
                    <a:cubicBezTo>
                      <a:pt x="4" y="16"/>
                      <a:pt x="4" y="16"/>
                      <a:pt x="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4" y="14"/>
                      <a:pt x="4" y="14"/>
                      <a:pt x="4" y="14"/>
                    </a:cubicBezTo>
                    <a:close/>
                    <a:moveTo>
                      <a:pt x="4" y="18"/>
                    </a:moveTo>
                    <a:cubicBezTo>
                      <a:pt x="4" y="20"/>
                      <a:pt x="4" y="20"/>
                      <a:pt x="4" y="20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4" y="18"/>
                      <a:pt x="4" y="18"/>
                      <a:pt x="4" y="18"/>
                    </a:cubicBezTo>
                    <a:close/>
                    <a:moveTo>
                      <a:pt x="27" y="37"/>
                    </a:moveTo>
                    <a:cubicBezTo>
                      <a:pt x="1" y="37"/>
                      <a:pt x="1" y="37"/>
                      <a:pt x="1" y="37"/>
                    </a:cubicBezTo>
                    <a:cubicBezTo>
                      <a:pt x="0" y="37"/>
                      <a:pt x="0" y="36"/>
                      <a:pt x="0" y="36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8" y="0"/>
                      <a:pt x="19" y="0"/>
                      <a:pt x="20" y="1"/>
                    </a:cubicBezTo>
                    <a:cubicBezTo>
                      <a:pt x="28" y="9"/>
                      <a:pt x="28" y="9"/>
                      <a:pt x="28" y="9"/>
                    </a:cubicBezTo>
                    <a:cubicBezTo>
                      <a:pt x="28" y="10"/>
                      <a:pt x="28" y="10"/>
                      <a:pt x="28" y="11"/>
                    </a:cubicBezTo>
                    <a:cubicBezTo>
                      <a:pt x="28" y="36"/>
                      <a:pt x="28" y="36"/>
                      <a:pt x="28" y="36"/>
                    </a:cubicBezTo>
                    <a:cubicBezTo>
                      <a:pt x="28" y="36"/>
                      <a:pt x="28" y="37"/>
                      <a:pt x="27" y="37"/>
                    </a:cubicBezTo>
                    <a:close/>
                    <a:moveTo>
                      <a:pt x="4" y="30"/>
                    </a:moveTo>
                    <a:cubicBezTo>
                      <a:pt x="4" y="32"/>
                      <a:pt x="4" y="32"/>
                      <a:pt x="4" y="32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4" y="30"/>
                      <a:pt x="24" y="30"/>
                      <a:pt x="24" y="30"/>
                    </a:cubicBezTo>
                    <a:cubicBezTo>
                      <a:pt x="4" y="30"/>
                      <a:pt x="4" y="30"/>
                      <a:pt x="4" y="30"/>
                    </a:cubicBezTo>
                    <a:close/>
                    <a:moveTo>
                      <a:pt x="4" y="26"/>
                    </a:moveTo>
                    <a:cubicBezTo>
                      <a:pt x="4" y="28"/>
                      <a:pt x="4" y="28"/>
                      <a:pt x="4" y="28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4" y="26"/>
                      <a:pt x="4" y="26"/>
                      <a:pt x="4" y="26"/>
                    </a:cubicBezTo>
                    <a:close/>
                    <a:moveTo>
                      <a:pt x="4" y="22"/>
                    </a:moveTo>
                    <a:cubicBezTo>
                      <a:pt x="4" y="24"/>
                      <a:pt x="4" y="24"/>
                      <a:pt x="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4" y="22"/>
                      <a:pt x="4" y="22"/>
                      <a:pt x="4" y="22"/>
                    </a:cubicBezTo>
                    <a:close/>
                    <a:moveTo>
                      <a:pt x="2" y="35"/>
                    </a:moveTo>
                    <a:cubicBezTo>
                      <a:pt x="26" y="35"/>
                      <a:pt x="26" y="35"/>
                      <a:pt x="26" y="35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18" y="11"/>
                      <a:pt x="18" y="11"/>
                      <a:pt x="18" y="11"/>
                    </a:cubicBezTo>
                    <a:cubicBezTo>
                      <a:pt x="17" y="11"/>
                      <a:pt x="17" y="11"/>
                      <a:pt x="17" y="10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2" y="2"/>
                      <a:pt x="2" y="2"/>
                      <a:pt x="2" y="2"/>
                    </a:cubicBez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6" name="Freeform 395"/>
              <p:cNvSpPr>
                <a:spLocks noEditPoints="1"/>
              </p:cNvSpPr>
              <p:nvPr/>
            </p:nvSpPr>
            <p:spPr bwMode="auto">
              <a:xfrm>
                <a:off x="2939152" y="2654354"/>
                <a:ext cx="305577" cy="406787"/>
              </a:xfrm>
              <a:custGeom>
                <a:avLst/>
                <a:gdLst>
                  <a:gd name="T0" fmla="*/ 19 w 28"/>
                  <a:gd name="T1" fmla="*/ 3 h 37"/>
                  <a:gd name="T2" fmla="*/ 19 w 28"/>
                  <a:gd name="T3" fmla="*/ 9 h 37"/>
                  <a:gd name="T4" fmla="*/ 25 w 28"/>
                  <a:gd name="T5" fmla="*/ 9 h 37"/>
                  <a:gd name="T6" fmla="*/ 19 w 28"/>
                  <a:gd name="T7" fmla="*/ 3 h 37"/>
                  <a:gd name="T8" fmla="*/ 4 w 28"/>
                  <a:gd name="T9" fmla="*/ 5 h 37"/>
                  <a:gd name="T10" fmla="*/ 4 w 28"/>
                  <a:gd name="T11" fmla="*/ 7 h 37"/>
                  <a:gd name="T12" fmla="*/ 15 w 28"/>
                  <a:gd name="T13" fmla="*/ 7 h 37"/>
                  <a:gd name="T14" fmla="*/ 15 w 28"/>
                  <a:gd name="T15" fmla="*/ 5 h 37"/>
                  <a:gd name="T16" fmla="*/ 4 w 28"/>
                  <a:gd name="T17" fmla="*/ 5 h 37"/>
                  <a:gd name="T18" fmla="*/ 4 w 28"/>
                  <a:gd name="T19" fmla="*/ 9 h 37"/>
                  <a:gd name="T20" fmla="*/ 4 w 28"/>
                  <a:gd name="T21" fmla="*/ 11 h 37"/>
                  <a:gd name="T22" fmla="*/ 15 w 28"/>
                  <a:gd name="T23" fmla="*/ 11 h 37"/>
                  <a:gd name="T24" fmla="*/ 15 w 28"/>
                  <a:gd name="T25" fmla="*/ 9 h 37"/>
                  <a:gd name="T26" fmla="*/ 4 w 28"/>
                  <a:gd name="T27" fmla="*/ 9 h 37"/>
                  <a:gd name="T28" fmla="*/ 4 w 28"/>
                  <a:gd name="T29" fmla="*/ 13 h 37"/>
                  <a:gd name="T30" fmla="*/ 4 w 28"/>
                  <a:gd name="T31" fmla="*/ 16 h 37"/>
                  <a:gd name="T32" fmla="*/ 24 w 28"/>
                  <a:gd name="T33" fmla="*/ 16 h 37"/>
                  <a:gd name="T34" fmla="*/ 24 w 28"/>
                  <a:gd name="T35" fmla="*/ 13 h 37"/>
                  <a:gd name="T36" fmla="*/ 4 w 28"/>
                  <a:gd name="T37" fmla="*/ 13 h 37"/>
                  <a:gd name="T38" fmla="*/ 4 w 28"/>
                  <a:gd name="T39" fmla="*/ 18 h 37"/>
                  <a:gd name="T40" fmla="*/ 4 w 28"/>
                  <a:gd name="T41" fmla="*/ 20 h 37"/>
                  <a:gd name="T42" fmla="*/ 24 w 28"/>
                  <a:gd name="T43" fmla="*/ 20 h 37"/>
                  <a:gd name="T44" fmla="*/ 24 w 28"/>
                  <a:gd name="T45" fmla="*/ 18 h 37"/>
                  <a:gd name="T46" fmla="*/ 4 w 28"/>
                  <a:gd name="T47" fmla="*/ 18 h 37"/>
                  <a:gd name="T48" fmla="*/ 27 w 28"/>
                  <a:gd name="T49" fmla="*/ 37 h 37"/>
                  <a:gd name="T50" fmla="*/ 1 w 28"/>
                  <a:gd name="T51" fmla="*/ 37 h 37"/>
                  <a:gd name="T52" fmla="*/ 0 w 28"/>
                  <a:gd name="T53" fmla="*/ 36 h 37"/>
                  <a:gd name="T54" fmla="*/ 0 w 28"/>
                  <a:gd name="T55" fmla="*/ 1 h 37"/>
                  <a:gd name="T56" fmla="*/ 1 w 28"/>
                  <a:gd name="T57" fmla="*/ 0 h 37"/>
                  <a:gd name="T58" fmla="*/ 16 w 28"/>
                  <a:gd name="T59" fmla="*/ 0 h 37"/>
                  <a:gd name="T60" fmla="*/ 20 w 28"/>
                  <a:gd name="T61" fmla="*/ 1 h 37"/>
                  <a:gd name="T62" fmla="*/ 28 w 28"/>
                  <a:gd name="T63" fmla="*/ 9 h 37"/>
                  <a:gd name="T64" fmla="*/ 28 w 28"/>
                  <a:gd name="T65" fmla="*/ 11 h 37"/>
                  <a:gd name="T66" fmla="*/ 28 w 28"/>
                  <a:gd name="T67" fmla="*/ 36 h 37"/>
                  <a:gd name="T68" fmla="*/ 27 w 28"/>
                  <a:gd name="T69" fmla="*/ 37 h 37"/>
                  <a:gd name="T70" fmla="*/ 4 w 28"/>
                  <a:gd name="T71" fmla="*/ 30 h 37"/>
                  <a:gd name="T72" fmla="*/ 4 w 28"/>
                  <a:gd name="T73" fmla="*/ 32 h 37"/>
                  <a:gd name="T74" fmla="*/ 24 w 28"/>
                  <a:gd name="T75" fmla="*/ 32 h 37"/>
                  <a:gd name="T76" fmla="*/ 24 w 28"/>
                  <a:gd name="T77" fmla="*/ 30 h 37"/>
                  <a:gd name="T78" fmla="*/ 4 w 28"/>
                  <a:gd name="T79" fmla="*/ 30 h 37"/>
                  <a:gd name="T80" fmla="*/ 4 w 28"/>
                  <a:gd name="T81" fmla="*/ 26 h 37"/>
                  <a:gd name="T82" fmla="*/ 4 w 28"/>
                  <a:gd name="T83" fmla="*/ 28 h 37"/>
                  <a:gd name="T84" fmla="*/ 24 w 28"/>
                  <a:gd name="T85" fmla="*/ 28 h 37"/>
                  <a:gd name="T86" fmla="*/ 24 w 28"/>
                  <a:gd name="T87" fmla="*/ 26 h 37"/>
                  <a:gd name="T88" fmla="*/ 4 w 28"/>
                  <a:gd name="T89" fmla="*/ 26 h 37"/>
                  <a:gd name="T90" fmla="*/ 4 w 28"/>
                  <a:gd name="T91" fmla="*/ 22 h 37"/>
                  <a:gd name="T92" fmla="*/ 4 w 28"/>
                  <a:gd name="T93" fmla="*/ 24 h 37"/>
                  <a:gd name="T94" fmla="*/ 24 w 28"/>
                  <a:gd name="T95" fmla="*/ 24 h 37"/>
                  <a:gd name="T96" fmla="*/ 24 w 28"/>
                  <a:gd name="T97" fmla="*/ 22 h 37"/>
                  <a:gd name="T98" fmla="*/ 4 w 28"/>
                  <a:gd name="T99" fmla="*/ 22 h 37"/>
                  <a:gd name="T100" fmla="*/ 2 w 28"/>
                  <a:gd name="T101" fmla="*/ 35 h 37"/>
                  <a:gd name="T102" fmla="*/ 26 w 28"/>
                  <a:gd name="T103" fmla="*/ 35 h 37"/>
                  <a:gd name="T104" fmla="*/ 26 w 28"/>
                  <a:gd name="T105" fmla="*/ 11 h 37"/>
                  <a:gd name="T106" fmla="*/ 18 w 28"/>
                  <a:gd name="T107" fmla="*/ 11 h 37"/>
                  <a:gd name="T108" fmla="*/ 17 w 28"/>
                  <a:gd name="T109" fmla="*/ 10 h 37"/>
                  <a:gd name="T110" fmla="*/ 17 w 28"/>
                  <a:gd name="T111" fmla="*/ 2 h 37"/>
                  <a:gd name="T112" fmla="*/ 2 w 28"/>
                  <a:gd name="T113" fmla="*/ 2 h 37"/>
                  <a:gd name="T114" fmla="*/ 2 w 28"/>
                  <a:gd name="T115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8" h="37">
                    <a:moveTo>
                      <a:pt x="19" y="3"/>
                    </a:moveTo>
                    <a:cubicBezTo>
                      <a:pt x="19" y="9"/>
                      <a:pt x="19" y="9"/>
                      <a:pt x="19" y="9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19" y="3"/>
                      <a:pt x="19" y="3"/>
                      <a:pt x="19" y="3"/>
                    </a:cubicBezTo>
                    <a:close/>
                    <a:moveTo>
                      <a:pt x="4" y="5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4" y="5"/>
                      <a:pt x="4" y="5"/>
                      <a:pt x="4" y="5"/>
                    </a:cubicBezTo>
                    <a:close/>
                    <a:moveTo>
                      <a:pt x="4" y="9"/>
                    </a:moveTo>
                    <a:cubicBezTo>
                      <a:pt x="4" y="11"/>
                      <a:pt x="4" y="11"/>
                      <a:pt x="4" y="11"/>
                    </a:cubicBez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4" y="9"/>
                      <a:pt x="4" y="9"/>
                      <a:pt x="4" y="9"/>
                    </a:cubicBezTo>
                    <a:close/>
                    <a:moveTo>
                      <a:pt x="4" y="13"/>
                    </a:moveTo>
                    <a:cubicBezTo>
                      <a:pt x="4" y="16"/>
                      <a:pt x="4" y="16"/>
                      <a:pt x="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4" y="13"/>
                      <a:pt x="4" y="13"/>
                      <a:pt x="4" y="13"/>
                    </a:cubicBezTo>
                    <a:close/>
                    <a:moveTo>
                      <a:pt x="4" y="18"/>
                    </a:moveTo>
                    <a:cubicBezTo>
                      <a:pt x="4" y="20"/>
                      <a:pt x="4" y="20"/>
                      <a:pt x="4" y="20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4" y="18"/>
                      <a:pt x="4" y="18"/>
                      <a:pt x="4" y="18"/>
                    </a:cubicBezTo>
                    <a:close/>
                    <a:moveTo>
                      <a:pt x="27" y="37"/>
                    </a:moveTo>
                    <a:cubicBezTo>
                      <a:pt x="1" y="37"/>
                      <a:pt x="1" y="37"/>
                      <a:pt x="1" y="37"/>
                    </a:cubicBezTo>
                    <a:cubicBezTo>
                      <a:pt x="0" y="37"/>
                      <a:pt x="0" y="36"/>
                      <a:pt x="0" y="36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8" y="0"/>
                      <a:pt x="18" y="0"/>
                      <a:pt x="20" y="1"/>
                    </a:cubicBezTo>
                    <a:cubicBezTo>
                      <a:pt x="28" y="9"/>
                      <a:pt x="28" y="9"/>
                      <a:pt x="28" y="9"/>
                    </a:cubicBezTo>
                    <a:cubicBezTo>
                      <a:pt x="28" y="10"/>
                      <a:pt x="28" y="10"/>
                      <a:pt x="28" y="11"/>
                    </a:cubicBezTo>
                    <a:cubicBezTo>
                      <a:pt x="28" y="36"/>
                      <a:pt x="28" y="36"/>
                      <a:pt x="28" y="36"/>
                    </a:cubicBezTo>
                    <a:cubicBezTo>
                      <a:pt x="28" y="36"/>
                      <a:pt x="28" y="37"/>
                      <a:pt x="27" y="37"/>
                    </a:cubicBezTo>
                    <a:close/>
                    <a:moveTo>
                      <a:pt x="4" y="30"/>
                    </a:moveTo>
                    <a:cubicBezTo>
                      <a:pt x="4" y="32"/>
                      <a:pt x="4" y="32"/>
                      <a:pt x="4" y="32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4" y="30"/>
                      <a:pt x="24" y="30"/>
                      <a:pt x="24" y="30"/>
                    </a:cubicBezTo>
                    <a:cubicBezTo>
                      <a:pt x="4" y="30"/>
                      <a:pt x="4" y="30"/>
                      <a:pt x="4" y="30"/>
                    </a:cubicBezTo>
                    <a:close/>
                    <a:moveTo>
                      <a:pt x="4" y="26"/>
                    </a:moveTo>
                    <a:cubicBezTo>
                      <a:pt x="4" y="28"/>
                      <a:pt x="4" y="28"/>
                      <a:pt x="4" y="28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4" y="26"/>
                      <a:pt x="4" y="26"/>
                      <a:pt x="4" y="26"/>
                    </a:cubicBezTo>
                    <a:close/>
                    <a:moveTo>
                      <a:pt x="4" y="22"/>
                    </a:moveTo>
                    <a:cubicBezTo>
                      <a:pt x="4" y="24"/>
                      <a:pt x="4" y="24"/>
                      <a:pt x="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4" y="22"/>
                      <a:pt x="4" y="22"/>
                      <a:pt x="4" y="22"/>
                    </a:cubicBezTo>
                    <a:close/>
                    <a:moveTo>
                      <a:pt x="2" y="35"/>
                    </a:moveTo>
                    <a:cubicBezTo>
                      <a:pt x="26" y="35"/>
                      <a:pt x="26" y="35"/>
                      <a:pt x="26" y="35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18" y="11"/>
                      <a:pt x="18" y="11"/>
                      <a:pt x="18" y="11"/>
                    </a:cubicBezTo>
                    <a:cubicBezTo>
                      <a:pt x="17" y="11"/>
                      <a:pt x="17" y="11"/>
                      <a:pt x="17" y="10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2" y="2"/>
                      <a:pt x="2" y="2"/>
                      <a:pt x="2" y="2"/>
                    </a:cubicBez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7" name="Freeform 396"/>
              <p:cNvSpPr>
                <a:spLocks noEditPoints="1"/>
              </p:cNvSpPr>
              <p:nvPr/>
            </p:nvSpPr>
            <p:spPr bwMode="auto">
              <a:xfrm>
                <a:off x="2939152" y="2654354"/>
                <a:ext cx="305577" cy="406787"/>
              </a:xfrm>
              <a:custGeom>
                <a:avLst/>
                <a:gdLst>
                  <a:gd name="T0" fmla="*/ 19 w 28"/>
                  <a:gd name="T1" fmla="*/ 3 h 37"/>
                  <a:gd name="T2" fmla="*/ 19 w 28"/>
                  <a:gd name="T3" fmla="*/ 9 h 37"/>
                  <a:gd name="T4" fmla="*/ 25 w 28"/>
                  <a:gd name="T5" fmla="*/ 9 h 37"/>
                  <a:gd name="T6" fmla="*/ 19 w 28"/>
                  <a:gd name="T7" fmla="*/ 3 h 37"/>
                  <a:gd name="T8" fmla="*/ 4 w 28"/>
                  <a:gd name="T9" fmla="*/ 5 h 37"/>
                  <a:gd name="T10" fmla="*/ 4 w 28"/>
                  <a:gd name="T11" fmla="*/ 7 h 37"/>
                  <a:gd name="T12" fmla="*/ 15 w 28"/>
                  <a:gd name="T13" fmla="*/ 7 h 37"/>
                  <a:gd name="T14" fmla="*/ 15 w 28"/>
                  <a:gd name="T15" fmla="*/ 5 h 37"/>
                  <a:gd name="T16" fmla="*/ 4 w 28"/>
                  <a:gd name="T17" fmla="*/ 5 h 37"/>
                  <a:gd name="T18" fmla="*/ 4 w 28"/>
                  <a:gd name="T19" fmla="*/ 9 h 37"/>
                  <a:gd name="T20" fmla="*/ 4 w 28"/>
                  <a:gd name="T21" fmla="*/ 11 h 37"/>
                  <a:gd name="T22" fmla="*/ 15 w 28"/>
                  <a:gd name="T23" fmla="*/ 11 h 37"/>
                  <a:gd name="T24" fmla="*/ 15 w 28"/>
                  <a:gd name="T25" fmla="*/ 9 h 37"/>
                  <a:gd name="T26" fmla="*/ 4 w 28"/>
                  <a:gd name="T27" fmla="*/ 9 h 37"/>
                  <a:gd name="T28" fmla="*/ 4 w 28"/>
                  <a:gd name="T29" fmla="*/ 13 h 37"/>
                  <a:gd name="T30" fmla="*/ 4 w 28"/>
                  <a:gd name="T31" fmla="*/ 15 h 37"/>
                  <a:gd name="T32" fmla="*/ 24 w 28"/>
                  <a:gd name="T33" fmla="*/ 15 h 37"/>
                  <a:gd name="T34" fmla="*/ 24 w 28"/>
                  <a:gd name="T35" fmla="*/ 13 h 37"/>
                  <a:gd name="T36" fmla="*/ 4 w 28"/>
                  <a:gd name="T37" fmla="*/ 13 h 37"/>
                  <a:gd name="T38" fmla="*/ 4 w 28"/>
                  <a:gd name="T39" fmla="*/ 17 h 37"/>
                  <a:gd name="T40" fmla="*/ 4 w 28"/>
                  <a:gd name="T41" fmla="*/ 19 h 37"/>
                  <a:gd name="T42" fmla="*/ 24 w 28"/>
                  <a:gd name="T43" fmla="*/ 19 h 37"/>
                  <a:gd name="T44" fmla="*/ 24 w 28"/>
                  <a:gd name="T45" fmla="*/ 17 h 37"/>
                  <a:gd name="T46" fmla="*/ 4 w 28"/>
                  <a:gd name="T47" fmla="*/ 17 h 37"/>
                  <a:gd name="T48" fmla="*/ 27 w 28"/>
                  <a:gd name="T49" fmla="*/ 37 h 37"/>
                  <a:gd name="T50" fmla="*/ 1 w 28"/>
                  <a:gd name="T51" fmla="*/ 37 h 37"/>
                  <a:gd name="T52" fmla="*/ 0 w 28"/>
                  <a:gd name="T53" fmla="*/ 36 h 37"/>
                  <a:gd name="T54" fmla="*/ 0 w 28"/>
                  <a:gd name="T55" fmla="*/ 1 h 37"/>
                  <a:gd name="T56" fmla="*/ 1 w 28"/>
                  <a:gd name="T57" fmla="*/ 0 h 37"/>
                  <a:gd name="T58" fmla="*/ 16 w 28"/>
                  <a:gd name="T59" fmla="*/ 0 h 37"/>
                  <a:gd name="T60" fmla="*/ 20 w 28"/>
                  <a:gd name="T61" fmla="*/ 1 h 37"/>
                  <a:gd name="T62" fmla="*/ 28 w 28"/>
                  <a:gd name="T63" fmla="*/ 9 h 37"/>
                  <a:gd name="T64" fmla="*/ 28 w 28"/>
                  <a:gd name="T65" fmla="*/ 11 h 37"/>
                  <a:gd name="T66" fmla="*/ 28 w 28"/>
                  <a:gd name="T67" fmla="*/ 36 h 37"/>
                  <a:gd name="T68" fmla="*/ 27 w 28"/>
                  <a:gd name="T69" fmla="*/ 37 h 37"/>
                  <a:gd name="T70" fmla="*/ 4 w 28"/>
                  <a:gd name="T71" fmla="*/ 30 h 37"/>
                  <a:gd name="T72" fmla="*/ 4 w 28"/>
                  <a:gd name="T73" fmla="*/ 32 h 37"/>
                  <a:gd name="T74" fmla="*/ 24 w 28"/>
                  <a:gd name="T75" fmla="*/ 32 h 37"/>
                  <a:gd name="T76" fmla="*/ 24 w 28"/>
                  <a:gd name="T77" fmla="*/ 30 h 37"/>
                  <a:gd name="T78" fmla="*/ 4 w 28"/>
                  <a:gd name="T79" fmla="*/ 30 h 37"/>
                  <a:gd name="T80" fmla="*/ 4 w 28"/>
                  <a:gd name="T81" fmla="*/ 26 h 37"/>
                  <a:gd name="T82" fmla="*/ 4 w 28"/>
                  <a:gd name="T83" fmla="*/ 28 h 37"/>
                  <a:gd name="T84" fmla="*/ 24 w 28"/>
                  <a:gd name="T85" fmla="*/ 28 h 37"/>
                  <a:gd name="T86" fmla="*/ 24 w 28"/>
                  <a:gd name="T87" fmla="*/ 26 h 37"/>
                  <a:gd name="T88" fmla="*/ 4 w 28"/>
                  <a:gd name="T89" fmla="*/ 26 h 37"/>
                  <a:gd name="T90" fmla="*/ 4 w 28"/>
                  <a:gd name="T91" fmla="*/ 22 h 37"/>
                  <a:gd name="T92" fmla="*/ 4 w 28"/>
                  <a:gd name="T93" fmla="*/ 24 h 37"/>
                  <a:gd name="T94" fmla="*/ 24 w 28"/>
                  <a:gd name="T95" fmla="*/ 24 h 37"/>
                  <a:gd name="T96" fmla="*/ 24 w 28"/>
                  <a:gd name="T97" fmla="*/ 22 h 37"/>
                  <a:gd name="T98" fmla="*/ 4 w 28"/>
                  <a:gd name="T99" fmla="*/ 22 h 37"/>
                  <a:gd name="T100" fmla="*/ 2 w 28"/>
                  <a:gd name="T101" fmla="*/ 35 h 37"/>
                  <a:gd name="T102" fmla="*/ 26 w 28"/>
                  <a:gd name="T103" fmla="*/ 35 h 37"/>
                  <a:gd name="T104" fmla="*/ 26 w 28"/>
                  <a:gd name="T105" fmla="*/ 11 h 37"/>
                  <a:gd name="T106" fmla="*/ 18 w 28"/>
                  <a:gd name="T107" fmla="*/ 11 h 37"/>
                  <a:gd name="T108" fmla="*/ 17 w 28"/>
                  <a:gd name="T109" fmla="*/ 10 h 37"/>
                  <a:gd name="T110" fmla="*/ 17 w 28"/>
                  <a:gd name="T111" fmla="*/ 2 h 37"/>
                  <a:gd name="T112" fmla="*/ 2 w 28"/>
                  <a:gd name="T113" fmla="*/ 2 h 37"/>
                  <a:gd name="T114" fmla="*/ 2 w 28"/>
                  <a:gd name="T115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8" h="37">
                    <a:moveTo>
                      <a:pt x="19" y="3"/>
                    </a:moveTo>
                    <a:cubicBezTo>
                      <a:pt x="19" y="9"/>
                      <a:pt x="19" y="9"/>
                      <a:pt x="19" y="9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19" y="3"/>
                      <a:pt x="19" y="3"/>
                      <a:pt x="19" y="3"/>
                    </a:cubicBezTo>
                    <a:close/>
                    <a:moveTo>
                      <a:pt x="4" y="5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4" y="5"/>
                      <a:pt x="4" y="5"/>
                      <a:pt x="4" y="5"/>
                    </a:cubicBezTo>
                    <a:close/>
                    <a:moveTo>
                      <a:pt x="4" y="9"/>
                    </a:moveTo>
                    <a:cubicBezTo>
                      <a:pt x="4" y="11"/>
                      <a:pt x="4" y="11"/>
                      <a:pt x="4" y="11"/>
                    </a:cubicBez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4" y="9"/>
                      <a:pt x="4" y="9"/>
                      <a:pt x="4" y="9"/>
                    </a:cubicBezTo>
                    <a:close/>
                    <a:moveTo>
                      <a:pt x="4" y="13"/>
                    </a:moveTo>
                    <a:cubicBezTo>
                      <a:pt x="4" y="15"/>
                      <a:pt x="4" y="15"/>
                      <a:pt x="4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4" y="13"/>
                      <a:pt x="4" y="13"/>
                      <a:pt x="4" y="13"/>
                    </a:cubicBezTo>
                    <a:close/>
                    <a:moveTo>
                      <a:pt x="4" y="17"/>
                    </a:moveTo>
                    <a:cubicBezTo>
                      <a:pt x="4" y="19"/>
                      <a:pt x="4" y="19"/>
                      <a:pt x="4" y="19"/>
                    </a:cubicBezTo>
                    <a:cubicBezTo>
                      <a:pt x="24" y="19"/>
                      <a:pt x="24" y="19"/>
                      <a:pt x="24" y="19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4" y="17"/>
                      <a:pt x="4" y="17"/>
                      <a:pt x="4" y="17"/>
                    </a:cubicBezTo>
                    <a:close/>
                    <a:moveTo>
                      <a:pt x="27" y="37"/>
                    </a:moveTo>
                    <a:cubicBezTo>
                      <a:pt x="1" y="37"/>
                      <a:pt x="1" y="37"/>
                      <a:pt x="1" y="37"/>
                    </a:cubicBezTo>
                    <a:cubicBezTo>
                      <a:pt x="0" y="37"/>
                      <a:pt x="0" y="36"/>
                      <a:pt x="0" y="36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8" y="0"/>
                      <a:pt x="18" y="0"/>
                      <a:pt x="20" y="1"/>
                    </a:cubicBezTo>
                    <a:cubicBezTo>
                      <a:pt x="28" y="9"/>
                      <a:pt x="28" y="9"/>
                      <a:pt x="28" y="9"/>
                    </a:cubicBezTo>
                    <a:cubicBezTo>
                      <a:pt x="28" y="10"/>
                      <a:pt x="28" y="10"/>
                      <a:pt x="28" y="11"/>
                    </a:cubicBezTo>
                    <a:cubicBezTo>
                      <a:pt x="28" y="36"/>
                      <a:pt x="28" y="36"/>
                      <a:pt x="28" y="36"/>
                    </a:cubicBezTo>
                    <a:cubicBezTo>
                      <a:pt x="28" y="36"/>
                      <a:pt x="28" y="37"/>
                      <a:pt x="27" y="37"/>
                    </a:cubicBezTo>
                    <a:close/>
                    <a:moveTo>
                      <a:pt x="4" y="30"/>
                    </a:moveTo>
                    <a:cubicBezTo>
                      <a:pt x="4" y="32"/>
                      <a:pt x="4" y="32"/>
                      <a:pt x="4" y="32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4" y="30"/>
                      <a:pt x="24" y="30"/>
                      <a:pt x="24" y="30"/>
                    </a:cubicBezTo>
                    <a:cubicBezTo>
                      <a:pt x="4" y="30"/>
                      <a:pt x="4" y="30"/>
                      <a:pt x="4" y="30"/>
                    </a:cubicBezTo>
                    <a:close/>
                    <a:moveTo>
                      <a:pt x="4" y="26"/>
                    </a:moveTo>
                    <a:cubicBezTo>
                      <a:pt x="4" y="28"/>
                      <a:pt x="4" y="28"/>
                      <a:pt x="4" y="28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4" y="26"/>
                      <a:pt x="4" y="26"/>
                      <a:pt x="4" y="26"/>
                    </a:cubicBezTo>
                    <a:close/>
                    <a:moveTo>
                      <a:pt x="4" y="22"/>
                    </a:moveTo>
                    <a:cubicBezTo>
                      <a:pt x="4" y="24"/>
                      <a:pt x="4" y="24"/>
                      <a:pt x="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4" y="22"/>
                      <a:pt x="4" y="22"/>
                      <a:pt x="4" y="22"/>
                    </a:cubicBezTo>
                    <a:close/>
                    <a:moveTo>
                      <a:pt x="2" y="35"/>
                    </a:moveTo>
                    <a:cubicBezTo>
                      <a:pt x="26" y="35"/>
                      <a:pt x="26" y="35"/>
                      <a:pt x="26" y="35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18" y="11"/>
                      <a:pt x="18" y="11"/>
                      <a:pt x="18" y="11"/>
                    </a:cubicBezTo>
                    <a:cubicBezTo>
                      <a:pt x="17" y="11"/>
                      <a:pt x="17" y="11"/>
                      <a:pt x="17" y="10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2" y="2"/>
                      <a:pt x="2" y="2"/>
                      <a:pt x="2" y="2"/>
                    </a:cubicBez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Freeform 397"/>
              <p:cNvSpPr>
                <a:spLocks noEditPoints="1"/>
              </p:cNvSpPr>
              <p:nvPr/>
            </p:nvSpPr>
            <p:spPr bwMode="auto">
              <a:xfrm>
                <a:off x="2939152" y="2654354"/>
                <a:ext cx="305577" cy="406787"/>
              </a:xfrm>
              <a:custGeom>
                <a:avLst/>
                <a:gdLst>
                  <a:gd name="T0" fmla="*/ 19 w 28"/>
                  <a:gd name="T1" fmla="*/ 3 h 37"/>
                  <a:gd name="T2" fmla="*/ 19 w 28"/>
                  <a:gd name="T3" fmla="*/ 9 h 37"/>
                  <a:gd name="T4" fmla="*/ 25 w 28"/>
                  <a:gd name="T5" fmla="*/ 9 h 37"/>
                  <a:gd name="T6" fmla="*/ 19 w 28"/>
                  <a:gd name="T7" fmla="*/ 3 h 37"/>
                  <a:gd name="T8" fmla="*/ 4 w 28"/>
                  <a:gd name="T9" fmla="*/ 5 h 37"/>
                  <a:gd name="T10" fmla="*/ 4 w 28"/>
                  <a:gd name="T11" fmla="*/ 7 h 37"/>
                  <a:gd name="T12" fmla="*/ 15 w 28"/>
                  <a:gd name="T13" fmla="*/ 7 h 37"/>
                  <a:gd name="T14" fmla="*/ 15 w 28"/>
                  <a:gd name="T15" fmla="*/ 5 h 37"/>
                  <a:gd name="T16" fmla="*/ 4 w 28"/>
                  <a:gd name="T17" fmla="*/ 5 h 37"/>
                  <a:gd name="T18" fmla="*/ 4 w 28"/>
                  <a:gd name="T19" fmla="*/ 9 h 37"/>
                  <a:gd name="T20" fmla="*/ 4 w 28"/>
                  <a:gd name="T21" fmla="*/ 11 h 37"/>
                  <a:gd name="T22" fmla="*/ 15 w 28"/>
                  <a:gd name="T23" fmla="*/ 11 h 37"/>
                  <a:gd name="T24" fmla="*/ 15 w 28"/>
                  <a:gd name="T25" fmla="*/ 9 h 37"/>
                  <a:gd name="T26" fmla="*/ 4 w 28"/>
                  <a:gd name="T27" fmla="*/ 9 h 37"/>
                  <a:gd name="T28" fmla="*/ 4 w 28"/>
                  <a:gd name="T29" fmla="*/ 13 h 37"/>
                  <a:gd name="T30" fmla="*/ 4 w 28"/>
                  <a:gd name="T31" fmla="*/ 15 h 37"/>
                  <a:gd name="T32" fmla="*/ 24 w 28"/>
                  <a:gd name="T33" fmla="*/ 15 h 37"/>
                  <a:gd name="T34" fmla="*/ 24 w 28"/>
                  <a:gd name="T35" fmla="*/ 13 h 37"/>
                  <a:gd name="T36" fmla="*/ 4 w 28"/>
                  <a:gd name="T37" fmla="*/ 13 h 37"/>
                  <a:gd name="T38" fmla="*/ 4 w 28"/>
                  <a:gd name="T39" fmla="*/ 17 h 37"/>
                  <a:gd name="T40" fmla="*/ 4 w 28"/>
                  <a:gd name="T41" fmla="*/ 19 h 37"/>
                  <a:gd name="T42" fmla="*/ 24 w 28"/>
                  <a:gd name="T43" fmla="*/ 19 h 37"/>
                  <a:gd name="T44" fmla="*/ 24 w 28"/>
                  <a:gd name="T45" fmla="*/ 17 h 37"/>
                  <a:gd name="T46" fmla="*/ 4 w 28"/>
                  <a:gd name="T47" fmla="*/ 17 h 37"/>
                  <a:gd name="T48" fmla="*/ 27 w 28"/>
                  <a:gd name="T49" fmla="*/ 37 h 37"/>
                  <a:gd name="T50" fmla="*/ 1 w 28"/>
                  <a:gd name="T51" fmla="*/ 37 h 37"/>
                  <a:gd name="T52" fmla="*/ 0 w 28"/>
                  <a:gd name="T53" fmla="*/ 36 h 37"/>
                  <a:gd name="T54" fmla="*/ 0 w 28"/>
                  <a:gd name="T55" fmla="*/ 1 h 37"/>
                  <a:gd name="T56" fmla="*/ 1 w 28"/>
                  <a:gd name="T57" fmla="*/ 0 h 37"/>
                  <a:gd name="T58" fmla="*/ 16 w 28"/>
                  <a:gd name="T59" fmla="*/ 0 h 37"/>
                  <a:gd name="T60" fmla="*/ 20 w 28"/>
                  <a:gd name="T61" fmla="*/ 1 h 37"/>
                  <a:gd name="T62" fmla="*/ 27 w 28"/>
                  <a:gd name="T63" fmla="*/ 9 h 37"/>
                  <a:gd name="T64" fmla="*/ 28 w 28"/>
                  <a:gd name="T65" fmla="*/ 11 h 37"/>
                  <a:gd name="T66" fmla="*/ 28 w 28"/>
                  <a:gd name="T67" fmla="*/ 36 h 37"/>
                  <a:gd name="T68" fmla="*/ 27 w 28"/>
                  <a:gd name="T69" fmla="*/ 37 h 37"/>
                  <a:gd name="T70" fmla="*/ 4 w 28"/>
                  <a:gd name="T71" fmla="*/ 30 h 37"/>
                  <a:gd name="T72" fmla="*/ 4 w 28"/>
                  <a:gd name="T73" fmla="*/ 32 h 37"/>
                  <a:gd name="T74" fmla="*/ 24 w 28"/>
                  <a:gd name="T75" fmla="*/ 32 h 37"/>
                  <a:gd name="T76" fmla="*/ 24 w 28"/>
                  <a:gd name="T77" fmla="*/ 30 h 37"/>
                  <a:gd name="T78" fmla="*/ 4 w 28"/>
                  <a:gd name="T79" fmla="*/ 30 h 37"/>
                  <a:gd name="T80" fmla="*/ 4 w 28"/>
                  <a:gd name="T81" fmla="*/ 25 h 37"/>
                  <a:gd name="T82" fmla="*/ 4 w 28"/>
                  <a:gd name="T83" fmla="*/ 28 h 37"/>
                  <a:gd name="T84" fmla="*/ 24 w 28"/>
                  <a:gd name="T85" fmla="*/ 28 h 37"/>
                  <a:gd name="T86" fmla="*/ 24 w 28"/>
                  <a:gd name="T87" fmla="*/ 25 h 37"/>
                  <a:gd name="T88" fmla="*/ 4 w 28"/>
                  <a:gd name="T89" fmla="*/ 25 h 37"/>
                  <a:gd name="T90" fmla="*/ 4 w 28"/>
                  <a:gd name="T91" fmla="*/ 21 h 37"/>
                  <a:gd name="T92" fmla="*/ 4 w 28"/>
                  <a:gd name="T93" fmla="*/ 23 h 37"/>
                  <a:gd name="T94" fmla="*/ 24 w 28"/>
                  <a:gd name="T95" fmla="*/ 23 h 37"/>
                  <a:gd name="T96" fmla="*/ 24 w 28"/>
                  <a:gd name="T97" fmla="*/ 21 h 37"/>
                  <a:gd name="T98" fmla="*/ 4 w 28"/>
                  <a:gd name="T99" fmla="*/ 21 h 37"/>
                  <a:gd name="T100" fmla="*/ 2 w 28"/>
                  <a:gd name="T101" fmla="*/ 35 h 37"/>
                  <a:gd name="T102" fmla="*/ 26 w 28"/>
                  <a:gd name="T103" fmla="*/ 35 h 37"/>
                  <a:gd name="T104" fmla="*/ 26 w 28"/>
                  <a:gd name="T105" fmla="*/ 11 h 37"/>
                  <a:gd name="T106" fmla="*/ 18 w 28"/>
                  <a:gd name="T107" fmla="*/ 11 h 37"/>
                  <a:gd name="T108" fmla="*/ 17 w 28"/>
                  <a:gd name="T109" fmla="*/ 10 h 37"/>
                  <a:gd name="T110" fmla="*/ 17 w 28"/>
                  <a:gd name="T111" fmla="*/ 2 h 37"/>
                  <a:gd name="T112" fmla="*/ 2 w 28"/>
                  <a:gd name="T113" fmla="*/ 2 h 37"/>
                  <a:gd name="T114" fmla="*/ 2 w 28"/>
                  <a:gd name="T115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8" h="37">
                    <a:moveTo>
                      <a:pt x="19" y="3"/>
                    </a:moveTo>
                    <a:cubicBezTo>
                      <a:pt x="19" y="9"/>
                      <a:pt x="19" y="9"/>
                      <a:pt x="19" y="9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19" y="3"/>
                      <a:pt x="19" y="3"/>
                      <a:pt x="19" y="3"/>
                    </a:cubicBezTo>
                    <a:close/>
                    <a:moveTo>
                      <a:pt x="4" y="5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4" y="5"/>
                      <a:pt x="4" y="5"/>
                      <a:pt x="4" y="5"/>
                    </a:cubicBezTo>
                    <a:close/>
                    <a:moveTo>
                      <a:pt x="4" y="9"/>
                    </a:moveTo>
                    <a:cubicBezTo>
                      <a:pt x="4" y="11"/>
                      <a:pt x="4" y="11"/>
                      <a:pt x="4" y="11"/>
                    </a:cubicBez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4" y="9"/>
                      <a:pt x="4" y="9"/>
                      <a:pt x="4" y="9"/>
                    </a:cubicBezTo>
                    <a:close/>
                    <a:moveTo>
                      <a:pt x="4" y="13"/>
                    </a:moveTo>
                    <a:cubicBezTo>
                      <a:pt x="4" y="15"/>
                      <a:pt x="4" y="15"/>
                      <a:pt x="4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4" y="13"/>
                      <a:pt x="4" y="13"/>
                      <a:pt x="4" y="13"/>
                    </a:cubicBezTo>
                    <a:close/>
                    <a:moveTo>
                      <a:pt x="4" y="17"/>
                    </a:moveTo>
                    <a:cubicBezTo>
                      <a:pt x="4" y="19"/>
                      <a:pt x="4" y="19"/>
                      <a:pt x="4" y="19"/>
                    </a:cubicBezTo>
                    <a:cubicBezTo>
                      <a:pt x="24" y="19"/>
                      <a:pt x="24" y="19"/>
                      <a:pt x="24" y="19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4" y="17"/>
                      <a:pt x="4" y="17"/>
                      <a:pt x="4" y="17"/>
                    </a:cubicBezTo>
                    <a:close/>
                    <a:moveTo>
                      <a:pt x="27" y="37"/>
                    </a:moveTo>
                    <a:cubicBezTo>
                      <a:pt x="1" y="37"/>
                      <a:pt x="1" y="37"/>
                      <a:pt x="1" y="37"/>
                    </a:cubicBezTo>
                    <a:cubicBezTo>
                      <a:pt x="0" y="37"/>
                      <a:pt x="0" y="36"/>
                      <a:pt x="0" y="36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8" y="0"/>
                      <a:pt x="18" y="0"/>
                      <a:pt x="20" y="1"/>
                    </a:cubicBezTo>
                    <a:cubicBezTo>
                      <a:pt x="27" y="9"/>
                      <a:pt x="27" y="9"/>
                      <a:pt x="27" y="9"/>
                    </a:cubicBezTo>
                    <a:cubicBezTo>
                      <a:pt x="28" y="10"/>
                      <a:pt x="28" y="10"/>
                      <a:pt x="28" y="11"/>
                    </a:cubicBezTo>
                    <a:cubicBezTo>
                      <a:pt x="28" y="36"/>
                      <a:pt x="28" y="36"/>
                      <a:pt x="28" y="36"/>
                    </a:cubicBezTo>
                    <a:cubicBezTo>
                      <a:pt x="28" y="36"/>
                      <a:pt x="28" y="37"/>
                      <a:pt x="27" y="37"/>
                    </a:cubicBezTo>
                    <a:close/>
                    <a:moveTo>
                      <a:pt x="4" y="30"/>
                    </a:moveTo>
                    <a:cubicBezTo>
                      <a:pt x="4" y="32"/>
                      <a:pt x="4" y="32"/>
                      <a:pt x="4" y="32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4" y="30"/>
                      <a:pt x="24" y="30"/>
                      <a:pt x="24" y="30"/>
                    </a:cubicBezTo>
                    <a:cubicBezTo>
                      <a:pt x="4" y="30"/>
                      <a:pt x="4" y="30"/>
                      <a:pt x="4" y="30"/>
                    </a:cubicBezTo>
                    <a:close/>
                    <a:moveTo>
                      <a:pt x="4" y="25"/>
                    </a:moveTo>
                    <a:cubicBezTo>
                      <a:pt x="4" y="28"/>
                      <a:pt x="4" y="28"/>
                      <a:pt x="4" y="28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4" y="25"/>
                      <a:pt x="4" y="25"/>
                      <a:pt x="4" y="25"/>
                    </a:cubicBezTo>
                    <a:close/>
                    <a:moveTo>
                      <a:pt x="4" y="21"/>
                    </a:moveTo>
                    <a:cubicBezTo>
                      <a:pt x="4" y="23"/>
                      <a:pt x="4" y="23"/>
                      <a:pt x="4" y="23"/>
                    </a:cubicBezTo>
                    <a:cubicBezTo>
                      <a:pt x="24" y="23"/>
                      <a:pt x="24" y="23"/>
                      <a:pt x="24" y="23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4" y="21"/>
                      <a:pt x="4" y="21"/>
                      <a:pt x="4" y="21"/>
                    </a:cubicBezTo>
                    <a:close/>
                    <a:moveTo>
                      <a:pt x="2" y="35"/>
                    </a:moveTo>
                    <a:cubicBezTo>
                      <a:pt x="26" y="35"/>
                      <a:pt x="26" y="35"/>
                      <a:pt x="26" y="35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18" y="11"/>
                      <a:pt x="18" y="11"/>
                      <a:pt x="18" y="11"/>
                    </a:cubicBezTo>
                    <a:cubicBezTo>
                      <a:pt x="17" y="11"/>
                      <a:pt x="17" y="11"/>
                      <a:pt x="17" y="10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2" y="2"/>
                      <a:pt x="2" y="2"/>
                      <a:pt x="2" y="2"/>
                    </a:cubicBez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9" name="Freeform 398"/>
              <p:cNvSpPr>
                <a:spLocks noEditPoints="1"/>
              </p:cNvSpPr>
              <p:nvPr/>
            </p:nvSpPr>
            <p:spPr bwMode="auto">
              <a:xfrm>
                <a:off x="2927474" y="2654354"/>
                <a:ext cx="317255" cy="406787"/>
              </a:xfrm>
              <a:custGeom>
                <a:avLst/>
                <a:gdLst>
                  <a:gd name="T0" fmla="*/ 20 w 29"/>
                  <a:gd name="T1" fmla="*/ 3 h 37"/>
                  <a:gd name="T2" fmla="*/ 20 w 29"/>
                  <a:gd name="T3" fmla="*/ 9 h 37"/>
                  <a:gd name="T4" fmla="*/ 26 w 29"/>
                  <a:gd name="T5" fmla="*/ 9 h 37"/>
                  <a:gd name="T6" fmla="*/ 20 w 29"/>
                  <a:gd name="T7" fmla="*/ 3 h 37"/>
                  <a:gd name="T8" fmla="*/ 4 w 29"/>
                  <a:gd name="T9" fmla="*/ 5 h 37"/>
                  <a:gd name="T10" fmla="*/ 4 w 29"/>
                  <a:gd name="T11" fmla="*/ 7 h 37"/>
                  <a:gd name="T12" fmla="*/ 16 w 29"/>
                  <a:gd name="T13" fmla="*/ 7 h 37"/>
                  <a:gd name="T14" fmla="*/ 16 w 29"/>
                  <a:gd name="T15" fmla="*/ 5 h 37"/>
                  <a:gd name="T16" fmla="*/ 4 w 29"/>
                  <a:gd name="T17" fmla="*/ 5 h 37"/>
                  <a:gd name="T18" fmla="*/ 4 w 29"/>
                  <a:gd name="T19" fmla="*/ 9 h 37"/>
                  <a:gd name="T20" fmla="*/ 4 w 29"/>
                  <a:gd name="T21" fmla="*/ 11 h 37"/>
                  <a:gd name="T22" fmla="*/ 16 w 29"/>
                  <a:gd name="T23" fmla="*/ 11 h 37"/>
                  <a:gd name="T24" fmla="*/ 16 w 29"/>
                  <a:gd name="T25" fmla="*/ 9 h 37"/>
                  <a:gd name="T26" fmla="*/ 4 w 29"/>
                  <a:gd name="T27" fmla="*/ 9 h 37"/>
                  <a:gd name="T28" fmla="*/ 4 w 29"/>
                  <a:gd name="T29" fmla="*/ 13 h 37"/>
                  <a:gd name="T30" fmla="*/ 4 w 29"/>
                  <a:gd name="T31" fmla="*/ 15 h 37"/>
                  <a:gd name="T32" fmla="*/ 25 w 29"/>
                  <a:gd name="T33" fmla="*/ 15 h 37"/>
                  <a:gd name="T34" fmla="*/ 25 w 29"/>
                  <a:gd name="T35" fmla="*/ 13 h 37"/>
                  <a:gd name="T36" fmla="*/ 4 w 29"/>
                  <a:gd name="T37" fmla="*/ 13 h 37"/>
                  <a:gd name="T38" fmla="*/ 4 w 29"/>
                  <a:gd name="T39" fmla="*/ 17 h 37"/>
                  <a:gd name="T40" fmla="*/ 4 w 29"/>
                  <a:gd name="T41" fmla="*/ 19 h 37"/>
                  <a:gd name="T42" fmla="*/ 25 w 29"/>
                  <a:gd name="T43" fmla="*/ 19 h 37"/>
                  <a:gd name="T44" fmla="*/ 25 w 29"/>
                  <a:gd name="T45" fmla="*/ 17 h 37"/>
                  <a:gd name="T46" fmla="*/ 4 w 29"/>
                  <a:gd name="T47" fmla="*/ 17 h 37"/>
                  <a:gd name="T48" fmla="*/ 28 w 29"/>
                  <a:gd name="T49" fmla="*/ 37 h 37"/>
                  <a:gd name="T50" fmla="*/ 2 w 29"/>
                  <a:gd name="T51" fmla="*/ 37 h 37"/>
                  <a:gd name="T52" fmla="*/ 0 w 29"/>
                  <a:gd name="T53" fmla="*/ 36 h 37"/>
                  <a:gd name="T54" fmla="*/ 0 w 29"/>
                  <a:gd name="T55" fmla="*/ 1 h 37"/>
                  <a:gd name="T56" fmla="*/ 2 w 29"/>
                  <a:gd name="T57" fmla="*/ 0 h 37"/>
                  <a:gd name="T58" fmla="*/ 17 w 29"/>
                  <a:gd name="T59" fmla="*/ 0 h 37"/>
                  <a:gd name="T60" fmla="*/ 21 w 29"/>
                  <a:gd name="T61" fmla="*/ 1 h 37"/>
                  <a:gd name="T62" fmla="*/ 28 w 29"/>
                  <a:gd name="T63" fmla="*/ 9 h 37"/>
                  <a:gd name="T64" fmla="*/ 29 w 29"/>
                  <a:gd name="T65" fmla="*/ 11 h 37"/>
                  <a:gd name="T66" fmla="*/ 29 w 29"/>
                  <a:gd name="T67" fmla="*/ 36 h 37"/>
                  <a:gd name="T68" fmla="*/ 28 w 29"/>
                  <a:gd name="T69" fmla="*/ 37 h 37"/>
                  <a:gd name="T70" fmla="*/ 4 w 29"/>
                  <a:gd name="T71" fmla="*/ 29 h 37"/>
                  <a:gd name="T72" fmla="*/ 4 w 29"/>
                  <a:gd name="T73" fmla="*/ 31 h 37"/>
                  <a:gd name="T74" fmla="*/ 25 w 29"/>
                  <a:gd name="T75" fmla="*/ 31 h 37"/>
                  <a:gd name="T76" fmla="*/ 25 w 29"/>
                  <a:gd name="T77" fmla="*/ 29 h 37"/>
                  <a:gd name="T78" fmla="*/ 4 w 29"/>
                  <a:gd name="T79" fmla="*/ 29 h 37"/>
                  <a:gd name="T80" fmla="*/ 4 w 29"/>
                  <a:gd name="T81" fmla="*/ 25 h 37"/>
                  <a:gd name="T82" fmla="*/ 4 w 29"/>
                  <a:gd name="T83" fmla="*/ 27 h 37"/>
                  <a:gd name="T84" fmla="*/ 25 w 29"/>
                  <a:gd name="T85" fmla="*/ 27 h 37"/>
                  <a:gd name="T86" fmla="*/ 25 w 29"/>
                  <a:gd name="T87" fmla="*/ 25 h 37"/>
                  <a:gd name="T88" fmla="*/ 4 w 29"/>
                  <a:gd name="T89" fmla="*/ 25 h 37"/>
                  <a:gd name="T90" fmla="*/ 4 w 29"/>
                  <a:gd name="T91" fmla="*/ 21 h 37"/>
                  <a:gd name="T92" fmla="*/ 4 w 29"/>
                  <a:gd name="T93" fmla="*/ 23 h 37"/>
                  <a:gd name="T94" fmla="*/ 25 w 29"/>
                  <a:gd name="T95" fmla="*/ 23 h 37"/>
                  <a:gd name="T96" fmla="*/ 25 w 29"/>
                  <a:gd name="T97" fmla="*/ 21 h 37"/>
                  <a:gd name="T98" fmla="*/ 4 w 29"/>
                  <a:gd name="T99" fmla="*/ 21 h 37"/>
                  <a:gd name="T100" fmla="*/ 3 w 29"/>
                  <a:gd name="T101" fmla="*/ 35 h 37"/>
                  <a:gd name="T102" fmla="*/ 27 w 29"/>
                  <a:gd name="T103" fmla="*/ 35 h 37"/>
                  <a:gd name="T104" fmla="*/ 27 w 29"/>
                  <a:gd name="T105" fmla="*/ 11 h 37"/>
                  <a:gd name="T106" fmla="*/ 19 w 29"/>
                  <a:gd name="T107" fmla="*/ 11 h 37"/>
                  <a:gd name="T108" fmla="*/ 18 w 29"/>
                  <a:gd name="T109" fmla="*/ 10 h 37"/>
                  <a:gd name="T110" fmla="*/ 18 w 29"/>
                  <a:gd name="T111" fmla="*/ 2 h 37"/>
                  <a:gd name="T112" fmla="*/ 3 w 29"/>
                  <a:gd name="T113" fmla="*/ 2 h 37"/>
                  <a:gd name="T114" fmla="*/ 3 w 29"/>
                  <a:gd name="T115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9" h="37">
                    <a:moveTo>
                      <a:pt x="20" y="3"/>
                    </a:moveTo>
                    <a:cubicBezTo>
                      <a:pt x="20" y="9"/>
                      <a:pt x="20" y="9"/>
                      <a:pt x="20" y="9"/>
                    </a:cubicBezTo>
                    <a:cubicBezTo>
                      <a:pt x="26" y="9"/>
                      <a:pt x="26" y="9"/>
                      <a:pt x="26" y="9"/>
                    </a:cubicBezTo>
                    <a:cubicBezTo>
                      <a:pt x="20" y="3"/>
                      <a:pt x="20" y="3"/>
                      <a:pt x="20" y="3"/>
                    </a:cubicBezTo>
                    <a:close/>
                    <a:moveTo>
                      <a:pt x="4" y="5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16" y="7"/>
                      <a:pt x="16" y="7"/>
                      <a:pt x="16" y="7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4" y="5"/>
                      <a:pt x="4" y="5"/>
                      <a:pt x="4" y="5"/>
                    </a:cubicBezTo>
                    <a:close/>
                    <a:moveTo>
                      <a:pt x="4" y="9"/>
                    </a:moveTo>
                    <a:cubicBezTo>
                      <a:pt x="4" y="11"/>
                      <a:pt x="4" y="11"/>
                      <a:pt x="4" y="11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4" y="9"/>
                      <a:pt x="4" y="9"/>
                      <a:pt x="4" y="9"/>
                    </a:cubicBezTo>
                    <a:close/>
                    <a:moveTo>
                      <a:pt x="4" y="13"/>
                    </a:moveTo>
                    <a:cubicBezTo>
                      <a:pt x="4" y="15"/>
                      <a:pt x="4" y="15"/>
                      <a:pt x="4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4" y="13"/>
                      <a:pt x="4" y="13"/>
                      <a:pt x="4" y="13"/>
                    </a:cubicBezTo>
                    <a:close/>
                    <a:moveTo>
                      <a:pt x="4" y="17"/>
                    </a:moveTo>
                    <a:cubicBezTo>
                      <a:pt x="4" y="19"/>
                      <a:pt x="4" y="19"/>
                      <a:pt x="4" y="19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4" y="17"/>
                      <a:pt x="4" y="17"/>
                      <a:pt x="4" y="17"/>
                    </a:cubicBezTo>
                    <a:close/>
                    <a:moveTo>
                      <a:pt x="28" y="37"/>
                    </a:moveTo>
                    <a:cubicBezTo>
                      <a:pt x="2" y="37"/>
                      <a:pt x="2" y="37"/>
                      <a:pt x="2" y="37"/>
                    </a:cubicBezTo>
                    <a:cubicBezTo>
                      <a:pt x="1" y="37"/>
                      <a:pt x="0" y="36"/>
                      <a:pt x="0" y="36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9" y="0"/>
                      <a:pt x="19" y="0"/>
                      <a:pt x="21" y="1"/>
                    </a:cubicBezTo>
                    <a:cubicBezTo>
                      <a:pt x="28" y="9"/>
                      <a:pt x="28" y="9"/>
                      <a:pt x="28" y="9"/>
                    </a:cubicBezTo>
                    <a:cubicBezTo>
                      <a:pt x="29" y="10"/>
                      <a:pt x="29" y="10"/>
                      <a:pt x="29" y="11"/>
                    </a:cubicBezTo>
                    <a:cubicBezTo>
                      <a:pt x="29" y="36"/>
                      <a:pt x="29" y="36"/>
                      <a:pt x="29" y="36"/>
                    </a:cubicBezTo>
                    <a:cubicBezTo>
                      <a:pt x="29" y="36"/>
                      <a:pt x="29" y="37"/>
                      <a:pt x="28" y="37"/>
                    </a:cubicBezTo>
                    <a:close/>
                    <a:moveTo>
                      <a:pt x="4" y="29"/>
                    </a:moveTo>
                    <a:cubicBezTo>
                      <a:pt x="4" y="31"/>
                      <a:pt x="4" y="31"/>
                      <a:pt x="4" y="31"/>
                    </a:cubicBezTo>
                    <a:cubicBezTo>
                      <a:pt x="25" y="31"/>
                      <a:pt x="25" y="31"/>
                      <a:pt x="25" y="31"/>
                    </a:cubicBezTo>
                    <a:cubicBezTo>
                      <a:pt x="25" y="29"/>
                      <a:pt x="25" y="29"/>
                      <a:pt x="25" y="29"/>
                    </a:cubicBezTo>
                    <a:cubicBezTo>
                      <a:pt x="4" y="29"/>
                      <a:pt x="4" y="29"/>
                      <a:pt x="4" y="29"/>
                    </a:cubicBezTo>
                    <a:close/>
                    <a:moveTo>
                      <a:pt x="4" y="25"/>
                    </a:moveTo>
                    <a:cubicBezTo>
                      <a:pt x="4" y="27"/>
                      <a:pt x="4" y="27"/>
                      <a:pt x="4" y="27"/>
                    </a:cubicBezTo>
                    <a:cubicBezTo>
                      <a:pt x="25" y="27"/>
                      <a:pt x="25" y="27"/>
                      <a:pt x="25" y="27"/>
                    </a:cubicBezTo>
                    <a:cubicBezTo>
                      <a:pt x="25" y="25"/>
                      <a:pt x="25" y="25"/>
                      <a:pt x="25" y="25"/>
                    </a:cubicBezTo>
                    <a:cubicBezTo>
                      <a:pt x="4" y="25"/>
                      <a:pt x="4" y="25"/>
                      <a:pt x="4" y="25"/>
                    </a:cubicBezTo>
                    <a:close/>
                    <a:moveTo>
                      <a:pt x="4" y="21"/>
                    </a:moveTo>
                    <a:cubicBezTo>
                      <a:pt x="4" y="23"/>
                      <a:pt x="4" y="23"/>
                      <a:pt x="4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4" y="21"/>
                      <a:pt x="4" y="21"/>
                      <a:pt x="4" y="21"/>
                    </a:cubicBezTo>
                    <a:close/>
                    <a:moveTo>
                      <a:pt x="3" y="35"/>
                    </a:move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11"/>
                      <a:pt x="27" y="11"/>
                      <a:pt x="27" y="11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8" y="11"/>
                      <a:pt x="18" y="11"/>
                      <a:pt x="18" y="10"/>
                    </a:cubicBezTo>
                    <a:cubicBezTo>
                      <a:pt x="18" y="2"/>
                      <a:pt x="18" y="2"/>
                      <a:pt x="18" y="2"/>
                    </a:cubicBezTo>
                    <a:cubicBezTo>
                      <a:pt x="3" y="2"/>
                      <a:pt x="3" y="2"/>
                      <a:pt x="3" y="2"/>
                    </a:cubicBez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0" name="Freeform 399"/>
              <p:cNvSpPr>
                <a:spLocks noEditPoints="1"/>
              </p:cNvSpPr>
              <p:nvPr/>
            </p:nvSpPr>
            <p:spPr bwMode="auto">
              <a:xfrm>
                <a:off x="2927474" y="2654354"/>
                <a:ext cx="317255" cy="395109"/>
              </a:xfrm>
              <a:custGeom>
                <a:avLst/>
                <a:gdLst>
                  <a:gd name="T0" fmla="*/ 20 w 29"/>
                  <a:gd name="T1" fmla="*/ 3 h 36"/>
                  <a:gd name="T2" fmla="*/ 20 w 29"/>
                  <a:gd name="T3" fmla="*/ 9 h 36"/>
                  <a:gd name="T4" fmla="*/ 26 w 29"/>
                  <a:gd name="T5" fmla="*/ 9 h 36"/>
                  <a:gd name="T6" fmla="*/ 20 w 29"/>
                  <a:gd name="T7" fmla="*/ 3 h 36"/>
                  <a:gd name="T8" fmla="*/ 4 w 29"/>
                  <a:gd name="T9" fmla="*/ 5 h 36"/>
                  <a:gd name="T10" fmla="*/ 4 w 29"/>
                  <a:gd name="T11" fmla="*/ 7 h 36"/>
                  <a:gd name="T12" fmla="*/ 16 w 29"/>
                  <a:gd name="T13" fmla="*/ 7 h 36"/>
                  <a:gd name="T14" fmla="*/ 16 w 29"/>
                  <a:gd name="T15" fmla="*/ 5 h 36"/>
                  <a:gd name="T16" fmla="*/ 4 w 29"/>
                  <a:gd name="T17" fmla="*/ 5 h 36"/>
                  <a:gd name="T18" fmla="*/ 4 w 29"/>
                  <a:gd name="T19" fmla="*/ 9 h 36"/>
                  <a:gd name="T20" fmla="*/ 4 w 29"/>
                  <a:gd name="T21" fmla="*/ 11 h 36"/>
                  <a:gd name="T22" fmla="*/ 16 w 29"/>
                  <a:gd name="T23" fmla="*/ 11 h 36"/>
                  <a:gd name="T24" fmla="*/ 16 w 29"/>
                  <a:gd name="T25" fmla="*/ 9 h 36"/>
                  <a:gd name="T26" fmla="*/ 4 w 29"/>
                  <a:gd name="T27" fmla="*/ 9 h 36"/>
                  <a:gd name="T28" fmla="*/ 4 w 29"/>
                  <a:gd name="T29" fmla="*/ 13 h 36"/>
                  <a:gd name="T30" fmla="*/ 4 w 29"/>
                  <a:gd name="T31" fmla="*/ 15 h 36"/>
                  <a:gd name="T32" fmla="*/ 25 w 29"/>
                  <a:gd name="T33" fmla="*/ 15 h 36"/>
                  <a:gd name="T34" fmla="*/ 25 w 29"/>
                  <a:gd name="T35" fmla="*/ 13 h 36"/>
                  <a:gd name="T36" fmla="*/ 4 w 29"/>
                  <a:gd name="T37" fmla="*/ 13 h 36"/>
                  <a:gd name="T38" fmla="*/ 4 w 29"/>
                  <a:gd name="T39" fmla="*/ 17 h 36"/>
                  <a:gd name="T40" fmla="*/ 4 w 29"/>
                  <a:gd name="T41" fmla="*/ 19 h 36"/>
                  <a:gd name="T42" fmla="*/ 25 w 29"/>
                  <a:gd name="T43" fmla="*/ 19 h 36"/>
                  <a:gd name="T44" fmla="*/ 25 w 29"/>
                  <a:gd name="T45" fmla="*/ 17 h 36"/>
                  <a:gd name="T46" fmla="*/ 4 w 29"/>
                  <a:gd name="T47" fmla="*/ 17 h 36"/>
                  <a:gd name="T48" fmla="*/ 28 w 29"/>
                  <a:gd name="T49" fmla="*/ 36 h 36"/>
                  <a:gd name="T50" fmla="*/ 1 w 29"/>
                  <a:gd name="T51" fmla="*/ 36 h 36"/>
                  <a:gd name="T52" fmla="*/ 0 w 29"/>
                  <a:gd name="T53" fmla="*/ 35 h 36"/>
                  <a:gd name="T54" fmla="*/ 0 w 29"/>
                  <a:gd name="T55" fmla="*/ 1 h 36"/>
                  <a:gd name="T56" fmla="*/ 1 w 29"/>
                  <a:gd name="T57" fmla="*/ 0 h 36"/>
                  <a:gd name="T58" fmla="*/ 17 w 29"/>
                  <a:gd name="T59" fmla="*/ 0 h 36"/>
                  <a:gd name="T60" fmla="*/ 20 w 29"/>
                  <a:gd name="T61" fmla="*/ 1 h 36"/>
                  <a:gd name="T62" fmla="*/ 28 w 29"/>
                  <a:gd name="T63" fmla="*/ 9 h 36"/>
                  <a:gd name="T64" fmla="*/ 29 w 29"/>
                  <a:gd name="T65" fmla="*/ 11 h 36"/>
                  <a:gd name="T66" fmla="*/ 29 w 29"/>
                  <a:gd name="T67" fmla="*/ 35 h 36"/>
                  <a:gd name="T68" fmla="*/ 28 w 29"/>
                  <a:gd name="T69" fmla="*/ 36 h 36"/>
                  <a:gd name="T70" fmla="*/ 4 w 29"/>
                  <a:gd name="T71" fmla="*/ 29 h 36"/>
                  <a:gd name="T72" fmla="*/ 4 w 29"/>
                  <a:gd name="T73" fmla="*/ 31 h 36"/>
                  <a:gd name="T74" fmla="*/ 25 w 29"/>
                  <a:gd name="T75" fmla="*/ 31 h 36"/>
                  <a:gd name="T76" fmla="*/ 25 w 29"/>
                  <a:gd name="T77" fmla="*/ 29 h 36"/>
                  <a:gd name="T78" fmla="*/ 4 w 29"/>
                  <a:gd name="T79" fmla="*/ 29 h 36"/>
                  <a:gd name="T80" fmla="*/ 4 w 29"/>
                  <a:gd name="T81" fmla="*/ 25 h 36"/>
                  <a:gd name="T82" fmla="*/ 4 w 29"/>
                  <a:gd name="T83" fmla="*/ 27 h 36"/>
                  <a:gd name="T84" fmla="*/ 25 w 29"/>
                  <a:gd name="T85" fmla="*/ 27 h 36"/>
                  <a:gd name="T86" fmla="*/ 25 w 29"/>
                  <a:gd name="T87" fmla="*/ 25 h 36"/>
                  <a:gd name="T88" fmla="*/ 4 w 29"/>
                  <a:gd name="T89" fmla="*/ 25 h 36"/>
                  <a:gd name="T90" fmla="*/ 4 w 29"/>
                  <a:gd name="T91" fmla="*/ 21 h 36"/>
                  <a:gd name="T92" fmla="*/ 4 w 29"/>
                  <a:gd name="T93" fmla="*/ 23 h 36"/>
                  <a:gd name="T94" fmla="*/ 25 w 29"/>
                  <a:gd name="T95" fmla="*/ 23 h 36"/>
                  <a:gd name="T96" fmla="*/ 25 w 29"/>
                  <a:gd name="T97" fmla="*/ 21 h 36"/>
                  <a:gd name="T98" fmla="*/ 4 w 29"/>
                  <a:gd name="T99" fmla="*/ 21 h 36"/>
                  <a:gd name="T100" fmla="*/ 2 w 29"/>
                  <a:gd name="T101" fmla="*/ 34 h 36"/>
                  <a:gd name="T102" fmla="*/ 27 w 29"/>
                  <a:gd name="T103" fmla="*/ 34 h 36"/>
                  <a:gd name="T104" fmla="*/ 27 w 29"/>
                  <a:gd name="T105" fmla="*/ 11 h 36"/>
                  <a:gd name="T106" fmla="*/ 19 w 29"/>
                  <a:gd name="T107" fmla="*/ 11 h 36"/>
                  <a:gd name="T108" fmla="*/ 18 w 29"/>
                  <a:gd name="T109" fmla="*/ 10 h 36"/>
                  <a:gd name="T110" fmla="*/ 18 w 29"/>
                  <a:gd name="T111" fmla="*/ 2 h 36"/>
                  <a:gd name="T112" fmla="*/ 2 w 29"/>
                  <a:gd name="T113" fmla="*/ 2 h 36"/>
                  <a:gd name="T114" fmla="*/ 2 w 29"/>
                  <a:gd name="T115" fmla="*/ 3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9" h="36">
                    <a:moveTo>
                      <a:pt x="20" y="3"/>
                    </a:moveTo>
                    <a:cubicBezTo>
                      <a:pt x="20" y="9"/>
                      <a:pt x="20" y="9"/>
                      <a:pt x="20" y="9"/>
                    </a:cubicBezTo>
                    <a:cubicBezTo>
                      <a:pt x="26" y="9"/>
                      <a:pt x="26" y="9"/>
                      <a:pt x="26" y="9"/>
                    </a:cubicBezTo>
                    <a:cubicBezTo>
                      <a:pt x="20" y="3"/>
                      <a:pt x="20" y="3"/>
                      <a:pt x="20" y="3"/>
                    </a:cubicBezTo>
                    <a:close/>
                    <a:moveTo>
                      <a:pt x="4" y="5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16" y="7"/>
                      <a:pt x="16" y="7"/>
                      <a:pt x="16" y="7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4" y="5"/>
                      <a:pt x="4" y="5"/>
                      <a:pt x="4" y="5"/>
                    </a:cubicBezTo>
                    <a:close/>
                    <a:moveTo>
                      <a:pt x="4" y="9"/>
                    </a:moveTo>
                    <a:cubicBezTo>
                      <a:pt x="4" y="11"/>
                      <a:pt x="4" y="11"/>
                      <a:pt x="4" y="11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4" y="9"/>
                      <a:pt x="4" y="9"/>
                      <a:pt x="4" y="9"/>
                    </a:cubicBezTo>
                    <a:close/>
                    <a:moveTo>
                      <a:pt x="4" y="13"/>
                    </a:moveTo>
                    <a:cubicBezTo>
                      <a:pt x="4" y="15"/>
                      <a:pt x="4" y="15"/>
                      <a:pt x="4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4" y="13"/>
                      <a:pt x="4" y="13"/>
                      <a:pt x="4" y="13"/>
                    </a:cubicBezTo>
                    <a:close/>
                    <a:moveTo>
                      <a:pt x="4" y="17"/>
                    </a:moveTo>
                    <a:cubicBezTo>
                      <a:pt x="4" y="19"/>
                      <a:pt x="4" y="19"/>
                      <a:pt x="4" y="19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4" y="17"/>
                      <a:pt x="4" y="17"/>
                      <a:pt x="4" y="17"/>
                    </a:cubicBezTo>
                    <a:close/>
                    <a:moveTo>
                      <a:pt x="28" y="36"/>
                    </a:moveTo>
                    <a:cubicBezTo>
                      <a:pt x="1" y="36"/>
                      <a:pt x="1" y="36"/>
                      <a:pt x="1" y="36"/>
                    </a:cubicBezTo>
                    <a:cubicBezTo>
                      <a:pt x="1" y="36"/>
                      <a:pt x="0" y="36"/>
                      <a:pt x="0" y="35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9" y="0"/>
                      <a:pt x="19" y="0"/>
                      <a:pt x="20" y="1"/>
                    </a:cubicBezTo>
                    <a:cubicBezTo>
                      <a:pt x="28" y="9"/>
                      <a:pt x="28" y="9"/>
                      <a:pt x="28" y="9"/>
                    </a:cubicBezTo>
                    <a:cubicBezTo>
                      <a:pt x="29" y="10"/>
                      <a:pt x="29" y="10"/>
                      <a:pt x="29" y="11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29" y="36"/>
                      <a:pt x="29" y="36"/>
                      <a:pt x="28" y="36"/>
                    </a:cubicBezTo>
                    <a:close/>
                    <a:moveTo>
                      <a:pt x="4" y="29"/>
                    </a:moveTo>
                    <a:cubicBezTo>
                      <a:pt x="4" y="31"/>
                      <a:pt x="4" y="31"/>
                      <a:pt x="4" y="31"/>
                    </a:cubicBezTo>
                    <a:cubicBezTo>
                      <a:pt x="25" y="31"/>
                      <a:pt x="25" y="31"/>
                      <a:pt x="25" y="31"/>
                    </a:cubicBezTo>
                    <a:cubicBezTo>
                      <a:pt x="25" y="29"/>
                      <a:pt x="25" y="29"/>
                      <a:pt x="25" y="29"/>
                    </a:cubicBezTo>
                    <a:cubicBezTo>
                      <a:pt x="4" y="29"/>
                      <a:pt x="4" y="29"/>
                      <a:pt x="4" y="29"/>
                    </a:cubicBezTo>
                    <a:close/>
                    <a:moveTo>
                      <a:pt x="4" y="25"/>
                    </a:moveTo>
                    <a:cubicBezTo>
                      <a:pt x="4" y="27"/>
                      <a:pt x="4" y="27"/>
                      <a:pt x="4" y="27"/>
                    </a:cubicBezTo>
                    <a:cubicBezTo>
                      <a:pt x="25" y="27"/>
                      <a:pt x="25" y="27"/>
                      <a:pt x="25" y="27"/>
                    </a:cubicBezTo>
                    <a:cubicBezTo>
                      <a:pt x="25" y="25"/>
                      <a:pt x="25" y="25"/>
                      <a:pt x="25" y="25"/>
                    </a:cubicBezTo>
                    <a:cubicBezTo>
                      <a:pt x="4" y="25"/>
                      <a:pt x="4" y="25"/>
                      <a:pt x="4" y="25"/>
                    </a:cubicBezTo>
                    <a:close/>
                    <a:moveTo>
                      <a:pt x="4" y="21"/>
                    </a:moveTo>
                    <a:cubicBezTo>
                      <a:pt x="4" y="23"/>
                      <a:pt x="4" y="23"/>
                      <a:pt x="4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4" y="21"/>
                      <a:pt x="4" y="21"/>
                      <a:pt x="4" y="21"/>
                    </a:cubicBezTo>
                    <a:close/>
                    <a:moveTo>
                      <a:pt x="2" y="34"/>
                    </a:moveTo>
                    <a:cubicBezTo>
                      <a:pt x="27" y="34"/>
                      <a:pt x="27" y="34"/>
                      <a:pt x="27" y="34"/>
                    </a:cubicBezTo>
                    <a:cubicBezTo>
                      <a:pt x="27" y="11"/>
                      <a:pt x="27" y="11"/>
                      <a:pt x="27" y="11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8" y="11"/>
                      <a:pt x="18" y="11"/>
                      <a:pt x="18" y="10"/>
                    </a:cubicBezTo>
                    <a:cubicBezTo>
                      <a:pt x="18" y="2"/>
                      <a:pt x="18" y="2"/>
                      <a:pt x="18" y="2"/>
                    </a:cubicBezTo>
                    <a:cubicBezTo>
                      <a:pt x="2" y="2"/>
                      <a:pt x="2" y="2"/>
                      <a:pt x="2" y="2"/>
                    </a:cubicBezTo>
                    <a:lnTo>
                      <a:pt x="2" y="34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1" name="Freeform 400"/>
              <p:cNvSpPr>
                <a:spLocks noEditPoints="1"/>
              </p:cNvSpPr>
              <p:nvPr/>
            </p:nvSpPr>
            <p:spPr bwMode="auto">
              <a:xfrm>
                <a:off x="2927474" y="2654354"/>
                <a:ext cx="317255" cy="395109"/>
              </a:xfrm>
              <a:custGeom>
                <a:avLst/>
                <a:gdLst>
                  <a:gd name="T0" fmla="*/ 20 w 29"/>
                  <a:gd name="T1" fmla="*/ 3 h 36"/>
                  <a:gd name="T2" fmla="*/ 20 w 29"/>
                  <a:gd name="T3" fmla="*/ 9 h 36"/>
                  <a:gd name="T4" fmla="*/ 26 w 29"/>
                  <a:gd name="T5" fmla="*/ 9 h 36"/>
                  <a:gd name="T6" fmla="*/ 20 w 29"/>
                  <a:gd name="T7" fmla="*/ 3 h 36"/>
                  <a:gd name="T8" fmla="*/ 4 w 29"/>
                  <a:gd name="T9" fmla="*/ 5 h 36"/>
                  <a:gd name="T10" fmla="*/ 4 w 29"/>
                  <a:gd name="T11" fmla="*/ 7 h 36"/>
                  <a:gd name="T12" fmla="*/ 15 w 29"/>
                  <a:gd name="T13" fmla="*/ 7 h 36"/>
                  <a:gd name="T14" fmla="*/ 15 w 29"/>
                  <a:gd name="T15" fmla="*/ 5 h 36"/>
                  <a:gd name="T16" fmla="*/ 4 w 29"/>
                  <a:gd name="T17" fmla="*/ 5 h 36"/>
                  <a:gd name="T18" fmla="*/ 4 w 29"/>
                  <a:gd name="T19" fmla="*/ 9 h 36"/>
                  <a:gd name="T20" fmla="*/ 4 w 29"/>
                  <a:gd name="T21" fmla="*/ 11 h 36"/>
                  <a:gd name="T22" fmla="*/ 15 w 29"/>
                  <a:gd name="T23" fmla="*/ 11 h 36"/>
                  <a:gd name="T24" fmla="*/ 15 w 29"/>
                  <a:gd name="T25" fmla="*/ 9 h 36"/>
                  <a:gd name="T26" fmla="*/ 4 w 29"/>
                  <a:gd name="T27" fmla="*/ 9 h 36"/>
                  <a:gd name="T28" fmla="*/ 4 w 29"/>
                  <a:gd name="T29" fmla="*/ 13 h 36"/>
                  <a:gd name="T30" fmla="*/ 4 w 29"/>
                  <a:gd name="T31" fmla="*/ 15 h 36"/>
                  <a:gd name="T32" fmla="*/ 25 w 29"/>
                  <a:gd name="T33" fmla="*/ 15 h 36"/>
                  <a:gd name="T34" fmla="*/ 25 w 29"/>
                  <a:gd name="T35" fmla="*/ 13 h 36"/>
                  <a:gd name="T36" fmla="*/ 4 w 29"/>
                  <a:gd name="T37" fmla="*/ 13 h 36"/>
                  <a:gd name="T38" fmla="*/ 4 w 29"/>
                  <a:gd name="T39" fmla="*/ 17 h 36"/>
                  <a:gd name="T40" fmla="*/ 4 w 29"/>
                  <a:gd name="T41" fmla="*/ 19 h 36"/>
                  <a:gd name="T42" fmla="*/ 25 w 29"/>
                  <a:gd name="T43" fmla="*/ 19 h 36"/>
                  <a:gd name="T44" fmla="*/ 25 w 29"/>
                  <a:gd name="T45" fmla="*/ 17 h 36"/>
                  <a:gd name="T46" fmla="*/ 4 w 29"/>
                  <a:gd name="T47" fmla="*/ 17 h 36"/>
                  <a:gd name="T48" fmla="*/ 28 w 29"/>
                  <a:gd name="T49" fmla="*/ 36 h 36"/>
                  <a:gd name="T50" fmla="*/ 1 w 29"/>
                  <a:gd name="T51" fmla="*/ 36 h 36"/>
                  <a:gd name="T52" fmla="*/ 0 w 29"/>
                  <a:gd name="T53" fmla="*/ 35 h 36"/>
                  <a:gd name="T54" fmla="*/ 0 w 29"/>
                  <a:gd name="T55" fmla="*/ 1 h 36"/>
                  <a:gd name="T56" fmla="*/ 1 w 29"/>
                  <a:gd name="T57" fmla="*/ 0 h 36"/>
                  <a:gd name="T58" fmla="*/ 17 w 29"/>
                  <a:gd name="T59" fmla="*/ 0 h 36"/>
                  <a:gd name="T60" fmla="*/ 20 w 29"/>
                  <a:gd name="T61" fmla="*/ 1 h 36"/>
                  <a:gd name="T62" fmla="*/ 28 w 29"/>
                  <a:gd name="T63" fmla="*/ 9 h 36"/>
                  <a:gd name="T64" fmla="*/ 29 w 29"/>
                  <a:gd name="T65" fmla="*/ 10 h 36"/>
                  <a:gd name="T66" fmla="*/ 29 w 29"/>
                  <a:gd name="T67" fmla="*/ 35 h 36"/>
                  <a:gd name="T68" fmla="*/ 28 w 29"/>
                  <a:gd name="T69" fmla="*/ 36 h 36"/>
                  <a:gd name="T70" fmla="*/ 4 w 29"/>
                  <a:gd name="T71" fmla="*/ 29 h 36"/>
                  <a:gd name="T72" fmla="*/ 4 w 29"/>
                  <a:gd name="T73" fmla="*/ 31 h 36"/>
                  <a:gd name="T74" fmla="*/ 25 w 29"/>
                  <a:gd name="T75" fmla="*/ 31 h 36"/>
                  <a:gd name="T76" fmla="*/ 25 w 29"/>
                  <a:gd name="T77" fmla="*/ 29 h 36"/>
                  <a:gd name="T78" fmla="*/ 4 w 29"/>
                  <a:gd name="T79" fmla="*/ 29 h 36"/>
                  <a:gd name="T80" fmla="*/ 4 w 29"/>
                  <a:gd name="T81" fmla="*/ 25 h 36"/>
                  <a:gd name="T82" fmla="*/ 4 w 29"/>
                  <a:gd name="T83" fmla="*/ 27 h 36"/>
                  <a:gd name="T84" fmla="*/ 25 w 29"/>
                  <a:gd name="T85" fmla="*/ 27 h 36"/>
                  <a:gd name="T86" fmla="*/ 25 w 29"/>
                  <a:gd name="T87" fmla="*/ 25 h 36"/>
                  <a:gd name="T88" fmla="*/ 4 w 29"/>
                  <a:gd name="T89" fmla="*/ 25 h 36"/>
                  <a:gd name="T90" fmla="*/ 4 w 29"/>
                  <a:gd name="T91" fmla="*/ 21 h 36"/>
                  <a:gd name="T92" fmla="*/ 4 w 29"/>
                  <a:gd name="T93" fmla="*/ 23 h 36"/>
                  <a:gd name="T94" fmla="*/ 25 w 29"/>
                  <a:gd name="T95" fmla="*/ 23 h 36"/>
                  <a:gd name="T96" fmla="*/ 25 w 29"/>
                  <a:gd name="T97" fmla="*/ 21 h 36"/>
                  <a:gd name="T98" fmla="*/ 4 w 29"/>
                  <a:gd name="T99" fmla="*/ 21 h 36"/>
                  <a:gd name="T100" fmla="*/ 2 w 29"/>
                  <a:gd name="T101" fmla="*/ 34 h 36"/>
                  <a:gd name="T102" fmla="*/ 27 w 29"/>
                  <a:gd name="T103" fmla="*/ 34 h 36"/>
                  <a:gd name="T104" fmla="*/ 27 w 29"/>
                  <a:gd name="T105" fmla="*/ 11 h 36"/>
                  <a:gd name="T106" fmla="*/ 19 w 29"/>
                  <a:gd name="T107" fmla="*/ 11 h 36"/>
                  <a:gd name="T108" fmla="*/ 18 w 29"/>
                  <a:gd name="T109" fmla="*/ 10 h 36"/>
                  <a:gd name="T110" fmla="*/ 18 w 29"/>
                  <a:gd name="T111" fmla="*/ 2 h 36"/>
                  <a:gd name="T112" fmla="*/ 2 w 29"/>
                  <a:gd name="T113" fmla="*/ 2 h 36"/>
                  <a:gd name="T114" fmla="*/ 2 w 29"/>
                  <a:gd name="T115" fmla="*/ 3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9" h="36">
                    <a:moveTo>
                      <a:pt x="20" y="3"/>
                    </a:moveTo>
                    <a:cubicBezTo>
                      <a:pt x="20" y="9"/>
                      <a:pt x="20" y="9"/>
                      <a:pt x="20" y="9"/>
                    </a:cubicBezTo>
                    <a:cubicBezTo>
                      <a:pt x="26" y="9"/>
                      <a:pt x="26" y="9"/>
                      <a:pt x="26" y="9"/>
                    </a:cubicBezTo>
                    <a:cubicBezTo>
                      <a:pt x="20" y="3"/>
                      <a:pt x="20" y="3"/>
                      <a:pt x="20" y="3"/>
                    </a:cubicBezTo>
                    <a:close/>
                    <a:moveTo>
                      <a:pt x="4" y="5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4" y="5"/>
                      <a:pt x="4" y="5"/>
                      <a:pt x="4" y="5"/>
                    </a:cubicBezTo>
                    <a:close/>
                    <a:moveTo>
                      <a:pt x="4" y="9"/>
                    </a:moveTo>
                    <a:cubicBezTo>
                      <a:pt x="4" y="11"/>
                      <a:pt x="4" y="11"/>
                      <a:pt x="4" y="11"/>
                    </a:cubicBez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4" y="9"/>
                      <a:pt x="4" y="9"/>
                      <a:pt x="4" y="9"/>
                    </a:cubicBezTo>
                    <a:close/>
                    <a:moveTo>
                      <a:pt x="4" y="13"/>
                    </a:moveTo>
                    <a:cubicBezTo>
                      <a:pt x="4" y="15"/>
                      <a:pt x="4" y="15"/>
                      <a:pt x="4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4" y="13"/>
                      <a:pt x="4" y="13"/>
                      <a:pt x="4" y="13"/>
                    </a:cubicBezTo>
                    <a:close/>
                    <a:moveTo>
                      <a:pt x="4" y="17"/>
                    </a:moveTo>
                    <a:cubicBezTo>
                      <a:pt x="4" y="19"/>
                      <a:pt x="4" y="19"/>
                      <a:pt x="4" y="19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4" y="17"/>
                      <a:pt x="4" y="17"/>
                      <a:pt x="4" y="17"/>
                    </a:cubicBezTo>
                    <a:close/>
                    <a:moveTo>
                      <a:pt x="28" y="36"/>
                    </a:moveTo>
                    <a:cubicBezTo>
                      <a:pt x="1" y="36"/>
                      <a:pt x="1" y="36"/>
                      <a:pt x="1" y="36"/>
                    </a:cubicBezTo>
                    <a:cubicBezTo>
                      <a:pt x="1" y="36"/>
                      <a:pt x="0" y="36"/>
                      <a:pt x="0" y="35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9" y="0"/>
                      <a:pt x="19" y="0"/>
                      <a:pt x="20" y="1"/>
                    </a:cubicBezTo>
                    <a:cubicBezTo>
                      <a:pt x="28" y="9"/>
                      <a:pt x="28" y="9"/>
                      <a:pt x="28" y="9"/>
                    </a:cubicBezTo>
                    <a:cubicBezTo>
                      <a:pt x="29" y="9"/>
                      <a:pt x="29" y="10"/>
                      <a:pt x="29" y="10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29" y="36"/>
                      <a:pt x="29" y="36"/>
                      <a:pt x="28" y="36"/>
                    </a:cubicBezTo>
                    <a:close/>
                    <a:moveTo>
                      <a:pt x="4" y="29"/>
                    </a:moveTo>
                    <a:cubicBezTo>
                      <a:pt x="4" y="31"/>
                      <a:pt x="4" y="31"/>
                      <a:pt x="4" y="31"/>
                    </a:cubicBezTo>
                    <a:cubicBezTo>
                      <a:pt x="25" y="31"/>
                      <a:pt x="25" y="31"/>
                      <a:pt x="25" y="31"/>
                    </a:cubicBezTo>
                    <a:cubicBezTo>
                      <a:pt x="25" y="29"/>
                      <a:pt x="25" y="29"/>
                      <a:pt x="25" y="29"/>
                    </a:cubicBezTo>
                    <a:cubicBezTo>
                      <a:pt x="4" y="29"/>
                      <a:pt x="4" y="29"/>
                      <a:pt x="4" y="29"/>
                    </a:cubicBezTo>
                    <a:close/>
                    <a:moveTo>
                      <a:pt x="4" y="25"/>
                    </a:moveTo>
                    <a:cubicBezTo>
                      <a:pt x="4" y="27"/>
                      <a:pt x="4" y="27"/>
                      <a:pt x="4" y="27"/>
                    </a:cubicBezTo>
                    <a:cubicBezTo>
                      <a:pt x="25" y="27"/>
                      <a:pt x="25" y="27"/>
                      <a:pt x="25" y="27"/>
                    </a:cubicBezTo>
                    <a:cubicBezTo>
                      <a:pt x="25" y="25"/>
                      <a:pt x="25" y="25"/>
                      <a:pt x="25" y="25"/>
                    </a:cubicBezTo>
                    <a:cubicBezTo>
                      <a:pt x="4" y="25"/>
                      <a:pt x="4" y="25"/>
                      <a:pt x="4" y="25"/>
                    </a:cubicBezTo>
                    <a:close/>
                    <a:moveTo>
                      <a:pt x="4" y="21"/>
                    </a:moveTo>
                    <a:cubicBezTo>
                      <a:pt x="4" y="23"/>
                      <a:pt x="4" y="23"/>
                      <a:pt x="4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4" y="21"/>
                      <a:pt x="4" y="21"/>
                      <a:pt x="4" y="21"/>
                    </a:cubicBezTo>
                    <a:close/>
                    <a:moveTo>
                      <a:pt x="2" y="34"/>
                    </a:moveTo>
                    <a:cubicBezTo>
                      <a:pt x="27" y="34"/>
                      <a:pt x="27" y="34"/>
                      <a:pt x="27" y="34"/>
                    </a:cubicBezTo>
                    <a:cubicBezTo>
                      <a:pt x="27" y="11"/>
                      <a:pt x="27" y="11"/>
                      <a:pt x="27" y="11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8" y="11"/>
                      <a:pt x="18" y="11"/>
                      <a:pt x="18" y="10"/>
                    </a:cubicBezTo>
                    <a:cubicBezTo>
                      <a:pt x="18" y="2"/>
                      <a:pt x="18" y="2"/>
                      <a:pt x="18" y="2"/>
                    </a:cubicBezTo>
                    <a:cubicBezTo>
                      <a:pt x="2" y="2"/>
                      <a:pt x="2" y="2"/>
                      <a:pt x="2" y="2"/>
                    </a:cubicBezTo>
                    <a:lnTo>
                      <a:pt x="2" y="34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2" name="Freeform 401"/>
              <p:cNvSpPr>
                <a:spLocks noEditPoints="1"/>
              </p:cNvSpPr>
              <p:nvPr/>
            </p:nvSpPr>
            <p:spPr bwMode="auto">
              <a:xfrm>
                <a:off x="2927474" y="2654354"/>
                <a:ext cx="317255" cy="395109"/>
              </a:xfrm>
              <a:custGeom>
                <a:avLst/>
                <a:gdLst>
                  <a:gd name="T0" fmla="*/ 20 w 29"/>
                  <a:gd name="T1" fmla="*/ 3 h 36"/>
                  <a:gd name="T2" fmla="*/ 20 w 29"/>
                  <a:gd name="T3" fmla="*/ 9 h 36"/>
                  <a:gd name="T4" fmla="*/ 25 w 29"/>
                  <a:gd name="T5" fmla="*/ 9 h 36"/>
                  <a:gd name="T6" fmla="*/ 20 w 29"/>
                  <a:gd name="T7" fmla="*/ 3 h 36"/>
                  <a:gd name="T8" fmla="*/ 4 w 29"/>
                  <a:gd name="T9" fmla="*/ 5 h 36"/>
                  <a:gd name="T10" fmla="*/ 4 w 29"/>
                  <a:gd name="T11" fmla="*/ 7 h 36"/>
                  <a:gd name="T12" fmla="*/ 15 w 29"/>
                  <a:gd name="T13" fmla="*/ 7 h 36"/>
                  <a:gd name="T14" fmla="*/ 15 w 29"/>
                  <a:gd name="T15" fmla="*/ 5 h 36"/>
                  <a:gd name="T16" fmla="*/ 4 w 29"/>
                  <a:gd name="T17" fmla="*/ 5 h 36"/>
                  <a:gd name="T18" fmla="*/ 4 w 29"/>
                  <a:gd name="T19" fmla="*/ 9 h 36"/>
                  <a:gd name="T20" fmla="*/ 4 w 29"/>
                  <a:gd name="T21" fmla="*/ 11 h 36"/>
                  <a:gd name="T22" fmla="*/ 15 w 29"/>
                  <a:gd name="T23" fmla="*/ 11 h 36"/>
                  <a:gd name="T24" fmla="*/ 15 w 29"/>
                  <a:gd name="T25" fmla="*/ 9 h 36"/>
                  <a:gd name="T26" fmla="*/ 4 w 29"/>
                  <a:gd name="T27" fmla="*/ 9 h 36"/>
                  <a:gd name="T28" fmla="*/ 4 w 29"/>
                  <a:gd name="T29" fmla="*/ 13 h 36"/>
                  <a:gd name="T30" fmla="*/ 4 w 29"/>
                  <a:gd name="T31" fmla="*/ 15 h 36"/>
                  <a:gd name="T32" fmla="*/ 25 w 29"/>
                  <a:gd name="T33" fmla="*/ 15 h 36"/>
                  <a:gd name="T34" fmla="*/ 25 w 29"/>
                  <a:gd name="T35" fmla="*/ 13 h 36"/>
                  <a:gd name="T36" fmla="*/ 4 w 29"/>
                  <a:gd name="T37" fmla="*/ 13 h 36"/>
                  <a:gd name="T38" fmla="*/ 4 w 29"/>
                  <a:gd name="T39" fmla="*/ 17 h 36"/>
                  <a:gd name="T40" fmla="*/ 4 w 29"/>
                  <a:gd name="T41" fmla="*/ 19 h 36"/>
                  <a:gd name="T42" fmla="*/ 25 w 29"/>
                  <a:gd name="T43" fmla="*/ 19 h 36"/>
                  <a:gd name="T44" fmla="*/ 25 w 29"/>
                  <a:gd name="T45" fmla="*/ 17 h 36"/>
                  <a:gd name="T46" fmla="*/ 4 w 29"/>
                  <a:gd name="T47" fmla="*/ 17 h 36"/>
                  <a:gd name="T48" fmla="*/ 28 w 29"/>
                  <a:gd name="T49" fmla="*/ 36 h 36"/>
                  <a:gd name="T50" fmla="*/ 1 w 29"/>
                  <a:gd name="T51" fmla="*/ 36 h 36"/>
                  <a:gd name="T52" fmla="*/ 0 w 29"/>
                  <a:gd name="T53" fmla="*/ 35 h 36"/>
                  <a:gd name="T54" fmla="*/ 0 w 29"/>
                  <a:gd name="T55" fmla="*/ 1 h 36"/>
                  <a:gd name="T56" fmla="*/ 1 w 29"/>
                  <a:gd name="T57" fmla="*/ 0 h 36"/>
                  <a:gd name="T58" fmla="*/ 17 w 29"/>
                  <a:gd name="T59" fmla="*/ 0 h 36"/>
                  <a:gd name="T60" fmla="*/ 20 w 29"/>
                  <a:gd name="T61" fmla="*/ 1 h 36"/>
                  <a:gd name="T62" fmla="*/ 28 w 29"/>
                  <a:gd name="T63" fmla="*/ 9 h 36"/>
                  <a:gd name="T64" fmla="*/ 29 w 29"/>
                  <a:gd name="T65" fmla="*/ 10 h 36"/>
                  <a:gd name="T66" fmla="*/ 29 w 29"/>
                  <a:gd name="T67" fmla="*/ 35 h 36"/>
                  <a:gd name="T68" fmla="*/ 28 w 29"/>
                  <a:gd name="T69" fmla="*/ 36 h 36"/>
                  <a:gd name="T70" fmla="*/ 4 w 29"/>
                  <a:gd name="T71" fmla="*/ 29 h 36"/>
                  <a:gd name="T72" fmla="*/ 4 w 29"/>
                  <a:gd name="T73" fmla="*/ 31 h 36"/>
                  <a:gd name="T74" fmla="*/ 25 w 29"/>
                  <a:gd name="T75" fmla="*/ 31 h 36"/>
                  <a:gd name="T76" fmla="*/ 25 w 29"/>
                  <a:gd name="T77" fmla="*/ 29 h 36"/>
                  <a:gd name="T78" fmla="*/ 4 w 29"/>
                  <a:gd name="T79" fmla="*/ 29 h 36"/>
                  <a:gd name="T80" fmla="*/ 4 w 29"/>
                  <a:gd name="T81" fmla="*/ 25 h 36"/>
                  <a:gd name="T82" fmla="*/ 4 w 29"/>
                  <a:gd name="T83" fmla="*/ 27 h 36"/>
                  <a:gd name="T84" fmla="*/ 25 w 29"/>
                  <a:gd name="T85" fmla="*/ 27 h 36"/>
                  <a:gd name="T86" fmla="*/ 25 w 29"/>
                  <a:gd name="T87" fmla="*/ 25 h 36"/>
                  <a:gd name="T88" fmla="*/ 4 w 29"/>
                  <a:gd name="T89" fmla="*/ 25 h 36"/>
                  <a:gd name="T90" fmla="*/ 4 w 29"/>
                  <a:gd name="T91" fmla="*/ 21 h 36"/>
                  <a:gd name="T92" fmla="*/ 4 w 29"/>
                  <a:gd name="T93" fmla="*/ 23 h 36"/>
                  <a:gd name="T94" fmla="*/ 25 w 29"/>
                  <a:gd name="T95" fmla="*/ 23 h 36"/>
                  <a:gd name="T96" fmla="*/ 25 w 29"/>
                  <a:gd name="T97" fmla="*/ 21 h 36"/>
                  <a:gd name="T98" fmla="*/ 4 w 29"/>
                  <a:gd name="T99" fmla="*/ 21 h 36"/>
                  <a:gd name="T100" fmla="*/ 2 w 29"/>
                  <a:gd name="T101" fmla="*/ 34 h 36"/>
                  <a:gd name="T102" fmla="*/ 27 w 29"/>
                  <a:gd name="T103" fmla="*/ 34 h 36"/>
                  <a:gd name="T104" fmla="*/ 27 w 29"/>
                  <a:gd name="T105" fmla="*/ 11 h 36"/>
                  <a:gd name="T106" fmla="*/ 19 w 29"/>
                  <a:gd name="T107" fmla="*/ 11 h 36"/>
                  <a:gd name="T108" fmla="*/ 18 w 29"/>
                  <a:gd name="T109" fmla="*/ 10 h 36"/>
                  <a:gd name="T110" fmla="*/ 18 w 29"/>
                  <a:gd name="T111" fmla="*/ 2 h 36"/>
                  <a:gd name="T112" fmla="*/ 2 w 29"/>
                  <a:gd name="T113" fmla="*/ 2 h 36"/>
                  <a:gd name="T114" fmla="*/ 2 w 29"/>
                  <a:gd name="T115" fmla="*/ 3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9" h="36">
                    <a:moveTo>
                      <a:pt x="20" y="3"/>
                    </a:moveTo>
                    <a:cubicBezTo>
                      <a:pt x="20" y="9"/>
                      <a:pt x="20" y="9"/>
                      <a:pt x="20" y="9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20" y="3"/>
                      <a:pt x="20" y="3"/>
                      <a:pt x="20" y="3"/>
                    </a:cubicBezTo>
                    <a:close/>
                    <a:moveTo>
                      <a:pt x="4" y="5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4" y="5"/>
                      <a:pt x="4" y="5"/>
                      <a:pt x="4" y="5"/>
                    </a:cubicBezTo>
                    <a:close/>
                    <a:moveTo>
                      <a:pt x="4" y="9"/>
                    </a:moveTo>
                    <a:cubicBezTo>
                      <a:pt x="4" y="11"/>
                      <a:pt x="4" y="11"/>
                      <a:pt x="4" y="11"/>
                    </a:cubicBez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4" y="9"/>
                      <a:pt x="4" y="9"/>
                      <a:pt x="4" y="9"/>
                    </a:cubicBezTo>
                    <a:close/>
                    <a:moveTo>
                      <a:pt x="4" y="13"/>
                    </a:moveTo>
                    <a:cubicBezTo>
                      <a:pt x="4" y="15"/>
                      <a:pt x="4" y="15"/>
                      <a:pt x="4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4" y="13"/>
                      <a:pt x="4" y="13"/>
                      <a:pt x="4" y="13"/>
                    </a:cubicBezTo>
                    <a:close/>
                    <a:moveTo>
                      <a:pt x="4" y="17"/>
                    </a:moveTo>
                    <a:cubicBezTo>
                      <a:pt x="4" y="19"/>
                      <a:pt x="4" y="19"/>
                      <a:pt x="4" y="19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4" y="17"/>
                      <a:pt x="4" y="17"/>
                      <a:pt x="4" y="17"/>
                    </a:cubicBezTo>
                    <a:close/>
                    <a:moveTo>
                      <a:pt x="28" y="36"/>
                    </a:moveTo>
                    <a:cubicBezTo>
                      <a:pt x="1" y="36"/>
                      <a:pt x="1" y="36"/>
                      <a:pt x="1" y="36"/>
                    </a:cubicBezTo>
                    <a:cubicBezTo>
                      <a:pt x="1" y="36"/>
                      <a:pt x="0" y="36"/>
                      <a:pt x="0" y="35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9" y="0"/>
                      <a:pt x="19" y="0"/>
                      <a:pt x="20" y="1"/>
                    </a:cubicBezTo>
                    <a:cubicBezTo>
                      <a:pt x="28" y="9"/>
                      <a:pt x="28" y="9"/>
                      <a:pt x="28" y="9"/>
                    </a:cubicBezTo>
                    <a:cubicBezTo>
                      <a:pt x="29" y="9"/>
                      <a:pt x="29" y="10"/>
                      <a:pt x="29" y="10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29" y="36"/>
                      <a:pt x="28" y="36"/>
                      <a:pt x="28" y="36"/>
                    </a:cubicBezTo>
                    <a:close/>
                    <a:moveTo>
                      <a:pt x="4" y="29"/>
                    </a:moveTo>
                    <a:cubicBezTo>
                      <a:pt x="4" y="31"/>
                      <a:pt x="4" y="31"/>
                      <a:pt x="4" y="31"/>
                    </a:cubicBezTo>
                    <a:cubicBezTo>
                      <a:pt x="25" y="31"/>
                      <a:pt x="25" y="31"/>
                      <a:pt x="25" y="31"/>
                    </a:cubicBezTo>
                    <a:cubicBezTo>
                      <a:pt x="25" y="29"/>
                      <a:pt x="25" y="29"/>
                      <a:pt x="25" y="29"/>
                    </a:cubicBezTo>
                    <a:cubicBezTo>
                      <a:pt x="4" y="29"/>
                      <a:pt x="4" y="29"/>
                      <a:pt x="4" y="29"/>
                    </a:cubicBezTo>
                    <a:close/>
                    <a:moveTo>
                      <a:pt x="4" y="25"/>
                    </a:moveTo>
                    <a:cubicBezTo>
                      <a:pt x="4" y="27"/>
                      <a:pt x="4" y="27"/>
                      <a:pt x="4" y="27"/>
                    </a:cubicBezTo>
                    <a:cubicBezTo>
                      <a:pt x="25" y="27"/>
                      <a:pt x="25" y="27"/>
                      <a:pt x="25" y="27"/>
                    </a:cubicBezTo>
                    <a:cubicBezTo>
                      <a:pt x="25" y="25"/>
                      <a:pt x="25" y="25"/>
                      <a:pt x="25" y="25"/>
                    </a:cubicBezTo>
                    <a:cubicBezTo>
                      <a:pt x="4" y="25"/>
                      <a:pt x="4" y="25"/>
                      <a:pt x="4" y="25"/>
                    </a:cubicBezTo>
                    <a:close/>
                    <a:moveTo>
                      <a:pt x="4" y="21"/>
                    </a:moveTo>
                    <a:cubicBezTo>
                      <a:pt x="4" y="23"/>
                      <a:pt x="4" y="23"/>
                      <a:pt x="4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4" y="21"/>
                      <a:pt x="4" y="21"/>
                      <a:pt x="4" y="21"/>
                    </a:cubicBezTo>
                    <a:close/>
                    <a:moveTo>
                      <a:pt x="2" y="34"/>
                    </a:moveTo>
                    <a:cubicBezTo>
                      <a:pt x="27" y="34"/>
                      <a:pt x="27" y="34"/>
                      <a:pt x="27" y="34"/>
                    </a:cubicBezTo>
                    <a:cubicBezTo>
                      <a:pt x="27" y="11"/>
                      <a:pt x="27" y="11"/>
                      <a:pt x="27" y="11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8" y="11"/>
                      <a:pt x="18" y="10"/>
                      <a:pt x="18" y="10"/>
                    </a:cubicBezTo>
                    <a:cubicBezTo>
                      <a:pt x="18" y="2"/>
                      <a:pt x="18" y="2"/>
                      <a:pt x="18" y="2"/>
                    </a:cubicBezTo>
                    <a:cubicBezTo>
                      <a:pt x="2" y="2"/>
                      <a:pt x="2" y="2"/>
                      <a:pt x="2" y="2"/>
                    </a:cubicBezTo>
                    <a:lnTo>
                      <a:pt x="2" y="34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3" name="Freeform 402"/>
              <p:cNvSpPr>
                <a:spLocks noEditPoints="1"/>
              </p:cNvSpPr>
              <p:nvPr/>
            </p:nvSpPr>
            <p:spPr bwMode="auto">
              <a:xfrm>
                <a:off x="2927474" y="2644623"/>
                <a:ext cx="317255" cy="404840"/>
              </a:xfrm>
              <a:custGeom>
                <a:avLst/>
                <a:gdLst>
                  <a:gd name="T0" fmla="*/ 19 w 29"/>
                  <a:gd name="T1" fmla="*/ 4 h 37"/>
                  <a:gd name="T2" fmla="*/ 19 w 29"/>
                  <a:gd name="T3" fmla="*/ 10 h 37"/>
                  <a:gd name="T4" fmla="*/ 25 w 29"/>
                  <a:gd name="T5" fmla="*/ 10 h 37"/>
                  <a:gd name="T6" fmla="*/ 19 w 29"/>
                  <a:gd name="T7" fmla="*/ 4 h 37"/>
                  <a:gd name="T8" fmla="*/ 4 w 29"/>
                  <a:gd name="T9" fmla="*/ 6 h 37"/>
                  <a:gd name="T10" fmla="*/ 4 w 29"/>
                  <a:gd name="T11" fmla="*/ 8 h 37"/>
                  <a:gd name="T12" fmla="*/ 15 w 29"/>
                  <a:gd name="T13" fmla="*/ 8 h 37"/>
                  <a:gd name="T14" fmla="*/ 15 w 29"/>
                  <a:gd name="T15" fmla="*/ 6 h 37"/>
                  <a:gd name="T16" fmla="*/ 4 w 29"/>
                  <a:gd name="T17" fmla="*/ 6 h 37"/>
                  <a:gd name="T18" fmla="*/ 4 w 29"/>
                  <a:gd name="T19" fmla="*/ 10 h 37"/>
                  <a:gd name="T20" fmla="*/ 4 w 29"/>
                  <a:gd name="T21" fmla="*/ 12 h 37"/>
                  <a:gd name="T22" fmla="*/ 15 w 29"/>
                  <a:gd name="T23" fmla="*/ 12 h 37"/>
                  <a:gd name="T24" fmla="*/ 15 w 29"/>
                  <a:gd name="T25" fmla="*/ 10 h 37"/>
                  <a:gd name="T26" fmla="*/ 4 w 29"/>
                  <a:gd name="T27" fmla="*/ 10 h 37"/>
                  <a:gd name="T28" fmla="*/ 4 w 29"/>
                  <a:gd name="T29" fmla="*/ 14 h 37"/>
                  <a:gd name="T30" fmla="*/ 4 w 29"/>
                  <a:gd name="T31" fmla="*/ 16 h 37"/>
                  <a:gd name="T32" fmla="*/ 25 w 29"/>
                  <a:gd name="T33" fmla="*/ 16 h 37"/>
                  <a:gd name="T34" fmla="*/ 25 w 29"/>
                  <a:gd name="T35" fmla="*/ 14 h 37"/>
                  <a:gd name="T36" fmla="*/ 4 w 29"/>
                  <a:gd name="T37" fmla="*/ 14 h 37"/>
                  <a:gd name="T38" fmla="*/ 4 w 29"/>
                  <a:gd name="T39" fmla="*/ 18 h 37"/>
                  <a:gd name="T40" fmla="*/ 4 w 29"/>
                  <a:gd name="T41" fmla="*/ 20 h 37"/>
                  <a:gd name="T42" fmla="*/ 25 w 29"/>
                  <a:gd name="T43" fmla="*/ 20 h 37"/>
                  <a:gd name="T44" fmla="*/ 25 w 29"/>
                  <a:gd name="T45" fmla="*/ 18 h 37"/>
                  <a:gd name="T46" fmla="*/ 4 w 29"/>
                  <a:gd name="T47" fmla="*/ 18 h 37"/>
                  <a:gd name="T48" fmla="*/ 28 w 29"/>
                  <a:gd name="T49" fmla="*/ 37 h 37"/>
                  <a:gd name="T50" fmla="*/ 1 w 29"/>
                  <a:gd name="T51" fmla="*/ 37 h 37"/>
                  <a:gd name="T52" fmla="*/ 0 w 29"/>
                  <a:gd name="T53" fmla="*/ 36 h 37"/>
                  <a:gd name="T54" fmla="*/ 0 w 29"/>
                  <a:gd name="T55" fmla="*/ 1 h 37"/>
                  <a:gd name="T56" fmla="*/ 1 w 29"/>
                  <a:gd name="T57" fmla="*/ 0 h 37"/>
                  <a:gd name="T58" fmla="*/ 16 w 29"/>
                  <a:gd name="T59" fmla="*/ 0 h 37"/>
                  <a:gd name="T60" fmla="*/ 20 w 29"/>
                  <a:gd name="T61" fmla="*/ 2 h 37"/>
                  <a:gd name="T62" fmla="*/ 28 w 29"/>
                  <a:gd name="T63" fmla="*/ 10 h 37"/>
                  <a:gd name="T64" fmla="*/ 29 w 29"/>
                  <a:gd name="T65" fmla="*/ 11 h 37"/>
                  <a:gd name="T66" fmla="*/ 29 w 29"/>
                  <a:gd name="T67" fmla="*/ 36 h 37"/>
                  <a:gd name="T68" fmla="*/ 28 w 29"/>
                  <a:gd name="T69" fmla="*/ 37 h 37"/>
                  <a:gd name="T70" fmla="*/ 4 w 29"/>
                  <a:gd name="T71" fmla="*/ 30 h 37"/>
                  <a:gd name="T72" fmla="*/ 4 w 29"/>
                  <a:gd name="T73" fmla="*/ 32 h 37"/>
                  <a:gd name="T74" fmla="*/ 25 w 29"/>
                  <a:gd name="T75" fmla="*/ 32 h 37"/>
                  <a:gd name="T76" fmla="*/ 25 w 29"/>
                  <a:gd name="T77" fmla="*/ 30 h 37"/>
                  <a:gd name="T78" fmla="*/ 4 w 29"/>
                  <a:gd name="T79" fmla="*/ 30 h 37"/>
                  <a:gd name="T80" fmla="*/ 4 w 29"/>
                  <a:gd name="T81" fmla="*/ 26 h 37"/>
                  <a:gd name="T82" fmla="*/ 4 w 29"/>
                  <a:gd name="T83" fmla="*/ 28 h 37"/>
                  <a:gd name="T84" fmla="*/ 25 w 29"/>
                  <a:gd name="T85" fmla="*/ 28 h 37"/>
                  <a:gd name="T86" fmla="*/ 25 w 29"/>
                  <a:gd name="T87" fmla="*/ 26 h 37"/>
                  <a:gd name="T88" fmla="*/ 4 w 29"/>
                  <a:gd name="T89" fmla="*/ 26 h 37"/>
                  <a:gd name="T90" fmla="*/ 4 w 29"/>
                  <a:gd name="T91" fmla="*/ 22 h 37"/>
                  <a:gd name="T92" fmla="*/ 4 w 29"/>
                  <a:gd name="T93" fmla="*/ 24 h 37"/>
                  <a:gd name="T94" fmla="*/ 25 w 29"/>
                  <a:gd name="T95" fmla="*/ 24 h 37"/>
                  <a:gd name="T96" fmla="*/ 25 w 29"/>
                  <a:gd name="T97" fmla="*/ 22 h 37"/>
                  <a:gd name="T98" fmla="*/ 4 w 29"/>
                  <a:gd name="T99" fmla="*/ 22 h 37"/>
                  <a:gd name="T100" fmla="*/ 2 w 29"/>
                  <a:gd name="T101" fmla="*/ 35 h 37"/>
                  <a:gd name="T102" fmla="*/ 27 w 29"/>
                  <a:gd name="T103" fmla="*/ 35 h 37"/>
                  <a:gd name="T104" fmla="*/ 27 w 29"/>
                  <a:gd name="T105" fmla="*/ 12 h 37"/>
                  <a:gd name="T106" fmla="*/ 18 w 29"/>
                  <a:gd name="T107" fmla="*/ 12 h 37"/>
                  <a:gd name="T108" fmla="*/ 17 w 29"/>
                  <a:gd name="T109" fmla="*/ 11 h 37"/>
                  <a:gd name="T110" fmla="*/ 17 w 29"/>
                  <a:gd name="T111" fmla="*/ 2 h 37"/>
                  <a:gd name="T112" fmla="*/ 2 w 29"/>
                  <a:gd name="T113" fmla="*/ 2 h 37"/>
                  <a:gd name="T114" fmla="*/ 2 w 29"/>
                  <a:gd name="T115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9" h="37">
                    <a:moveTo>
                      <a:pt x="19" y="4"/>
                    </a:moveTo>
                    <a:cubicBezTo>
                      <a:pt x="19" y="10"/>
                      <a:pt x="19" y="10"/>
                      <a:pt x="19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19" y="4"/>
                      <a:pt x="19" y="4"/>
                      <a:pt x="19" y="4"/>
                    </a:cubicBezTo>
                    <a:close/>
                    <a:moveTo>
                      <a:pt x="4" y="6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4" y="6"/>
                      <a:pt x="4" y="6"/>
                      <a:pt x="4" y="6"/>
                    </a:cubicBezTo>
                    <a:close/>
                    <a:moveTo>
                      <a:pt x="4" y="10"/>
                    </a:moveTo>
                    <a:cubicBezTo>
                      <a:pt x="4" y="12"/>
                      <a:pt x="4" y="12"/>
                      <a:pt x="4" y="12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4" y="10"/>
                      <a:pt x="4" y="10"/>
                      <a:pt x="4" y="10"/>
                    </a:cubicBezTo>
                    <a:close/>
                    <a:moveTo>
                      <a:pt x="4" y="14"/>
                    </a:moveTo>
                    <a:cubicBezTo>
                      <a:pt x="4" y="16"/>
                      <a:pt x="4" y="16"/>
                      <a:pt x="4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4" y="14"/>
                      <a:pt x="4" y="14"/>
                      <a:pt x="4" y="14"/>
                    </a:cubicBezTo>
                    <a:close/>
                    <a:moveTo>
                      <a:pt x="4" y="18"/>
                    </a:moveTo>
                    <a:cubicBezTo>
                      <a:pt x="4" y="20"/>
                      <a:pt x="4" y="20"/>
                      <a:pt x="4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4" y="18"/>
                      <a:pt x="4" y="18"/>
                      <a:pt x="4" y="18"/>
                    </a:cubicBezTo>
                    <a:close/>
                    <a:moveTo>
                      <a:pt x="28" y="37"/>
                    </a:moveTo>
                    <a:cubicBezTo>
                      <a:pt x="1" y="37"/>
                      <a:pt x="1" y="37"/>
                      <a:pt x="1" y="37"/>
                    </a:cubicBezTo>
                    <a:cubicBezTo>
                      <a:pt x="1" y="37"/>
                      <a:pt x="0" y="37"/>
                      <a:pt x="0" y="36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9" y="0"/>
                      <a:pt x="19" y="1"/>
                      <a:pt x="20" y="2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9" y="10"/>
                      <a:pt x="29" y="11"/>
                      <a:pt x="29" y="11"/>
                    </a:cubicBezTo>
                    <a:cubicBezTo>
                      <a:pt x="29" y="36"/>
                      <a:pt x="29" y="36"/>
                      <a:pt x="29" y="36"/>
                    </a:cubicBezTo>
                    <a:cubicBezTo>
                      <a:pt x="29" y="37"/>
                      <a:pt x="28" y="37"/>
                      <a:pt x="28" y="37"/>
                    </a:cubicBezTo>
                    <a:close/>
                    <a:moveTo>
                      <a:pt x="4" y="30"/>
                    </a:moveTo>
                    <a:cubicBezTo>
                      <a:pt x="4" y="32"/>
                      <a:pt x="4" y="32"/>
                      <a:pt x="4" y="32"/>
                    </a:cubicBezTo>
                    <a:cubicBezTo>
                      <a:pt x="25" y="32"/>
                      <a:pt x="25" y="32"/>
                      <a:pt x="25" y="32"/>
                    </a:cubicBezTo>
                    <a:cubicBezTo>
                      <a:pt x="25" y="30"/>
                      <a:pt x="25" y="30"/>
                      <a:pt x="25" y="30"/>
                    </a:cubicBezTo>
                    <a:cubicBezTo>
                      <a:pt x="4" y="30"/>
                      <a:pt x="4" y="30"/>
                      <a:pt x="4" y="30"/>
                    </a:cubicBezTo>
                    <a:close/>
                    <a:moveTo>
                      <a:pt x="4" y="26"/>
                    </a:moveTo>
                    <a:cubicBezTo>
                      <a:pt x="4" y="28"/>
                      <a:pt x="4" y="28"/>
                      <a:pt x="4" y="28"/>
                    </a:cubicBezTo>
                    <a:cubicBezTo>
                      <a:pt x="25" y="28"/>
                      <a:pt x="25" y="28"/>
                      <a:pt x="25" y="28"/>
                    </a:cubicBezTo>
                    <a:cubicBezTo>
                      <a:pt x="25" y="26"/>
                      <a:pt x="25" y="26"/>
                      <a:pt x="25" y="26"/>
                    </a:cubicBezTo>
                    <a:cubicBezTo>
                      <a:pt x="4" y="26"/>
                      <a:pt x="4" y="26"/>
                      <a:pt x="4" y="26"/>
                    </a:cubicBezTo>
                    <a:close/>
                    <a:moveTo>
                      <a:pt x="4" y="22"/>
                    </a:moveTo>
                    <a:cubicBezTo>
                      <a:pt x="4" y="24"/>
                      <a:pt x="4" y="24"/>
                      <a:pt x="4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4" y="22"/>
                      <a:pt x="4" y="22"/>
                      <a:pt x="4" y="22"/>
                    </a:cubicBezTo>
                    <a:close/>
                    <a:moveTo>
                      <a:pt x="2" y="35"/>
                    </a:move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18" y="12"/>
                      <a:pt x="18" y="12"/>
                      <a:pt x="18" y="12"/>
                    </a:cubicBezTo>
                    <a:cubicBezTo>
                      <a:pt x="18" y="12"/>
                      <a:pt x="17" y="11"/>
                      <a:pt x="17" y="11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2" y="2"/>
                      <a:pt x="2" y="2"/>
                      <a:pt x="2" y="2"/>
                    </a:cubicBez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4" name="Freeform 403"/>
              <p:cNvSpPr>
                <a:spLocks noEditPoints="1"/>
              </p:cNvSpPr>
              <p:nvPr/>
            </p:nvSpPr>
            <p:spPr bwMode="auto">
              <a:xfrm>
                <a:off x="2929757" y="2640941"/>
                <a:ext cx="317255" cy="404840"/>
              </a:xfrm>
              <a:custGeom>
                <a:avLst/>
                <a:gdLst>
                  <a:gd name="T0" fmla="*/ 19 w 29"/>
                  <a:gd name="T1" fmla="*/ 4 h 37"/>
                  <a:gd name="T2" fmla="*/ 19 w 29"/>
                  <a:gd name="T3" fmla="*/ 10 h 37"/>
                  <a:gd name="T4" fmla="*/ 25 w 29"/>
                  <a:gd name="T5" fmla="*/ 10 h 37"/>
                  <a:gd name="T6" fmla="*/ 19 w 29"/>
                  <a:gd name="T7" fmla="*/ 4 h 37"/>
                  <a:gd name="T8" fmla="*/ 4 w 29"/>
                  <a:gd name="T9" fmla="*/ 6 h 37"/>
                  <a:gd name="T10" fmla="*/ 4 w 29"/>
                  <a:gd name="T11" fmla="*/ 8 h 37"/>
                  <a:gd name="T12" fmla="*/ 15 w 29"/>
                  <a:gd name="T13" fmla="*/ 8 h 37"/>
                  <a:gd name="T14" fmla="*/ 15 w 29"/>
                  <a:gd name="T15" fmla="*/ 6 h 37"/>
                  <a:gd name="T16" fmla="*/ 4 w 29"/>
                  <a:gd name="T17" fmla="*/ 6 h 37"/>
                  <a:gd name="T18" fmla="*/ 4 w 29"/>
                  <a:gd name="T19" fmla="*/ 10 h 37"/>
                  <a:gd name="T20" fmla="*/ 4 w 29"/>
                  <a:gd name="T21" fmla="*/ 12 h 37"/>
                  <a:gd name="T22" fmla="*/ 15 w 29"/>
                  <a:gd name="T23" fmla="*/ 12 h 37"/>
                  <a:gd name="T24" fmla="*/ 15 w 29"/>
                  <a:gd name="T25" fmla="*/ 10 h 37"/>
                  <a:gd name="T26" fmla="*/ 4 w 29"/>
                  <a:gd name="T27" fmla="*/ 10 h 37"/>
                  <a:gd name="T28" fmla="*/ 4 w 29"/>
                  <a:gd name="T29" fmla="*/ 14 h 37"/>
                  <a:gd name="T30" fmla="*/ 4 w 29"/>
                  <a:gd name="T31" fmla="*/ 16 h 37"/>
                  <a:gd name="T32" fmla="*/ 25 w 29"/>
                  <a:gd name="T33" fmla="*/ 16 h 37"/>
                  <a:gd name="T34" fmla="*/ 25 w 29"/>
                  <a:gd name="T35" fmla="*/ 14 h 37"/>
                  <a:gd name="T36" fmla="*/ 4 w 29"/>
                  <a:gd name="T37" fmla="*/ 14 h 37"/>
                  <a:gd name="T38" fmla="*/ 4 w 29"/>
                  <a:gd name="T39" fmla="*/ 18 h 37"/>
                  <a:gd name="T40" fmla="*/ 4 w 29"/>
                  <a:gd name="T41" fmla="*/ 20 h 37"/>
                  <a:gd name="T42" fmla="*/ 25 w 29"/>
                  <a:gd name="T43" fmla="*/ 20 h 37"/>
                  <a:gd name="T44" fmla="*/ 25 w 29"/>
                  <a:gd name="T45" fmla="*/ 18 h 37"/>
                  <a:gd name="T46" fmla="*/ 4 w 29"/>
                  <a:gd name="T47" fmla="*/ 18 h 37"/>
                  <a:gd name="T48" fmla="*/ 28 w 29"/>
                  <a:gd name="T49" fmla="*/ 37 h 37"/>
                  <a:gd name="T50" fmla="*/ 1 w 29"/>
                  <a:gd name="T51" fmla="*/ 37 h 37"/>
                  <a:gd name="T52" fmla="*/ 0 w 29"/>
                  <a:gd name="T53" fmla="*/ 36 h 37"/>
                  <a:gd name="T54" fmla="*/ 0 w 29"/>
                  <a:gd name="T55" fmla="*/ 1 h 37"/>
                  <a:gd name="T56" fmla="*/ 1 w 29"/>
                  <a:gd name="T57" fmla="*/ 0 h 37"/>
                  <a:gd name="T58" fmla="*/ 16 w 29"/>
                  <a:gd name="T59" fmla="*/ 0 h 37"/>
                  <a:gd name="T60" fmla="*/ 20 w 29"/>
                  <a:gd name="T61" fmla="*/ 2 h 37"/>
                  <a:gd name="T62" fmla="*/ 28 w 29"/>
                  <a:gd name="T63" fmla="*/ 10 h 37"/>
                  <a:gd name="T64" fmla="*/ 29 w 29"/>
                  <a:gd name="T65" fmla="*/ 11 h 37"/>
                  <a:gd name="T66" fmla="*/ 29 w 29"/>
                  <a:gd name="T67" fmla="*/ 36 h 37"/>
                  <a:gd name="T68" fmla="*/ 28 w 29"/>
                  <a:gd name="T69" fmla="*/ 37 h 37"/>
                  <a:gd name="T70" fmla="*/ 4 w 29"/>
                  <a:gd name="T71" fmla="*/ 30 h 37"/>
                  <a:gd name="T72" fmla="*/ 4 w 29"/>
                  <a:gd name="T73" fmla="*/ 32 h 37"/>
                  <a:gd name="T74" fmla="*/ 25 w 29"/>
                  <a:gd name="T75" fmla="*/ 32 h 37"/>
                  <a:gd name="T76" fmla="*/ 25 w 29"/>
                  <a:gd name="T77" fmla="*/ 30 h 37"/>
                  <a:gd name="T78" fmla="*/ 4 w 29"/>
                  <a:gd name="T79" fmla="*/ 30 h 37"/>
                  <a:gd name="T80" fmla="*/ 4 w 29"/>
                  <a:gd name="T81" fmla="*/ 26 h 37"/>
                  <a:gd name="T82" fmla="*/ 4 w 29"/>
                  <a:gd name="T83" fmla="*/ 28 h 37"/>
                  <a:gd name="T84" fmla="*/ 25 w 29"/>
                  <a:gd name="T85" fmla="*/ 28 h 37"/>
                  <a:gd name="T86" fmla="*/ 25 w 29"/>
                  <a:gd name="T87" fmla="*/ 26 h 37"/>
                  <a:gd name="T88" fmla="*/ 4 w 29"/>
                  <a:gd name="T89" fmla="*/ 26 h 37"/>
                  <a:gd name="T90" fmla="*/ 4 w 29"/>
                  <a:gd name="T91" fmla="*/ 22 h 37"/>
                  <a:gd name="T92" fmla="*/ 4 w 29"/>
                  <a:gd name="T93" fmla="*/ 24 h 37"/>
                  <a:gd name="T94" fmla="*/ 25 w 29"/>
                  <a:gd name="T95" fmla="*/ 24 h 37"/>
                  <a:gd name="T96" fmla="*/ 25 w 29"/>
                  <a:gd name="T97" fmla="*/ 22 h 37"/>
                  <a:gd name="T98" fmla="*/ 4 w 29"/>
                  <a:gd name="T99" fmla="*/ 22 h 37"/>
                  <a:gd name="T100" fmla="*/ 2 w 29"/>
                  <a:gd name="T101" fmla="*/ 35 h 37"/>
                  <a:gd name="T102" fmla="*/ 27 w 29"/>
                  <a:gd name="T103" fmla="*/ 35 h 37"/>
                  <a:gd name="T104" fmla="*/ 27 w 29"/>
                  <a:gd name="T105" fmla="*/ 12 h 37"/>
                  <a:gd name="T106" fmla="*/ 18 w 29"/>
                  <a:gd name="T107" fmla="*/ 12 h 37"/>
                  <a:gd name="T108" fmla="*/ 17 w 29"/>
                  <a:gd name="T109" fmla="*/ 11 h 37"/>
                  <a:gd name="T110" fmla="*/ 17 w 29"/>
                  <a:gd name="T111" fmla="*/ 2 h 37"/>
                  <a:gd name="T112" fmla="*/ 2 w 29"/>
                  <a:gd name="T113" fmla="*/ 2 h 37"/>
                  <a:gd name="T114" fmla="*/ 2 w 29"/>
                  <a:gd name="T115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9" h="37">
                    <a:moveTo>
                      <a:pt x="19" y="4"/>
                    </a:moveTo>
                    <a:cubicBezTo>
                      <a:pt x="19" y="10"/>
                      <a:pt x="19" y="10"/>
                      <a:pt x="19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19" y="4"/>
                      <a:pt x="19" y="4"/>
                      <a:pt x="19" y="4"/>
                    </a:cubicBezTo>
                    <a:close/>
                    <a:moveTo>
                      <a:pt x="4" y="6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4" y="6"/>
                      <a:pt x="4" y="6"/>
                      <a:pt x="4" y="6"/>
                    </a:cubicBezTo>
                    <a:close/>
                    <a:moveTo>
                      <a:pt x="4" y="10"/>
                    </a:moveTo>
                    <a:cubicBezTo>
                      <a:pt x="4" y="12"/>
                      <a:pt x="4" y="12"/>
                      <a:pt x="4" y="12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4" y="10"/>
                      <a:pt x="4" y="10"/>
                      <a:pt x="4" y="10"/>
                    </a:cubicBezTo>
                    <a:close/>
                    <a:moveTo>
                      <a:pt x="4" y="14"/>
                    </a:moveTo>
                    <a:cubicBezTo>
                      <a:pt x="4" y="16"/>
                      <a:pt x="4" y="16"/>
                      <a:pt x="4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4" y="14"/>
                      <a:pt x="4" y="14"/>
                      <a:pt x="4" y="14"/>
                    </a:cubicBezTo>
                    <a:close/>
                    <a:moveTo>
                      <a:pt x="4" y="18"/>
                    </a:moveTo>
                    <a:cubicBezTo>
                      <a:pt x="4" y="20"/>
                      <a:pt x="4" y="20"/>
                      <a:pt x="4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4" y="18"/>
                      <a:pt x="4" y="18"/>
                      <a:pt x="4" y="18"/>
                    </a:cubicBezTo>
                    <a:close/>
                    <a:moveTo>
                      <a:pt x="28" y="37"/>
                    </a:moveTo>
                    <a:cubicBezTo>
                      <a:pt x="1" y="37"/>
                      <a:pt x="1" y="37"/>
                      <a:pt x="1" y="37"/>
                    </a:cubicBezTo>
                    <a:cubicBezTo>
                      <a:pt x="1" y="37"/>
                      <a:pt x="0" y="37"/>
                      <a:pt x="0" y="36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9" y="0"/>
                      <a:pt x="19" y="1"/>
                      <a:pt x="20" y="2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9" y="10"/>
                      <a:pt x="29" y="10"/>
                      <a:pt x="29" y="11"/>
                    </a:cubicBezTo>
                    <a:cubicBezTo>
                      <a:pt x="29" y="36"/>
                      <a:pt x="29" y="36"/>
                      <a:pt x="29" y="36"/>
                    </a:cubicBezTo>
                    <a:cubicBezTo>
                      <a:pt x="29" y="37"/>
                      <a:pt x="28" y="37"/>
                      <a:pt x="28" y="37"/>
                    </a:cubicBezTo>
                    <a:close/>
                    <a:moveTo>
                      <a:pt x="4" y="30"/>
                    </a:moveTo>
                    <a:cubicBezTo>
                      <a:pt x="4" y="32"/>
                      <a:pt x="4" y="32"/>
                      <a:pt x="4" y="32"/>
                    </a:cubicBezTo>
                    <a:cubicBezTo>
                      <a:pt x="25" y="32"/>
                      <a:pt x="25" y="32"/>
                      <a:pt x="25" y="32"/>
                    </a:cubicBezTo>
                    <a:cubicBezTo>
                      <a:pt x="25" y="30"/>
                      <a:pt x="25" y="30"/>
                      <a:pt x="25" y="30"/>
                    </a:cubicBezTo>
                    <a:cubicBezTo>
                      <a:pt x="4" y="30"/>
                      <a:pt x="4" y="30"/>
                      <a:pt x="4" y="30"/>
                    </a:cubicBezTo>
                    <a:close/>
                    <a:moveTo>
                      <a:pt x="4" y="26"/>
                    </a:moveTo>
                    <a:cubicBezTo>
                      <a:pt x="4" y="28"/>
                      <a:pt x="4" y="28"/>
                      <a:pt x="4" y="28"/>
                    </a:cubicBezTo>
                    <a:cubicBezTo>
                      <a:pt x="25" y="28"/>
                      <a:pt x="25" y="28"/>
                      <a:pt x="25" y="28"/>
                    </a:cubicBezTo>
                    <a:cubicBezTo>
                      <a:pt x="25" y="26"/>
                      <a:pt x="25" y="26"/>
                      <a:pt x="25" y="26"/>
                    </a:cubicBezTo>
                    <a:cubicBezTo>
                      <a:pt x="4" y="26"/>
                      <a:pt x="4" y="26"/>
                      <a:pt x="4" y="26"/>
                    </a:cubicBezTo>
                    <a:close/>
                    <a:moveTo>
                      <a:pt x="4" y="22"/>
                    </a:moveTo>
                    <a:cubicBezTo>
                      <a:pt x="4" y="24"/>
                      <a:pt x="4" y="24"/>
                      <a:pt x="4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4" y="22"/>
                      <a:pt x="4" y="22"/>
                      <a:pt x="4" y="22"/>
                    </a:cubicBezTo>
                    <a:close/>
                    <a:moveTo>
                      <a:pt x="2" y="35"/>
                    </a:move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18" y="12"/>
                      <a:pt x="18" y="12"/>
                      <a:pt x="18" y="12"/>
                    </a:cubicBezTo>
                    <a:cubicBezTo>
                      <a:pt x="18" y="12"/>
                      <a:pt x="17" y="11"/>
                      <a:pt x="17" y="11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2" y="2"/>
                      <a:pt x="2" y="2"/>
                      <a:pt x="2" y="2"/>
                    </a:cubicBez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5" name="Freeform 404"/>
              <p:cNvSpPr>
                <a:spLocks noEditPoints="1"/>
              </p:cNvSpPr>
              <p:nvPr/>
            </p:nvSpPr>
            <p:spPr bwMode="auto">
              <a:xfrm>
                <a:off x="2926805" y="2640474"/>
                <a:ext cx="317255" cy="404840"/>
              </a:xfrm>
              <a:custGeom>
                <a:avLst/>
                <a:gdLst>
                  <a:gd name="T0" fmla="*/ 19 w 29"/>
                  <a:gd name="T1" fmla="*/ 4 h 37"/>
                  <a:gd name="T2" fmla="*/ 19 w 29"/>
                  <a:gd name="T3" fmla="*/ 10 h 37"/>
                  <a:gd name="T4" fmla="*/ 25 w 29"/>
                  <a:gd name="T5" fmla="*/ 10 h 37"/>
                  <a:gd name="T6" fmla="*/ 19 w 29"/>
                  <a:gd name="T7" fmla="*/ 4 h 37"/>
                  <a:gd name="T8" fmla="*/ 4 w 29"/>
                  <a:gd name="T9" fmla="*/ 6 h 37"/>
                  <a:gd name="T10" fmla="*/ 4 w 29"/>
                  <a:gd name="T11" fmla="*/ 8 h 37"/>
                  <a:gd name="T12" fmla="*/ 15 w 29"/>
                  <a:gd name="T13" fmla="*/ 8 h 37"/>
                  <a:gd name="T14" fmla="*/ 15 w 29"/>
                  <a:gd name="T15" fmla="*/ 6 h 37"/>
                  <a:gd name="T16" fmla="*/ 4 w 29"/>
                  <a:gd name="T17" fmla="*/ 6 h 37"/>
                  <a:gd name="T18" fmla="*/ 4 w 29"/>
                  <a:gd name="T19" fmla="*/ 10 h 37"/>
                  <a:gd name="T20" fmla="*/ 4 w 29"/>
                  <a:gd name="T21" fmla="*/ 12 h 37"/>
                  <a:gd name="T22" fmla="*/ 15 w 29"/>
                  <a:gd name="T23" fmla="*/ 12 h 37"/>
                  <a:gd name="T24" fmla="*/ 15 w 29"/>
                  <a:gd name="T25" fmla="*/ 10 h 37"/>
                  <a:gd name="T26" fmla="*/ 4 w 29"/>
                  <a:gd name="T27" fmla="*/ 10 h 37"/>
                  <a:gd name="T28" fmla="*/ 4 w 29"/>
                  <a:gd name="T29" fmla="*/ 14 h 37"/>
                  <a:gd name="T30" fmla="*/ 4 w 29"/>
                  <a:gd name="T31" fmla="*/ 16 h 37"/>
                  <a:gd name="T32" fmla="*/ 25 w 29"/>
                  <a:gd name="T33" fmla="*/ 16 h 37"/>
                  <a:gd name="T34" fmla="*/ 25 w 29"/>
                  <a:gd name="T35" fmla="*/ 14 h 37"/>
                  <a:gd name="T36" fmla="*/ 4 w 29"/>
                  <a:gd name="T37" fmla="*/ 14 h 37"/>
                  <a:gd name="T38" fmla="*/ 4 w 29"/>
                  <a:gd name="T39" fmla="*/ 18 h 37"/>
                  <a:gd name="T40" fmla="*/ 4 w 29"/>
                  <a:gd name="T41" fmla="*/ 20 h 37"/>
                  <a:gd name="T42" fmla="*/ 25 w 29"/>
                  <a:gd name="T43" fmla="*/ 20 h 37"/>
                  <a:gd name="T44" fmla="*/ 25 w 29"/>
                  <a:gd name="T45" fmla="*/ 18 h 37"/>
                  <a:gd name="T46" fmla="*/ 4 w 29"/>
                  <a:gd name="T47" fmla="*/ 18 h 37"/>
                  <a:gd name="T48" fmla="*/ 28 w 29"/>
                  <a:gd name="T49" fmla="*/ 37 h 37"/>
                  <a:gd name="T50" fmla="*/ 1 w 29"/>
                  <a:gd name="T51" fmla="*/ 37 h 37"/>
                  <a:gd name="T52" fmla="*/ 0 w 29"/>
                  <a:gd name="T53" fmla="*/ 36 h 37"/>
                  <a:gd name="T54" fmla="*/ 0 w 29"/>
                  <a:gd name="T55" fmla="*/ 1 h 37"/>
                  <a:gd name="T56" fmla="*/ 1 w 29"/>
                  <a:gd name="T57" fmla="*/ 0 h 37"/>
                  <a:gd name="T58" fmla="*/ 16 w 29"/>
                  <a:gd name="T59" fmla="*/ 0 h 37"/>
                  <a:gd name="T60" fmla="*/ 20 w 29"/>
                  <a:gd name="T61" fmla="*/ 2 h 37"/>
                  <a:gd name="T62" fmla="*/ 28 w 29"/>
                  <a:gd name="T63" fmla="*/ 10 h 37"/>
                  <a:gd name="T64" fmla="*/ 29 w 29"/>
                  <a:gd name="T65" fmla="*/ 11 h 37"/>
                  <a:gd name="T66" fmla="*/ 29 w 29"/>
                  <a:gd name="T67" fmla="*/ 36 h 37"/>
                  <a:gd name="T68" fmla="*/ 28 w 29"/>
                  <a:gd name="T69" fmla="*/ 37 h 37"/>
                  <a:gd name="T70" fmla="*/ 4 w 29"/>
                  <a:gd name="T71" fmla="*/ 30 h 37"/>
                  <a:gd name="T72" fmla="*/ 4 w 29"/>
                  <a:gd name="T73" fmla="*/ 32 h 37"/>
                  <a:gd name="T74" fmla="*/ 25 w 29"/>
                  <a:gd name="T75" fmla="*/ 32 h 37"/>
                  <a:gd name="T76" fmla="*/ 25 w 29"/>
                  <a:gd name="T77" fmla="*/ 30 h 37"/>
                  <a:gd name="T78" fmla="*/ 4 w 29"/>
                  <a:gd name="T79" fmla="*/ 30 h 37"/>
                  <a:gd name="T80" fmla="*/ 4 w 29"/>
                  <a:gd name="T81" fmla="*/ 26 h 37"/>
                  <a:gd name="T82" fmla="*/ 4 w 29"/>
                  <a:gd name="T83" fmla="*/ 28 h 37"/>
                  <a:gd name="T84" fmla="*/ 25 w 29"/>
                  <a:gd name="T85" fmla="*/ 28 h 37"/>
                  <a:gd name="T86" fmla="*/ 25 w 29"/>
                  <a:gd name="T87" fmla="*/ 26 h 37"/>
                  <a:gd name="T88" fmla="*/ 4 w 29"/>
                  <a:gd name="T89" fmla="*/ 26 h 37"/>
                  <a:gd name="T90" fmla="*/ 4 w 29"/>
                  <a:gd name="T91" fmla="*/ 22 h 37"/>
                  <a:gd name="T92" fmla="*/ 4 w 29"/>
                  <a:gd name="T93" fmla="*/ 24 h 37"/>
                  <a:gd name="T94" fmla="*/ 25 w 29"/>
                  <a:gd name="T95" fmla="*/ 24 h 37"/>
                  <a:gd name="T96" fmla="*/ 25 w 29"/>
                  <a:gd name="T97" fmla="*/ 22 h 37"/>
                  <a:gd name="T98" fmla="*/ 4 w 29"/>
                  <a:gd name="T99" fmla="*/ 22 h 37"/>
                  <a:gd name="T100" fmla="*/ 2 w 29"/>
                  <a:gd name="T101" fmla="*/ 35 h 37"/>
                  <a:gd name="T102" fmla="*/ 27 w 29"/>
                  <a:gd name="T103" fmla="*/ 35 h 37"/>
                  <a:gd name="T104" fmla="*/ 27 w 29"/>
                  <a:gd name="T105" fmla="*/ 12 h 37"/>
                  <a:gd name="T106" fmla="*/ 18 w 29"/>
                  <a:gd name="T107" fmla="*/ 12 h 37"/>
                  <a:gd name="T108" fmla="*/ 17 w 29"/>
                  <a:gd name="T109" fmla="*/ 11 h 37"/>
                  <a:gd name="T110" fmla="*/ 17 w 29"/>
                  <a:gd name="T111" fmla="*/ 2 h 37"/>
                  <a:gd name="T112" fmla="*/ 2 w 29"/>
                  <a:gd name="T113" fmla="*/ 2 h 37"/>
                  <a:gd name="T114" fmla="*/ 2 w 29"/>
                  <a:gd name="T115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9" h="37">
                    <a:moveTo>
                      <a:pt x="19" y="4"/>
                    </a:moveTo>
                    <a:cubicBezTo>
                      <a:pt x="19" y="10"/>
                      <a:pt x="19" y="10"/>
                      <a:pt x="19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19" y="4"/>
                      <a:pt x="19" y="4"/>
                      <a:pt x="19" y="4"/>
                    </a:cubicBezTo>
                    <a:close/>
                    <a:moveTo>
                      <a:pt x="4" y="6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4" y="6"/>
                      <a:pt x="4" y="6"/>
                      <a:pt x="4" y="6"/>
                    </a:cubicBezTo>
                    <a:close/>
                    <a:moveTo>
                      <a:pt x="4" y="10"/>
                    </a:moveTo>
                    <a:cubicBezTo>
                      <a:pt x="4" y="12"/>
                      <a:pt x="4" y="12"/>
                      <a:pt x="4" y="12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4" y="10"/>
                      <a:pt x="4" y="10"/>
                      <a:pt x="4" y="10"/>
                    </a:cubicBezTo>
                    <a:close/>
                    <a:moveTo>
                      <a:pt x="4" y="14"/>
                    </a:moveTo>
                    <a:cubicBezTo>
                      <a:pt x="4" y="16"/>
                      <a:pt x="4" y="16"/>
                      <a:pt x="4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4" y="14"/>
                      <a:pt x="4" y="14"/>
                      <a:pt x="4" y="14"/>
                    </a:cubicBezTo>
                    <a:close/>
                    <a:moveTo>
                      <a:pt x="4" y="18"/>
                    </a:moveTo>
                    <a:cubicBezTo>
                      <a:pt x="4" y="20"/>
                      <a:pt x="4" y="20"/>
                      <a:pt x="4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4" y="18"/>
                      <a:pt x="4" y="18"/>
                      <a:pt x="4" y="18"/>
                    </a:cubicBezTo>
                    <a:close/>
                    <a:moveTo>
                      <a:pt x="28" y="37"/>
                    </a:moveTo>
                    <a:cubicBezTo>
                      <a:pt x="1" y="37"/>
                      <a:pt x="1" y="37"/>
                      <a:pt x="1" y="37"/>
                    </a:cubicBezTo>
                    <a:cubicBezTo>
                      <a:pt x="1" y="37"/>
                      <a:pt x="0" y="37"/>
                      <a:pt x="0" y="36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9" y="0"/>
                      <a:pt x="19" y="0"/>
                      <a:pt x="20" y="2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9" y="10"/>
                      <a:pt x="29" y="10"/>
                      <a:pt x="29" y="11"/>
                    </a:cubicBezTo>
                    <a:cubicBezTo>
                      <a:pt x="29" y="36"/>
                      <a:pt x="29" y="36"/>
                      <a:pt x="29" y="36"/>
                    </a:cubicBezTo>
                    <a:cubicBezTo>
                      <a:pt x="29" y="37"/>
                      <a:pt x="28" y="37"/>
                      <a:pt x="28" y="37"/>
                    </a:cubicBezTo>
                    <a:close/>
                    <a:moveTo>
                      <a:pt x="4" y="30"/>
                    </a:moveTo>
                    <a:cubicBezTo>
                      <a:pt x="4" y="32"/>
                      <a:pt x="4" y="32"/>
                      <a:pt x="4" y="32"/>
                    </a:cubicBezTo>
                    <a:cubicBezTo>
                      <a:pt x="25" y="32"/>
                      <a:pt x="25" y="32"/>
                      <a:pt x="25" y="32"/>
                    </a:cubicBezTo>
                    <a:cubicBezTo>
                      <a:pt x="25" y="30"/>
                      <a:pt x="25" y="30"/>
                      <a:pt x="25" y="30"/>
                    </a:cubicBezTo>
                    <a:cubicBezTo>
                      <a:pt x="4" y="30"/>
                      <a:pt x="4" y="30"/>
                      <a:pt x="4" y="30"/>
                    </a:cubicBezTo>
                    <a:close/>
                    <a:moveTo>
                      <a:pt x="4" y="26"/>
                    </a:moveTo>
                    <a:cubicBezTo>
                      <a:pt x="4" y="28"/>
                      <a:pt x="4" y="28"/>
                      <a:pt x="4" y="28"/>
                    </a:cubicBezTo>
                    <a:cubicBezTo>
                      <a:pt x="25" y="28"/>
                      <a:pt x="25" y="28"/>
                      <a:pt x="25" y="28"/>
                    </a:cubicBezTo>
                    <a:cubicBezTo>
                      <a:pt x="25" y="26"/>
                      <a:pt x="25" y="26"/>
                      <a:pt x="25" y="26"/>
                    </a:cubicBezTo>
                    <a:cubicBezTo>
                      <a:pt x="4" y="26"/>
                      <a:pt x="4" y="26"/>
                      <a:pt x="4" y="26"/>
                    </a:cubicBezTo>
                    <a:close/>
                    <a:moveTo>
                      <a:pt x="4" y="22"/>
                    </a:moveTo>
                    <a:cubicBezTo>
                      <a:pt x="4" y="24"/>
                      <a:pt x="4" y="24"/>
                      <a:pt x="4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4" y="22"/>
                      <a:pt x="4" y="22"/>
                      <a:pt x="4" y="22"/>
                    </a:cubicBezTo>
                    <a:close/>
                    <a:moveTo>
                      <a:pt x="2" y="35"/>
                    </a:move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18" y="12"/>
                      <a:pt x="18" y="12"/>
                      <a:pt x="18" y="12"/>
                    </a:cubicBezTo>
                    <a:cubicBezTo>
                      <a:pt x="18" y="12"/>
                      <a:pt x="17" y="11"/>
                      <a:pt x="17" y="11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2" y="2"/>
                      <a:pt x="2" y="2"/>
                      <a:pt x="2" y="2"/>
                    </a:cubicBez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6" name="Freeform 405"/>
              <p:cNvSpPr>
                <a:spLocks noEditPoints="1"/>
              </p:cNvSpPr>
              <p:nvPr/>
            </p:nvSpPr>
            <p:spPr bwMode="auto">
              <a:xfrm>
                <a:off x="2926499" y="2639757"/>
                <a:ext cx="317255" cy="404840"/>
              </a:xfrm>
              <a:custGeom>
                <a:avLst/>
                <a:gdLst>
                  <a:gd name="T0" fmla="*/ 19 w 29"/>
                  <a:gd name="T1" fmla="*/ 4 h 37"/>
                  <a:gd name="T2" fmla="*/ 19 w 29"/>
                  <a:gd name="T3" fmla="*/ 10 h 37"/>
                  <a:gd name="T4" fmla="*/ 25 w 29"/>
                  <a:gd name="T5" fmla="*/ 10 h 37"/>
                  <a:gd name="T6" fmla="*/ 19 w 29"/>
                  <a:gd name="T7" fmla="*/ 4 h 37"/>
                  <a:gd name="T8" fmla="*/ 4 w 29"/>
                  <a:gd name="T9" fmla="*/ 6 h 37"/>
                  <a:gd name="T10" fmla="*/ 4 w 29"/>
                  <a:gd name="T11" fmla="*/ 8 h 37"/>
                  <a:gd name="T12" fmla="*/ 15 w 29"/>
                  <a:gd name="T13" fmla="*/ 8 h 37"/>
                  <a:gd name="T14" fmla="*/ 15 w 29"/>
                  <a:gd name="T15" fmla="*/ 6 h 37"/>
                  <a:gd name="T16" fmla="*/ 4 w 29"/>
                  <a:gd name="T17" fmla="*/ 6 h 37"/>
                  <a:gd name="T18" fmla="*/ 4 w 29"/>
                  <a:gd name="T19" fmla="*/ 10 h 37"/>
                  <a:gd name="T20" fmla="*/ 4 w 29"/>
                  <a:gd name="T21" fmla="*/ 12 h 37"/>
                  <a:gd name="T22" fmla="*/ 15 w 29"/>
                  <a:gd name="T23" fmla="*/ 12 h 37"/>
                  <a:gd name="T24" fmla="*/ 15 w 29"/>
                  <a:gd name="T25" fmla="*/ 10 h 37"/>
                  <a:gd name="T26" fmla="*/ 4 w 29"/>
                  <a:gd name="T27" fmla="*/ 10 h 37"/>
                  <a:gd name="T28" fmla="*/ 4 w 29"/>
                  <a:gd name="T29" fmla="*/ 14 h 37"/>
                  <a:gd name="T30" fmla="*/ 4 w 29"/>
                  <a:gd name="T31" fmla="*/ 16 h 37"/>
                  <a:gd name="T32" fmla="*/ 25 w 29"/>
                  <a:gd name="T33" fmla="*/ 16 h 37"/>
                  <a:gd name="T34" fmla="*/ 25 w 29"/>
                  <a:gd name="T35" fmla="*/ 14 h 37"/>
                  <a:gd name="T36" fmla="*/ 4 w 29"/>
                  <a:gd name="T37" fmla="*/ 14 h 37"/>
                  <a:gd name="T38" fmla="*/ 4 w 29"/>
                  <a:gd name="T39" fmla="*/ 18 h 37"/>
                  <a:gd name="T40" fmla="*/ 4 w 29"/>
                  <a:gd name="T41" fmla="*/ 20 h 37"/>
                  <a:gd name="T42" fmla="*/ 25 w 29"/>
                  <a:gd name="T43" fmla="*/ 20 h 37"/>
                  <a:gd name="T44" fmla="*/ 25 w 29"/>
                  <a:gd name="T45" fmla="*/ 18 h 37"/>
                  <a:gd name="T46" fmla="*/ 4 w 29"/>
                  <a:gd name="T47" fmla="*/ 18 h 37"/>
                  <a:gd name="T48" fmla="*/ 28 w 29"/>
                  <a:gd name="T49" fmla="*/ 37 h 37"/>
                  <a:gd name="T50" fmla="*/ 1 w 29"/>
                  <a:gd name="T51" fmla="*/ 37 h 37"/>
                  <a:gd name="T52" fmla="*/ 0 w 29"/>
                  <a:gd name="T53" fmla="*/ 36 h 37"/>
                  <a:gd name="T54" fmla="*/ 0 w 29"/>
                  <a:gd name="T55" fmla="*/ 1 h 37"/>
                  <a:gd name="T56" fmla="*/ 1 w 29"/>
                  <a:gd name="T57" fmla="*/ 0 h 37"/>
                  <a:gd name="T58" fmla="*/ 16 w 29"/>
                  <a:gd name="T59" fmla="*/ 0 h 37"/>
                  <a:gd name="T60" fmla="*/ 20 w 29"/>
                  <a:gd name="T61" fmla="*/ 2 h 37"/>
                  <a:gd name="T62" fmla="*/ 28 w 29"/>
                  <a:gd name="T63" fmla="*/ 10 h 37"/>
                  <a:gd name="T64" fmla="*/ 29 w 29"/>
                  <a:gd name="T65" fmla="*/ 11 h 37"/>
                  <a:gd name="T66" fmla="*/ 29 w 29"/>
                  <a:gd name="T67" fmla="*/ 36 h 37"/>
                  <a:gd name="T68" fmla="*/ 28 w 29"/>
                  <a:gd name="T69" fmla="*/ 37 h 37"/>
                  <a:gd name="T70" fmla="*/ 4 w 29"/>
                  <a:gd name="T71" fmla="*/ 30 h 37"/>
                  <a:gd name="T72" fmla="*/ 4 w 29"/>
                  <a:gd name="T73" fmla="*/ 32 h 37"/>
                  <a:gd name="T74" fmla="*/ 25 w 29"/>
                  <a:gd name="T75" fmla="*/ 32 h 37"/>
                  <a:gd name="T76" fmla="*/ 25 w 29"/>
                  <a:gd name="T77" fmla="*/ 30 h 37"/>
                  <a:gd name="T78" fmla="*/ 4 w 29"/>
                  <a:gd name="T79" fmla="*/ 30 h 37"/>
                  <a:gd name="T80" fmla="*/ 4 w 29"/>
                  <a:gd name="T81" fmla="*/ 26 h 37"/>
                  <a:gd name="T82" fmla="*/ 4 w 29"/>
                  <a:gd name="T83" fmla="*/ 28 h 37"/>
                  <a:gd name="T84" fmla="*/ 25 w 29"/>
                  <a:gd name="T85" fmla="*/ 28 h 37"/>
                  <a:gd name="T86" fmla="*/ 25 w 29"/>
                  <a:gd name="T87" fmla="*/ 26 h 37"/>
                  <a:gd name="T88" fmla="*/ 4 w 29"/>
                  <a:gd name="T89" fmla="*/ 26 h 37"/>
                  <a:gd name="T90" fmla="*/ 4 w 29"/>
                  <a:gd name="T91" fmla="*/ 22 h 37"/>
                  <a:gd name="T92" fmla="*/ 4 w 29"/>
                  <a:gd name="T93" fmla="*/ 24 h 37"/>
                  <a:gd name="T94" fmla="*/ 25 w 29"/>
                  <a:gd name="T95" fmla="*/ 24 h 37"/>
                  <a:gd name="T96" fmla="*/ 25 w 29"/>
                  <a:gd name="T97" fmla="*/ 22 h 37"/>
                  <a:gd name="T98" fmla="*/ 4 w 29"/>
                  <a:gd name="T99" fmla="*/ 22 h 37"/>
                  <a:gd name="T100" fmla="*/ 2 w 29"/>
                  <a:gd name="T101" fmla="*/ 35 h 37"/>
                  <a:gd name="T102" fmla="*/ 27 w 29"/>
                  <a:gd name="T103" fmla="*/ 35 h 37"/>
                  <a:gd name="T104" fmla="*/ 27 w 29"/>
                  <a:gd name="T105" fmla="*/ 12 h 37"/>
                  <a:gd name="T106" fmla="*/ 18 w 29"/>
                  <a:gd name="T107" fmla="*/ 12 h 37"/>
                  <a:gd name="T108" fmla="*/ 17 w 29"/>
                  <a:gd name="T109" fmla="*/ 11 h 37"/>
                  <a:gd name="T110" fmla="*/ 17 w 29"/>
                  <a:gd name="T111" fmla="*/ 2 h 37"/>
                  <a:gd name="T112" fmla="*/ 2 w 29"/>
                  <a:gd name="T113" fmla="*/ 2 h 37"/>
                  <a:gd name="T114" fmla="*/ 2 w 29"/>
                  <a:gd name="T115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9" h="37">
                    <a:moveTo>
                      <a:pt x="19" y="4"/>
                    </a:moveTo>
                    <a:cubicBezTo>
                      <a:pt x="19" y="10"/>
                      <a:pt x="19" y="10"/>
                      <a:pt x="19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19" y="4"/>
                      <a:pt x="19" y="4"/>
                      <a:pt x="19" y="4"/>
                    </a:cubicBezTo>
                    <a:close/>
                    <a:moveTo>
                      <a:pt x="4" y="6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4" y="6"/>
                      <a:pt x="4" y="6"/>
                      <a:pt x="4" y="6"/>
                    </a:cubicBezTo>
                    <a:close/>
                    <a:moveTo>
                      <a:pt x="4" y="10"/>
                    </a:moveTo>
                    <a:cubicBezTo>
                      <a:pt x="4" y="12"/>
                      <a:pt x="4" y="12"/>
                      <a:pt x="4" y="12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4" y="10"/>
                      <a:pt x="4" y="10"/>
                      <a:pt x="4" y="10"/>
                    </a:cubicBezTo>
                    <a:close/>
                    <a:moveTo>
                      <a:pt x="4" y="14"/>
                    </a:moveTo>
                    <a:cubicBezTo>
                      <a:pt x="4" y="16"/>
                      <a:pt x="4" y="16"/>
                      <a:pt x="4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4" y="14"/>
                      <a:pt x="4" y="14"/>
                      <a:pt x="4" y="14"/>
                    </a:cubicBezTo>
                    <a:close/>
                    <a:moveTo>
                      <a:pt x="4" y="18"/>
                    </a:moveTo>
                    <a:cubicBezTo>
                      <a:pt x="4" y="20"/>
                      <a:pt x="4" y="20"/>
                      <a:pt x="4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4" y="18"/>
                      <a:pt x="4" y="18"/>
                      <a:pt x="4" y="18"/>
                    </a:cubicBezTo>
                    <a:close/>
                    <a:moveTo>
                      <a:pt x="28" y="37"/>
                    </a:moveTo>
                    <a:cubicBezTo>
                      <a:pt x="1" y="37"/>
                      <a:pt x="1" y="37"/>
                      <a:pt x="1" y="37"/>
                    </a:cubicBezTo>
                    <a:cubicBezTo>
                      <a:pt x="0" y="37"/>
                      <a:pt x="0" y="37"/>
                      <a:pt x="0" y="36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9" y="0"/>
                      <a:pt x="19" y="0"/>
                      <a:pt x="20" y="2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9" y="10"/>
                      <a:pt x="29" y="10"/>
                      <a:pt x="29" y="11"/>
                    </a:cubicBezTo>
                    <a:cubicBezTo>
                      <a:pt x="29" y="36"/>
                      <a:pt x="29" y="36"/>
                      <a:pt x="29" y="36"/>
                    </a:cubicBezTo>
                    <a:cubicBezTo>
                      <a:pt x="29" y="37"/>
                      <a:pt x="28" y="37"/>
                      <a:pt x="28" y="37"/>
                    </a:cubicBezTo>
                    <a:close/>
                    <a:moveTo>
                      <a:pt x="4" y="30"/>
                    </a:moveTo>
                    <a:cubicBezTo>
                      <a:pt x="4" y="32"/>
                      <a:pt x="4" y="32"/>
                      <a:pt x="4" y="32"/>
                    </a:cubicBezTo>
                    <a:cubicBezTo>
                      <a:pt x="25" y="32"/>
                      <a:pt x="25" y="32"/>
                      <a:pt x="25" y="32"/>
                    </a:cubicBezTo>
                    <a:cubicBezTo>
                      <a:pt x="25" y="30"/>
                      <a:pt x="25" y="30"/>
                      <a:pt x="25" y="30"/>
                    </a:cubicBezTo>
                    <a:cubicBezTo>
                      <a:pt x="4" y="30"/>
                      <a:pt x="4" y="30"/>
                      <a:pt x="4" y="30"/>
                    </a:cubicBezTo>
                    <a:close/>
                    <a:moveTo>
                      <a:pt x="4" y="26"/>
                    </a:moveTo>
                    <a:cubicBezTo>
                      <a:pt x="4" y="28"/>
                      <a:pt x="4" y="28"/>
                      <a:pt x="4" y="28"/>
                    </a:cubicBezTo>
                    <a:cubicBezTo>
                      <a:pt x="25" y="28"/>
                      <a:pt x="25" y="28"/>
                      <a:pt x="25" y="28"/>
                    </a:cubicBezTo>
                    <a:cubicBezTo>
                      <a:pt x="25" y="26"/>
                      <a:pt x="25" y="26"/>
                      <a:pt x="25" y="26"/>
                    </a:cubicBezTo>
                    <a:cubicBezTo>
                      <a:pt x="4" y="26"/>
                      <a:pt x="4" y="26"/>
                      <a:pt x="4" y="26"/>
                    </a:cubicBezTo>
                    <a:close/>
                    <a:moveTo>
                      <a:pt x="4" y="22"/>
                    </a:moveTo>
                    <a:cubicBezTo>
                      <a:pt x="4" y="24"/>
                      <a:pt x="4" y="24"/>
                      <a:pt x="4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4" y="22"/>
                      <a:pt x="4" y="22"/>
                      <a:pt x="4" y="22"/>
                    </a:cubicBezTo>
                    <a:close/>
                    <a:moveTo>
                      <a:pt x="2" y="35"/>
                    </a:move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18" y="12"/>
                      <a:pt x="18" y="12"/>
                      <a:pt x="18" y="12"/>
                    </a:cubicBezTo>
                    <a:cubicBezTo>
                      <a:pt x="18" y="12"/>
                      <a:pt x="17" y="11"/>
                      <a:pt x="17" y="11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2" y="2"/>
                      <a:pt x="2" y="2"/>
                      <a:pt x="2" y="2"/>
                    </a:cubicBez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7" name="Freeform 407"/>
              <p:cNvSpPr>
                <a:spLocks noEditPoints="1"/>
              </p:cNvSpPr>
              <p:nvPr/>
            </p:nvSpPr>
            <p:spPr bwMode="auto">
              <a:xfrm>
                <a:off x="2927473" y="2644623"/>
                <a:ext cx="317255" cy="404840"/>
              </a:xfrm>
              <a:custGeom>
                <a:avLst/>
                <a:gdLst>
                  <a:gd name="T0" fmla="*/ 19 w 29"/>
                  <a:gd name="T1" fmla="*/ 4 h 37"/>
                  <a:gd name="T2" fmla="*/ 19 w 29"/>
                  <a:gd name="T3" fmla="*/ 10 h 37"/>
                  <a:gd name="T4" fmla="*/ 25 w 29"/>
                  <a:gd name="T5" fmla="*/ 10 h 37"/>
                  <a:gd name="T6" fmla="*/ 19 w 29"/>
                  <a:gd name="T7" fmla="*/ 4 h 37"/>
                  <a:gd name="T8" fmla="*/ 4 w 29"/>
                  <a:gd name="T9" fmla="*/ 6 h 37"/>
                  <a:gd name="T10" fmla="*/ 4 w 29"/>
                  <a:gd name="T11" fmla="*/ 8 h 37"/>
                  <a:gd name="T12" fmla="*/ 15 w 29"/>
                  <a:gd name="T13" fmla="*/ 8 h 37"/>
                  <a:gd name="T14" fmla="*/ 15 w 29"/>
                  <a:gd name="T15" fmla="*/ 6 h 37"/>
                  <a:gd name="T16" fmla="*/ 4 w 29"/>
                  <a:gd name="T17" fmla="*/ 6 h 37"/>
                  <a:gd name="T18" fmla="*/ 4 w 29"/>
                  <a:gd name="T19" fmla="*/ 10 h 37"/>
                  <a:gd name="T20" fmla="*/ 4 w 29"/>
                  <a:gd name="T21" fmla="*/ 12 h 37"/>
                  <a:gd name="T22" fmla="*/ 15 w 29"/>
                  <a:gd name="T23" fmla="*/ 12 h 37"/>
                  <a:gd name="T24" fmla="*/ 15 w 29"/>
                  <a:gd name="T25" fmla="*/ 10 h 37"/>
                  <a:gd name="T26" fmla="*/ 4 w 29"/>
                  <a:gd name="T27" fmla="*/ 10 h 37"/>
                  <a:gd name="T28" fmla="*/ 4 w 29"/>
                  <a:gd name="T29" fmla="*/ 14 h 37"/>
                  <a:gd name="T30" fmla="*/ 4 w 29"/>
                  <a:gd name="T31" fmla="*/ 16 h 37"/>
                  <a:gd name="T32" fmla="*/ 24 w 29"/>
                  <a:gd name="T33" fmla="*/ 16 h 37"/>
                  <a:gd name="T34" fmla="*/ 24 w 29"/>
                  <a:gd name="T35" fmla="*/ 14 h 37"/>
                  <a:gd name="T36" fmla="*/ 4 w 29"/>
                  <a:gd name="T37" fmla="*/ 14 h 37"/>
                  <a:gd name="T38" fmla="*/ 4 w 29"/>
                  <a:gd name="T39" fmla="*/ 18 h 37"/>
                  <a:gd name="T40" fmla="*/ 4 w 29"/>
                  <a:gd name="T41" fmla="*/ 20 h 37"/>
                  <a:gd name="T42" fmla="*/ 24 w 29"/>
                  <a:gd name="T43" fmla="*/ 20 h 37"/>
                  <a:gd name="T44" fmla="*/ 24 w 29"/>
                  <a:gd name="T45" fmla="*/ 18 h 37"/>
                  <a:gd name="T46" fmla="*/ 4 w 29"/>
                  <a:gd name="T47" fmla="*/ 18 h 37"/>
                  <a:gd name="T48" fmla="*/ 28 w 29"/>
                  <a:gd name="T49" fmla="*/ 37 h 37"/>
                  <a:gd name="T50" fmla="*/ 1 w 29"/>
                  <a:gd name="T51" fmla="*/ 37 h 37"/>
                  <a:gd name="T52" fmla="*/ 0 w 29"/>
                  <a:gd name="T53" fmla="*/ 36 h 37"/>
                  <a:gd name="T54" fmla="*/ 0 w 29"/>
                  <a:gd name="T55" fmla="*/ 1 h 37"/>
                  <a:gd name="T56" fmla="*/ 1 w 29"/>
                  <a:gd name="T57" fmla="*/ 0 h 37"/>
                  <a:gd name="T58" fmla="*/ 16 w 29"/>
                  <a:gd name="T59" fmla="*/ 0 h 37"/>
                  <a:gd name="T60" fmla="*/ 20 w 29"/>
                  <a:gd name="T61" fmla="*/ 2 h 37"/>
                  <a:gd name="T62" fmla="*/ 28 w 29"/>
                  <a:gd name="T63" fmla="*/ 9 h 37"/>
                  <a:gd name="T64" fmla="*/ 29 w 29"/>
                  <a:gd name="T65" fmla="*/ 11 h 37"/>
                  <a:gd name="T66" fmla="*/ 29 w 29"/>
                  <a:gd name="T67" fmla="*/ 36 h 37"/>
                  <a:gd name="T68" fmla="*/ 28 w 29"/>
                  <a:gd name="T69" fmla="*/ 37 h 37"/>
                  <a:gd name="T70" fmla="*/ 4 w 29"/>
                  <a:gd name="T71" fmla="*/ 30 h 37"/>
                  <a:gd name="T72" fmla="*/ 4 w 29"/>
                  <a:gd name="T73" fmla="*/ 32 h 37"/>
                  <a:gd name="T74" fmla="*/ 24 w 29"/>
                  <a:gd name="T75" fmla="*/ 32 h 37"/>
                  <a:gd name="T76" fmla="*/ 24 w 29"/>
                  <a:gd name="T77" fmla="*/ 30 h 37"/>
                  <a:gd name="T78" fmla="*/ 4 w 29"/>
                  <a:gd name="T79" fmla="*/ 30 h 37"/>
                  <a:gd name="T80" fmla="*/ 4 w 29"/>
                  <a:gd name="T81" fmla="*/ 26 h 37"/>
                  <a:gd name="T82" fmla="*/ 4 w 29"/>
                  <a:gd name="T83" fmla="*/ 28 h 37"/>
                  <a:gd name="T84" fmla="*/ 24 w 29"/>
                  <a:gd name="T85" fmla="*/ 28 h 37"/>
                  <a:gd name="T86" fmla="*/ 24 w 29"/>
                  <a:gd name="T87" fmla="*/ 26 h 37"/>
                  <a:gd name="T88" fmla="*/ 4 w 29"/>
                  <a:gd name="T89" fmla="*/ 26 h 37"/>
                  <a:gd name="T90" fmla="*/ 4 w 29"/>
                  <a:gd name="T91" fmla="*/ 22 h 37"/>
                  <a:gd name="T92" fmla="*/ 4 w 29"/>
                  <a:gd name="T93" fmla="*/ 24 h 37"/>
                  <a:gd name="T94" fmla="*/ 24 w 29"/>
                  <a:gd name="T95" fmla="*/ 24 h 37"/>
                  <a:gd name="T96" fmla="*/ 24 w 29"/>
                  <a:gd name="T97" fmla="*/ 22 h 37"/>
                  <a:gd name="T98" fmla="*/ 4 w 29"/>
                  <a:gd name="T99" fmla="*/ 22 h 37"/>
                  <a:gd name="T100" fmla="*/ 2 w 29"/>
                  <a:gd name="T101" fmla="*/ 35 h 37"/>
                  <a:gd name="T102" fmla="*/ 27 w 29"/>
                  <a:gd name="T103" fmla="*/ 35 h 37"/>
                  <a:gd name="T104" fmla="*/ 27 w 29"/>
                  <a:gd name="T105" fmla="*/ 12 h 37"/>
                  <a:gd name="T106" fmla="*/ 18 w 29"/>
                  <a:gd name="T107" fmla="*/ 12 h 37"/>
                  <a:gd name="T108" fmla="*/ 17 w 29"/>
                  <a:gd name="T109" fmla="*/ 11 h 37"/>
                  <a:gd name="T110" fmla="*/ 17 w 29"/>
                  <a:gd name="T111" fmla="*/ 2 h 37"/>
                  <a:gd name="T112" fmla="*/ 2 w 29"/>
                  <a:gd name="T113" fmla="*/ 2 h 37"/>
                  <a:gd name="T114" fmla="*/ 2 w 29"/>
                  <a:gd name="T115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9" h="37">
                    <a:moveTo>
                      <a:pt x="19" y="4"/>
                    </a:moveTo>
                    <a:cubicBezTo>
                      <a:pt x="19" y="10"/>
                      <a:pt x="19" y="10"/>
                      <a:pt x="19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19" y="4"/>
                      <a:pt x="19" y="4"/>
                      <a:pt x="19" y="4"/>
                    </a:cubicBezTo>
                    <a:close/>
                    <a:moveTo>
                      <a:pt x="4" y="6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4" y="6"/>
                      <a:pt x="4" y="6"/>
                      <a:pt x="4" y="6"/>
                    </a:cubicBezTo>
                    <a:close/>
                    <a:moveTo>
                      <a:pt x="4" y="10"/>
                    </a:moveTo>
                    <a:cubicBezTo>
                      <a:pt x="4" y="12"/>
                      <a:pt x="4" y="12"/>
                      <a:pt x="4" y="12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4" y="10"/>
                      <a:pt x="4" y="10"/>
                      <a:pt x="4" y="10"/>
                    </a:cubicBezTo>
                    <a:close/>
                    <a:moveTo>
                      <a:pt x="4" y="14"/>
                    </a:moveTo>
                    <a:cubicBezTo>
                      <a:pt x="4" y="16"/>
                      <a:pt x="4" y="16"/>
                      <a:pt x="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4" y="14"/>
                      <a:pt x="4" y="14"/>
                      <a:pt x="4" y="14"/>
                    </a:cubicBezTo>
                    <a:close/>
                    <a:moveTo>
                      <a:pt x="4" y="18"/>
                    </a:moveTo>
                    <a:cubicBezTo>
                      <a:pt x="4" y="20"/>
                      <a:pt x="4" y="20"/>
                      <a:pt x="4" y="20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4" y="18"/>
                      <a:pt x="4" y="18"/>
                      <a:pt x="4" y="18"/>
                    </a:cubicBezTo>
                    <a:close/>
                    <a:moveTo>
                      <a:pt x="28" y="37"/>
                    </a:moveTo>
                    <a:cubicBezTo>
                      <a:pt x="1" y="37"/>
                      <a:pt x="1" y="37"/>
                      <a:pt x="1" y="37"/>
                    </a:cubicBezTo>
                    <a:cubicBezTo>
                      <a:pt x="0" y="37"/>
                      <a:pt x="0" y="37"/>
                      <a:pt x="0" y="36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9" y="0"/>
                      <a:pt x="19" y="0"/>
                      <a:pt x="20" y="2"/>
                    </a:cubicBezTo>
                    <a:cubicBezTo>
                      <a:pt x="28" y="9"/>
                      <a:pt x="28" y="9"/>
                      <a:pt x="28" y="9"/>
                    </a:cubicBezTo>
                    <a:cubicBezTo>
                      <a:pt x="28" y="10"/>
                      <a:pt x="29" y="10"/>
                      <a:pt x="29" y="11"/>
                    </a:cubicBezTo>
                    <a:cubicBezTo>
                      <a:pt x="29" y="36"/>
                      <a:pt x="29" y="36"/>
                      <a:pt x="29" y="36"/>
                    </a:cubicBezTo>
                    <a:cubicBezTo>
                      <a:pt x="29" y="37"/>
                      <a:pt x="28" y="37"/>
                      <a:pt x="28" y="37"/>
                    </a:cubicBezTo>
                    <a:close/>
                    <a:moveTo>
                      <a:pt x="4" y="30"/>
                    </a:moveTo>
                    <a:cubicBezTo>
                      <a:pt x="4" y="32"/>
                      <a:pt x="4" y="32"/>
                      <a:pt x="4" y="32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4" y="30"/>
                      <a:pt x="24" y="30"/>
                      <a:pt x="24" y="30"/>
                    </a:cubicBezTo>
                    <a:cubicBezTo>
                      <a:pt x="4" y="30"/>
                      <a:pt x="4" y="30"/>
                      <a:pt x="4" y="30"/>
                    </a:cubicBezTo>
                    <a:close/>
                    <a:moveTo>
                      <a:pt x="4" y="26"/>
                    </a:moveTo>
                    <a:cubicBezTo>
                      <a:pt x="4" y="28"/>
                      <a:pt x="4" y="28"/>
                      <a:pt x="4" y="28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4" y="26"/>
                      <a:pt x="4" y="26"/>
                      <a:pt x="4" y="26"/>
                    </a:cubicBezTo>
                    <a:close/>
                    <a:moveTo>
                      <a:pt x="4" y="22"/>
                    </a:moveTo>
                    <a:cubicBezTo>
                      <a:pt x="4" y="24"/>
                      <a:pt x="4" y="24"/>
                      <a:pt x="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4" y="22"/>
                      <a:pt x="4" y="22"/>
                      <a:pt x="4" y="22"/>
                    </a:cubicBezTo>
                    <a:close/>
                    <a:moveTo>
                      <a:pt x="2" y="35"/>
                    </a:move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18" y="12"/>
                      <a:pt x="18" y="12"/>
                      <a:pt x="18" y="12"/>
                    </a:cubicBezTo>
                    <a:cubicBezTo>
                      <a:pt x="18" y="12"/>
                      <a:pt x="17" y="11"/>
                      <a:pt x="17" y="11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2" y="2"/>
                      <a:pt x="2" y="2"/>
                      <a:pt x="2" y="2"/>
                    </a:cubicBez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8" name="Freeform 408"/>
              <p:cNvSpPr>
                <a:spLocks noEditPoints="1"/>
              </p:cNvSpPr>
              <p:nvPr/>
            </p:nvSpPr>
            <p:spPr bwMode="auto">
              <a:xfrm>
                <a:off x="2927473" y="2644623"/>
                <a:ext cx="317255" cy="404840"/>
              </a:xfrm>
              <a:custGeom>
                <a:avLst/>
                <a:gdLst>
                  <a:gd name="T0" fmla="*/ 19 w 29"/>
                  <a:gd name="T1" fmla="*/ 4 h 37"/>
                  <a:gd name="T2" fmla="*/ 19 w 29"/>
                  <a:gd name="T3" fmla="*/ 9 h 37"/>
                  <a:gd name="T4" fmla="*/ 25 w 29"/>
                  <a:gd name="T5" fmla="*/ 9 h 37"/>
                  <a:gd name="T6" fmla="*/ 19 w 29"/>
                  <a:gd name="T7" fmla="*/ 4 h 37"/>
                  <a:gd name="T8" fmla="*/ 4 w 29"/>
                  <a:gd name="T9" fmla="*/ 6 h 37"/>
                  <a:gd name="T10" fmla="*/ 4 w 29"/>
                  <a:gd name="T11" fmla="*/ 8 h 37"/>
                  <a:gd name="T12" fmla="*/ 15 w 29"/>
                  <a:gd name="T13" fmla="*/ 8 h 37"/>
                  <a:gd name="T14" fmla="*/ 15 w 29"/>
                  <a:gd name="T15" fmla="*/ 6 h 37"/>
                  <a:gd name="T16" fmla="*/ 4 w 29"/>
                  <a:gd name="T17" fmla="*/ 6 h 37"/>
                  <a:gd name="T18" fmla="*/ 4 w 29"/>
                  <a:gd name="T19" fmla="*/ 10 h 37"/>
                  <a:gd name="T20" fmla="*/ 4 w 29"/>
                  <a:gd name="T21" fmla="*/ 12 h 37"/>
                  <a:gd name="T22" fmla="*/ 15 w 29"/>
                  <a:gd name="T23" fmla="*/ 12 h 37"/>
                  <a:gd name="T24" fmla="*/ 15 w 29"/>
                  <a:gd name="T25" fmla="*/ 10 h 37"/>
                  <a:gd name="T26" fmla="*/ 4 w 29"/>
                  <a:gd name="T27" fmla="*/ 10 h 37"/>
                  <a:gd name="T28" fmla="*/ 4 w 29"/>
                  <a:gd name="T29" fmla="*/ 14 h 37"/>
                  <a:gd name="T30" fmla="*/ 4 w 29"/>
                  <a:gd name="T31" fmla="*/ 16 h 37"/>
                  <a:gd name="T32" fmla="*/ 24 w 29"/>
                  <a:gd name="T33" fmla="*/ 16 h 37"/>
                  <a:gd name="T34" fmla="*/ 24 w 29"/>
                  <a:gd name="T35" fmla="*/ 14 h 37"/>
                  <a:gd name="T36" fmla="*/ 4 w 29"/>
                  <a:gd name="T37" fmla="*/ 14 h 37"/>
                  <a:gd name="T38" fmla="*/ 4 w 29"/>
                  <a:gd name="T39" fmla="*/ 18 h 37"/>
                  <a:gd name="T40" fmla="*/ 4 w 29"/>
                  <a:gd name="T41" fmla="*/ 20 h 37"/>
                  <a:gd name="T42" fmla="*/ 24 w 29"/>
                  <a:gd name="T43" fmla="*/ 20 h 37"/>
                  <a:gd name="T44" fmla="*/ 24 w 29"/>
                  <a:gd name="T45" fmla="*/ 18 h 37"/>
                  <a:gd name="T46" fmla="*/ 4 w 29"/>
                  <a:gd name="T47" fmla="*/ 18 h 37"/>
                  <a:gd name="T48" fmla="*/ 28 w 29"/>
                  <a:gd name="T49" fmla="*/ 37 h 37"/>
                  <a:gd name="T50" fmla="*/ 1 w 29"/>
                  <a:gd name="T51" fmla="*/ 37 h 37"/>
                  <a:gd name="T52" fmla="*/ 0 w 29"/>
                  <a:gd name="T53" fmla="*/ 36 h 37"/>
                  <a:gd name="T54" fmla="*/ 0 w 29"/>
                  <a:gd name="T55" fmla="*/ 1 h 37"/>
                  <a:gd name="T56" fmla="*/ 1 w 29"/>
                  <a:gd name="T57" fmla="*/ 0 h 37"/>
                  <a:gd name="T58" fmla="*/ 16 w 29"/>
                  <a:gd name="T59" fmla="*/ 0 h 37"/>
                  <a:gd name="T60" fmla="*/ 20 w 29"/>
                  <a:gd name="T61" fmla="*/ 1 h 37"/>
                  <a:gd name="T62" fmla="*/ 28 w 29"/>
                  <a:gd name="T63" fmla="*/ 9 h 37"/>
                  <a:gd name="T64" fmla="*/ 29 w 29"/>
                  <a:gd name="T65" fmla="*/ 11 h 37"/>
                  <a:gd name="T66" fmla="*/ 29 w 29"/>
                  <a:gd name="T67" fmla="*/ 36 h 37"/>
                  <a:gd name="T68" fmla="*/ 28 w 29"/>
                  <a:gd name="T69" fmla="*/ 37 h 37"/>
                  <a:gd name="T70" fmla="*/ 4 w 29"/>
                  <a:gd name="T71" fmla="*/ 30 h 37"/>
                  <a:gd name="T72" fmla="*/ 4 w 29"/>
                  <a:gd name="T73" fmla="*/ 32 h 37"/>
                  <a:gd name="T74" fmla="*/ 24 w 29"/>
                  <a:gd name="T75" fmla="*/ 32 h 37"/>
                  <a:gd name="T76" fmla="*/ 24 w 29"/>
                  <a:gd name="T77" fmla="*/ 30 h 37"/>
                  <a:gd name="T78" fmla="*/ 4 w 29"/>
                  <a:gd name="T79" fmla="*/ 30 h 37"/>
                  <a:gd name="T80" fmla="*/ 4 w 29"/>
                  <a:gd name="T81" fmla="*/ 26 h 37"/>
                  <a:gd name="T82" fmla="*/ 4 w 29"/>
                  <a:gd name="T83" fmla="*/ 28 h 37"/>
                  <a:gd name="T84" fmla="*/ 24 w 29"/>
                  <a:gd name="T85" fmla="*/ 28 h 37"/>
                  <a:gd name="T86" fmla="*/ 24 w 29"/>
                  <a:gd name="T87" fmla="*/ 26 h 37"/>
                  <a:gd name="T88" fmla="*/ 4 w 29"/>
                  <a:gd name="T89" fmla="*/ 26 h 37"/>
                  <a:gd name="T90" fmla="*/ 4 w 29"/>
                  <a:gd name="T91" fmla="*/ 22 h 37"/>
                  <a:gd name="T92" fmla="*/ 4 w 29"/>
                  <a:gd name="T93" fmla="*/ 24 h 37"/>
                  <a:gd name="T94" fmla="*/ 24 w 29"/>
                  <a:gd name="T95" fmla="*/ 24 h 37"/>
                  <a:gd name="T96" fmla="*/ 24 w 29"/>
                  <a:gd name="T97" fmla="*/ 22 h 37"/>
                  <a:gd name="T98" fmla="*/ 4 w 29"/>
                  <a:gd name="T99" fmla="*/ 22 h 37"/>
                  <a:gd name="T100" fmla="*/ 2 w 29"/>
                  <a:gd name="T101" fmla="*/ 35 h 37"/>
                  <a:gd name="T102" fmla="*/ 26 w 29"/>
                  <a:gd name="T103" fmla="*/ 35 h 37"/>
                  <a:gd name="T104" fmla="*/ 26 w 29"/>
                  <a:gd name="T105" fmla="*/ 12 h 37"/>
                  <a:gd name="T106" fmla="*/ 18 w 29"/>
                  <a:gd name="T107" fmla="*/ 12 h 37"/>
                  <a:gd name="T108" fmla="*/ 17 w 29"/>
                  <a:gd name="T109" fmla="*/ 10 h 37"/>
                  <a:gd name="T110" fmla="*/ 17 w 29"/>
                  <a:gd name="T111" fmla="*/ 2 h 37"/>
                  <a:gd name="T112" fmla="*/ 2 w 29"/>
                  <a:gd name="T113" fmla="*/ 2 h 37"/>
                  <a:gd name="T114" fmla="*/ 2 w 29"/>
                  <a:gd name="T115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9" h="37">
                    <a:moveTo>
                      <a:pt x="19" y="4"/>
                    </a:moveTo>
                    <a:cubicBezTo>
                      <a:pt x="19" y="9"/>
                      <a:pt x="19" y="9"/>
                      <a:pt x="19" y="9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19" y="4"/>
                      <a:pt x="19" y="4"/>
                      <a:pt x="19" y="4"/>
                    </a:cubicBezTo>
                    <a:close/>
                    <a:moveTo>
                      <a:pt x="4" y="6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4" y="6"/>
                      <a:pt x="4" y="6"/>
                      <a:pt x="4" y="6"/>
                    </a:cubicBezTo>
                    <a:close/>
                    <a:moveTo>
                      <a:pt x="4" y="10"/>
                    </a:moveTo>
                    <a:cubicBezTo>
                      <a:pt x="4" y="12"/>
                      <a:pt x="4" y="12"/>
                      <a:pt x="4" y="12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4" y="10"/>
                      <a:pt x="4" y="10"/>
                      <a:pt x="4" y="10"/>
                    </a:cubicBezTo>
                    <a:close/>
                    <a:moveTo>
                      <a:pt x="4" y="14"/>
                    </a:moveTo>
                    <a:cubicBezTo>
                      <a:pt x="4" y="16"/>
                      <a:pt x="4" y="16"/>
                      <a:pt x="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4" y="14"/>
                      <a:pt x="4" y="14"/>
                      <a:pt x="4" y="14"/>
                    </a:cubicBezTo>
                    <a:close/>
                    <a:moveTo>
                      <a:pt x="4" y="18"/>
                    </a:moveTo>
                    <a:cubicBezTo>
                      <a:pt x="4" y="20"/>
                      <a:pt x="4" y="20"/>
                      <a:pt x="4" y="20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4" y="18"/>
                      <a:pt x="4" y="18"/>
                      <a:pt x="4" y="18"/>
                    </a:cubicBezTo>
                    <a:close/>
                    <a:moveTo>
                      <a:pt x="28" y="37"/>
                    </a:moveTo>
                    <a:cubicBezTo>
                      <a:pt x="1" y="37"/>
                      <a:pt x="1" y="37"/>
                      <a:pt x="1" y="37"/>
                    </a:cubicBezTo>
                    <a:cubicBezTo>
                      <a:pt x="0" y="37"/>
                      <a:pt x="0" y="37"/>
                      <a:pt x="0" y="36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8" y="0"/>
                      <a:pt x="19" y="0"/>
                      <a:pt x="20" y="1"/>
                    </a:cubicBezTo>
                    <a:cubicBezTo>
                      <a:pt x="28" y="9"/>
                      <a:pt x="28" y="9"/>
                      <a:pt x="28" y="9"/>
                    </a:cubicBezTo>
                    <a:cubicBezTo>
                      <a:pt x="28" y="10"/>
                      <a:pt x="29" y="10"/>
                      <a:pt x="29" y="11"/>
                    </a:cubicBezTo>
                    <a:cubicBezTo>
                      <a:pt x="29" y="36"/>
                      <a:pt x="29" y="36"/>
                      <a:pt x="29" y="36"/>
                    </a:cubicBezTo>
                    <a:cubicBezTo>
                      <a:pt x="29" y="37"/>
                      <a:pt x="28" y="37"/>
                      <a:pt x="28" y="37"/>
                    </a:cubicBezTo>
                    <a:close/>
                    <a:moveTo>
                      <a:pt x="4" y="30"/>
                    </a:moveTo>
                    <a:cubicBezTo>
                      <a:pt x="4" y="32"/>
                      <a:pt x="4" y="32"/>
                      <a:pt x="4" y="32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4" y="30"/>
                      <a:pt x="24" y="30"/>
                      <a:pt x="24" y="30"/>
                    </a:cubicBezTo>
                    <a:cubicBezTo>
                      <a:pt x="4" y="30"/>
                      <a:pt x="4" y="30"/>
                      <a:pt x="4" y="30"/>
                    </a:cubicBezTo>
                    <a:close/>
                    <a:moveTo>
                      <a:pt x="4" y="26"/>
                    </a:moveTo>
                    <a:cubicBezTo>
                      <a:pt x="4" y="28"/>
                      <a:pt x="4" y="28"/>
                      <a:pt x="4" y="28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4" y="26"/>
                      <a:pt x="4" y="26"/>
                      <a:pt x="4" y="26"/>
                    </a:cubicBezTo>
                    <a:close/>
                    <a:moveTo>
                      <a:pt x="4" y="22"/>
                    </a:moveTo>
                    <a:cubicBezTo>
                      <a:pt x="4" y="24"/>
                      <a:pt x="4" y="24"/>
                      <a:pt x="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4" y="22"/>
                      <a:pt x="4" y="22"/>
                      <a:pt x="4" y="22"/>
                    </a:cubicBezTo>
                    <a:close/>
                    <a:moveTo>
                      <a:pt x="2" y="35"/>
                    </a:moveTo>
                    <a:cubicBezTo>
                      <a:pt x="26" y="35"/>
                      <a:pt x="26" y="35"/>
                      <a:pt x="26" y="35"/>
                    </a:cubicBezTo>
                    <a:cubicBezTo>
                      <a:pt x="26" y="12"/>
                      <a:pt x="26" y="12"/>
                      <a:pt x="26" y="12"/>
                    </a:cubicBezTo>
                    <a:cubicBezTo>
                      <a:pt x="18" y="12"/>
                      <a:pt x="18" y="12"/>
                      <a:pt x="18" y="12"/>
                    </a:cubicBezTo>
                    <a:cubicBezTo>
                      <a:pt x="18" y="12"/>
                      <a:pt x="17" y="11"/>
                      <a:pt x="17" y="10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2" y="2"/>
                      <a:pt x="2" y="2"/>
                      <a:pt x="2" y="2"/>
                    </a:cubicBez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9" name="Freeform 409"/>
              <p:cNvSpPr>
                <a:spLocks noEditPoints="1"/>
              </p:cNvSpPr>
              <p:nvPr/>
            </p:nvSpPr>
            <p:spPr bwMode="auto">
              <a:xfrm>
                <a:off x="2927473" y="2644623"/>
                <a:ext cx="305577" cy="404840"/>
              </a:xfrm>
              <a:custGeom>
                <a:avLst/>
                <a:gdLst>
                  <a:gd name="T0" fmla="*/ 19 w 28"/>
                  <a:gd name="T1" fmla="*/ 4 h 37"/>
                  <a:gd name="T2" fmla="*/ 19 w 28"/>
                  <a:gd name="T3" fmla="*/ 9 h 37"/>
                  <a:gd name="T4" fmla="*/ 25 w 28"/>
                  <a:gd name="T5" fmla="*/ 9 h 37"/>
                  <a:gd name="T6" fmla="*/ 19 w 28"/>
                  <a:gd name="T7" fmla="*/ 4 h 37"/>
                  <a:gd name="T8" fmla="*/ 4 w 28"/>
                  <a:gd name="T9" fmla="*/ 6 h 37"/>
                  <a:gd name="T10" fmla="*/ 4 w 28"/>
                  <a:gd name="T11" fmla="*/ 8 h 37"/>
                  <a:gd name="T12" fmla="*/ 15 w 28"/>
                  <a:gd name="T13" fmla="*/ 8 h 37"/>
                  <a:gd name="T14" fmla="*/ 15 w 28"/>
                  <a:gd name="T15" fmla="*/ 6 h 37"/>
                  <a:gd name="T16" fmla="*/ 4 w 28"/>
                  <a:gd name="T17" fmla="*/ 6 h 37"/>
                  <a:gd name="T18" fmla="*/ 4 w 28"/>
                  <a:gd name="T19" fmla="*/ 10 h 37"/>
                  <a:gd name="T20" fmla="*/ 4 w 28"/>
                  <a:gd name="T21" fmla="*/ 12 h 37"/>
                  <a:gd name="T22" fmla="*/ 15 w 28"/>
                  <a:gd name="T23" fmla="*/ 12 h 37"/>
                  <a:gd name="T24" fmla="*/ 15 w 28"/>
                  <a:gd name="T25" fmla="*/ 10 h 37"/>
                  <a:gd name="T26" fmla="*/ 4 w 28"/>
                  <a:gd name="T27" fmla="*/ 10 h 37"/>
                  <a:gd name="T28" fmla="*/ 4 w 28"/>
                  <a:gd name="T29" fmla="*/ 14 h 37"/>
                  <a:gd name="T30" fmla="*/ 4 w 28"/>
                  <a:gd name="T31" fmla="*/ 16 h 37"/>
                  <a:gd name="T32" fmla="*/ 24 w 28"/>
                  <a:gd name="T33" fmla="*/ 16 h 37"/>
                  <a:gd name="T34" fmla="*/ 24 w 28"/>
                  <a:gd name="T35" fmla="*/ 14 h 37"/>
                  <a:gd name="T36" fmla="*/ 4 w 28"/>
                  <a:gd name="T37" fmla="*/ 14 h 37"/>
                  <a:gd name="T38" fmla="*/ 4 w 28"/>
                  <a:gd name="T39" fmla="*/ 18 h 37"/>
                  <a:gd name="T40" fmla="*/ 4 w 28"/>
                  <a:gd name="T41" fmla="*/ 20 h 37"/>
                  <a:gd name="T42" fmla="*/ 24 w 28"/>
                  <a:gd name="T43" fmla="*/ 20 h 37"/>
                  <a:gd name="T44" fmla="*/ 24 w 28"/>
                  <a:gd name="T45" fmla="*/ 18 h 37"/>
                  <a:gd name="T46" fmla="*/ 4 w 28"/>
                  <a:gd name="T47" fmla="*/ 18 h 37"/>
                  <a:gd name="T48" fmla="*/ 27 w 28"/>
                  <a:gd name="T49" fmla="*/ 37 h 37"/>
                  <a:gd name="T50" fmla="*/ 1 w 28"/>
                  <a:gd name="T51" fmla="*/ 37 h 37"/>
                  <a:gd name="T52" fmla="*/ 0 w 28"/>
                  <a:gd name="T53" fmla="*/ 36 h 37"/>
                  <a:gd name="T54" fmla="*/ 0 w 28"/>
                  <a:gd name="T55" fmla="*/ 1 h 37"/>
                  <a:gd name="T56" fmla="*/ 1 w 28"/>
                  <a:gd name="T57" fmla="*/ 0 h 37"/>
                  <a:gd name="T58" fmla="*/ 16 w 28"/>
                  <a:gd name="T59" fmla="*/ 0 h 37"/>
                  <a:gd name="T60" fmla="*/ 20 w 28"/>
                  <a:gd name="T61" fmla="*/ 1 h 37"/>
                  <a:gd name="T62" fmla="*/ 28 w 28"/>
                  <a:gd name="T63" fmla="*/ 9 h 37"/>
                  <a:gd name="T64" fmla="*/ 28 w 28"/>
                  <a:gd name="T65" fmla="*/ 11 h 37"/>
                  <a:gd name="T66" fmla="*/ 28 w 28"/>
                  <a:gd name="T67" fmla="*/ 36 h 37"/>
                  <a:gd name="T68" fmla="*/ 27 w 28"/>
                  <a:gd name="T69" fmla="*/ 37 h 37"/>
                  <a:gd name="T70" fmla="*/ 4 w 28"/>
                  <a:gd name="T71" fmla="*/ 30 h 37"/>
                  <a:gd name="T72" fmla="*/ 4 w 28"/>
                  <a:gd name="T73" fmla="*/ 32 h 37"/>
                  <a:gd name="T74" fmla="*/ 24 w 28"/>
                  <a:gd name="T75" fmla="*/ 32 h 37"/>
                  <a:gd name="T76" fmla="*/ 24 w 28"/>
                  <a:gd name="T77" fmla="*/ 30 h 37"/>
                  <a:gd name="T78" fmla="*/ 4 w 28"/>
                  <a:gd name="T79" fmla="*/ 30 h 37"/>
                  <a:gd name="T80" fmla="*/ 4 w 28"/>
                  <a:gd name="T81" fmla="*/ 26 h 37"/>
                  <a:gd name="T82" fmla="*/ 4 w 28"/>
                  <a:gd name="T83" fmla="*/ 28 h 37"/>
                  <a:gd name="T84" fmla="*/ 24 w 28"/>
                  <a:gd name="T85" fmla="*/ 28 h 37"/>
                  <a:gd name="T86" fmla="*/ 24 w 28"/>
                  <a:gd name="T87" fmla="*/ 26 h 37"/>
                  <a:gd name="T88" fmla="*/ 4 w 28"/>
                  <a:gd name="T89" fmla="*/ 26 h 37"/>
                  <a:gd name="T90" fmla="*/ 4 w 28"/>
                  <a:gd name="T91" fmla="*/ 22 h 37"/>
                  <a:gd name="T92" fmla="*/ 4 w 28"/>
                  <a:gd name="T93" fmla="*/ 24 h 37"/>
                  <a:gd name="T94" fmla="*/ 24 w 28"/>
                  <a:gd name="T95" fmla="*/ 24 h 37"/>
                  <a:gd name="T96" fmla="*/ 24 w 28"/>
                  <a:gd name="T97" fmla="*/ 22 h 37"/>
                  <a:gd name="T98" fmla="*/ 4 w 28"/>
                  <a:gd name="T99" fmla="*/ 22 h 37"/>
                  <a:gd name="T100" fmla="*/ 2 w 28"/>
                  <a:gd name="T101" fmla="*/ 35 h 37"/>
                  <a:gd name="T102" fmla="*/ 26 w 28"/>
                  <a:gd name="T103" fmla="*/ 35 h 37"/>
                  <a:gd name="T104" fmla="*/ 26 w 28"/>
                  <a:gd name="T105" fmla="*/ 11 h 37"/>
                  <a:gd name="T106" fmla="*/ 18 w 28"/>
                  <a:gd name="T107" fmla="*/ 11 h 37"/>
                  <a:gd name="T108" fmla="*/ 17 w 28"/>
                  <a:gd name="T109" fmla="*/ 10 h 37"/>
                  <a:gd name="T110" fmla="*/ 17 w 28"/>
                  <a:gd name="T111" fmla="*/ 2 h 37"/>
                  <a:gd name="T112" fmla="*/ 2 w 28"/>
                  <a:gd name="T113" fmla="*/ 2 h 37"/>
                  <a:gd name="T114" fmla="*/ 2 w 28"/>
                  <a:gd name="T115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8" h="37">
                    <a:moveTo>
                      <a:pt x="19" y="4"/>
                    </a:moveTo>
                    <a:cubicBezTo>
                      <a:pt x="19" y="9"/>
                      <a:pt x="19" y="9"/>
                      <a:pt x="19" y="9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19" y="4"/>
                      <a:pt x="19" y="4"/>
                      <a:pt x="19" y="4"/>
                    </a:cubicBezTo>
                    <a:close/>
                    <a:moveTo>
                      <a:pt x="4" y="6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4" y="6"/>
                      <a:pt x="4" y="6"/>
                      <a:pt x="4" y="6"/>
                    </a:cubicBezTo>
                    <a:close/>
                    <a:moveTo>
                      <a:pt x="4" y="10"/>
                    </a:moveTo>
                    <a:cubicBezTo>
                      <a:pt x="4" y="12"/>
                      <a:pt x="4" y="12"/>
                      <a:pt x="4" y="12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4" y="10"/>
                      <a:pt x="4" y="10"/>
                      <a:pt x="4" y="10"/>
                    </a:cubicBezTo>
                    <a:close/>
                    <a:moveTo>
                      <a:pt x="4" y="14"/>
                    </a:moveTo>
                    <a:cubicBezTo>
                      <a:pt x="4" y="16"/>
                      <a:pt x="4" y="16"/>
                      <a:pt x="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4" y="14"/>
                      <a:pt x="4" y="14"/>
                      <a:pt x="4" y="14"/>
                    </a:cubicBezTo>
                    <a:close/>
                    <a:moveTo>
                      <a:pt x="4" y="18"/>
                    </a:moveTo>
                    <a:cubicBezTo>
                      <a:pt x="4" y="20"/>
                      <a:pt x="4" y="20"/>
                      <a:pt x="4" y="20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4" y="18"/>
                      <a:pt x="4" y="18"/>
                      <a:pt x="4" y="18"/>
                    </a:cubicBezTo>
                    <a:close/>
                    <a:moveTo>
                      <a:pt x="27" y="37"/>
                    </a:moveTo>
                    <a:cubicBezTo>
                      <a:pt x="1" y="37"/>
                      <a:pt x="1" y="37"/>
                      <a:pt x="1" y="37"/>
                    </a:cubicBezTo>
                    <a:cubicBezTo>
                      <a:pt x="0" y="37"/>
                      <a:pt x="0" y="36"/>
                      <a:pt x="0" y="36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8" y="0"/>
                      <a:pt x="19" y="0"/>
                      <a:pt x="20" y="1"/>
                    </a:cubicBezTo>
                    <a:cubicBezTo>
                      <a:pt x="28" y="9"/>
                      <a:pt x="28" y="9"/>
                      <a:pt x="28" y="9"/>
                    </a:cubicBezTo>
                    <a:cubicBezTo>
                      <a:pt x="28" y="10"/>
                      <a:pt x="28" y="10"/>
                      <a:pt x="28" y="11"/>
                    </a:cubicBezTo>
                    <a:cubicBezTo>
                      <a:pt x="28" y="36"/>
                      <a:pt x="28" y="36"/>
                      <a:pt x="28" y="36"/>
                    </a:cubicBezTo>
                    <a:cubicBezTo>
                      <a:pt x="28" y="36"/>
                      <a:pt x="28" y="37"/>
                      <a:pt x="27" y="37"/>
                    </a:cubicBezTo>
                    <a:close/>
                    <a:moveTo>
                      <a:pt x="4" y="30"/>
                    </a:moveTo>
                    <a:cubicBezTo>
                      <a:pt x="4" y="32"/>
                      <a:pt x="4" y="32"/>
                      <a:pt x="4" y="32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4" y="30"/>
                      <a:pt x="24" y="30"/>
                      <a:pt x="24" y="30"/>
                    </a:cubicBezTo>
                    <a:cubicBezTo>
                      <a:pt x="4" y="30"/>
                      <a:pt x="4" y="30"/>
                      <a:pt x="4" y="30"/>
                    </a:cubicBezTo>
                    <a:close/>
                    <a:moveTo>
                      <a:pt x="4" y="26"/>
                    </a:moveTo>
                    <a:cubicBezTo>
                      <a:pt x="4" y="28"/>
                      <a:pt x="4" y="28"/>
                      <a:pt x="4" y="28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4" y="26"/>
                      <a:pt x="4" y="26"/>
                      <a:pt x="4" y="26"/>
                    </a:cubicBezTo>
                    <a:close/>
                    <a:moveTo>
                      <a:pt x="4" y="22"/>
                    </a:moveTo>
                    <a:cubicBezTo>
                      <a:pt x="4" y="24"/>
                      <a:pt x="4" y="24"/>
                      <a:pt x="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4" y="22"/>
                      <a:pt x="4" y="22"/>
                      <a:pt x="4" y="22"/>
                    </a:cubicBezTo>
                    <a:close/>
                    <a:moveTo>
                      <a:pt x="2" y="35"/>
                    </a:moveTo>
                    <a:cubicBezTo>
                      <a:pt x="26" y="35"/>
                      <a:pt x="26" y="35"/>
                      <a:pt x="26" y="35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18" y="11"/>
                      <a:pt x="18" y="11"/>
                      <a:pt x="18" y="11"/>
                    </a:cubicBezTo>
                    <a:cubicBezTo>
                      <a:pt x="18" y="11"/>
                      <a:pt x="17" y="11"/>
                      <a:pt x="17" y="10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2" y="2"/>
                      <a:pt x="2" y="2"/>
                      <a:pt x="2" y="2"/>
                    </a:cubicBez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0" name="Freeform 410"/>
              <p:cNvSpPr>
                <a:spLocks noEditPoints="1"/>
              </p:cNvSpPr>
              <p:nvPr/>
            </p:nvSpPr>
            <p:spPr bwMode="auto">
              <a:xfrm>
                <a:off x="2927473" y="2639758"/>
                <a:ext cx="305577" cy="404840"/>
              </a:xfrm>
              <a:custGeom>
                <a:avLst/>
                <a:gdLst>
                  <a:gd name="T0" fmla="*/ 19 w 28"/>
                  <a:gd name="T1" fmla="*/ 3 h 37"/>
                  <a:gd name="T2" fmla="*/ 19 w 28"/>
                  <a:gd name="T3" fmla="*/ 9 h 37"/>
                  <a:gd name="T4" fmla="*/ 25 w 28"/>
                  <a:gd name="T5" fmla="*/ 9 h 37"/>
                  <a:gd name="T6" fmla="*/ 19 w 28"/>
                  <a:gd name="T7" fmla="*/ 3 h 37"/>
                  <a:gd name="T8" fmla="*/ 4 w 28"/>
                  <a:gd name="T9" fmla="*/ 5 h 37"/>
                  <a:gd name="T10" fmla="*/ 4 w 28"/>
                  <a:gd name="T11" fmla="*/ 8 h 37"/>
                  <a:gd name="T12" fmla="*/ 15 w 28"/>
                  <a:gd name="T13" fmla="*/ 8 h 37"/>
                  <a:gd name="T14" fmla="*/ 15 w 28"/>
                  <a:gd name="T15" fmla="*/ 5 h 37"/>
                  <a:gd name="T16" fmla="*/ 4 w 28"/>
                  <a:gd name="T17" fmla="*/ 5 h 37"/>
                  <a:gd name="T18" fmla="*/ 4 w 28"/>
                  <a:gd name="T19" fmla="*/ 10 h 37"/>
                  <a:gd name="T20" fmla="*/ 4 w 28"/>
                  <a:gd name="T21" fmla="*/ 12 h 37"/>
                  <a:gd name="T22" fmla="*/ 15 w 28"/>
                  <a:gd name="T23" fmla="*/ 12 h 37"/>
                  <a:gd name="T24" fmla="*/ 15 w 28"/>
                  <a:gd name="T25" fmla="*/ 10 h 37"/>
                  <a:gd name="T26" fmla="*/ 4 w 28"/>
                  <a:gd name="T27" fmla="*/ 10 h 37"/>
                  <a:gd name="T28" fmla="*/ 4 w 28"/>
                  <a:gd name="T29" fmla="*/ 14 h 37"/>
                  <a:gd name="T30" fmla="*/ 4 w 28"/>
                  <a:gd name="T31" fmla="*/ 16 h 37"/>
                  <a:gd name="T32" fmla="*/ 24 w 28"/>
                  <a:gd name="T33" fmla="*/ 16 h 37"/>
                  <a:gd name="T34" fmla="*/ 24 w 28"/>
                  <a:gd name="T35" fmla="*/ 14 h 37"/>
                  <a:gd name="T36" fmla="*/ 4 w 28"/>
                  <a:gd name="T37" fmla="*/ 14 h 37"/>
                  <a:gd name="T38" fmla="*/ 4 w 28"/>
                  <a:gd name="T39" fmla="*/ 18 h 37"/>
                  <a:gd name="T40" fmla="*/ 4 w 28"/>
                  <a:gd name="T41" fmla="*/ 20 h 37"/>
                  <a:gd name="T42" fmla="*/ 24 w 28"/>
                  <a:gd name="T43" fmla="*/ 20 h 37"/>
                  <a:gd name="T44" fmla="*/ 24 w 28"/>
                  <a:gd name="T45" fmla="*/ 18 h 37"/>
                  <a:gd name="T46" fmla="*/ 4 w 28"/>
                  <a:gd name="T47" fmla="*/ 18 h 37"/>
                  <a:gd name="T48" fmla="*/ 27 w 28"/>
                  <a:gd name="T49" fmla="*/ 37 h 37"/>
                  <a:gd name="T50" fmla="*/ 1 w 28"/>
                  <a:gd name="T51" fmla="*/ 37 h 37"/>
                  <a:gd name="T52" fmla="*/ 0 w 28"/>
                  <a:gd name="T53" fmla="*/ 36 h 37"/>
                  <a:gd name="T54" fmla="*/ 0 w 28"/>
                  <a:gd name="T55" fmla="*/ 1 h 37"/>
                  <a:gd name="T56" fmla="*/ 1 w 28"/>
                  <a:gd name="T57" fmla="*/ 0 h 37"/>
                  <a:gd name="T58" fmla="*/ 16 w 28"/>
                  <a:gd name="T59" fmla="*/ 0 h 37"/>
                  <a:gd name="T60" fmla="*/ 20 w 28"/>
                  <a:gd name="T61" fmla="*/ 1 h 37"/>
                  <a:gd name="T62" fmla="*/ 28 w 28"/>
                  <a:gd name="T63" fmla="*/ 9 h 37"/>
                  <a:gd name="T64" fmla="*/ 28 w 28"/>
                  <a:gd name="T65" fmla="*/ 11 h 37"/>
                  <a:gd name="T66" fmla="*/ 28 w 28"/>
                  <a:gd name="T67" fmla="*/ 36 h 37"/>
                  <a:gd name="T68" fmla="*/ 27 w 28"/>
                  <a:gd name="T69" fmla="*/ 37 h 37"/>
                  <a:gd name="T70" fmla="*/ 4 w 28"/>
                  <a:gd name="T71" fmla="*/ 30 h 37"/>
                  <a:gd name="T72" fmla="*/ 4 w 28"/>
                  <a:gd name="T73" fmla="*/ 32 h 37"/>
                  <a:gd name="T74" fmla="*/ 24 w 28"/>
                  <a:gd name="T75" fmla="*/ 32 h 37"/>
                  <a:gd name="T76" fmla="*/ 24 w 28"/>
                  <a:gd name="T77" fmla="*/ 30 h 37"/>
                  <a:gd name="T78" fmla="*/ 4 w 28"/>
                  <a:gd name="T79" fmla="*/ 30 h 37"/>
                  <a:gd name="T80" fmla="*/ 4 w 28"/>
                  <a:gd name="T81" fmla="*/ 26 h 37"/>
                  <a:gd name="T82" fmla="*/ 4 w 28"/>
                  <a:gd name="T83" fmla="*/ 28 h 37"/>
                  <a:gd name="T84" fmla="*/ 24 w 28"/>
                  <a:gd name="T85" fmla="*/ 28 h 37"/>
                  <a:gd name="T86" fmla="*/ 24 w 28"/>
                  <a:gd name="T87" fmla="*/ 26 h 37"/>
                  <a:gd name="T88" fmla="*/ 4 w 28"/>
                  <a:gd name="T89" fmla="*/ 26 h 37"/>
                  <a:gd name="T90" fmla="*/ 4 w 28"/>
                  <a:gd name="T91" fmla="*/ 22 h 37"/>
                  <a:gd name="T92" fmla="*/ 4 w 28"/>
                  <a:gd name="T93" fmla="*/ 24 h 37"/>
                  <a:gd name="T94" fmla="*/ 24 w 28"/>
                  <a:gd name="T95" fmla="*/ 24 h 37"/>
                  <a:gd name="T96" fmla="*/ 24 w 28"/>
                  <a:gd name="T97" fmla="*/ 22 h 37"/>
                  <a:gd name="T98" fmla="*/ 4 w 28"/>
                  <a:gd name="T99" fmla="*/ 22 h 37"/>
                  <a:gd name="T100" fmla="*/ 2 w 28"/>
                  <a:gd name="T101" fmla="*/ 35 h 37"/>
                  <a:gd name="T102" fmla="*/ 26 w 28"/>
                  <a:gd name="T103" fmla="*/ 35 h 37"/>
                  <a:gd name="T104" fmla="*/ 26 w 28"/>
                  <a:gd name="T105" fmla="*/ 11 h 37"/>
                  <a:gd name="T106" fmla="*/ 18 w 28"/>
                  <a:gd name="T107" fmla="*/ 11 h 37"/>
                  <a:gd name="T108" fmla="*/ 17 w 28"/>
                  <a:gd name="T109" fmla="*/ 10 h 37"/>
                  <a:gd name="T110" fmla="*/ 17 w 28"/>
                  <a:gd name="T111" fmla="*/ 2 h 37"/>
                  <a:gd name="T112" fmla="*/ 2 w 28"/>
                  <a:gd name="T113" fmla="*/ 2 h 37"/>
                  <a:gd name="T114" fmla="*/ 2 w 28"/>
                  <a:gd name="T115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8" h="37">
                    <a:moveTo>
                      <a:pt x="19" y="3"/>
                    </a:moveTo>
                    <a:cubicBezTo>
                      <a:pt x="19" y="9"/>
                      <a:pt x="19" y="9"/>
                      <a:pt x="19" y="9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19" y="3"/>
                      <a:pt x="19" y="3"/>
                      <a:pt x="19" y="3"/>
                    </a:cubicBezTo>
                    <a:close/>
                    <a:moveTo>
                      <a:pt x="4" y="5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4" y="5"/>
                      <a:pt x="4" y="5"/>
                      <a:pt x="4" y="5"/>
                    </a:cubicBezTo>
                    <a:close/>
                    <a:moveTo>
                      <a:pt x="4" y="10"/>
                    </a:moveTo>
                    <a:cubicBezTo>
                      <a:pt x="4" y="12"/>
                      <a:pt x="4" y="12"/>
                      <a:pt x="4" y="12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4" y="10"/>
                      <a:pt x="4" y="10"/>
                      <a:pt x="4" y="10"/>
                    </a:cubicBezTo>
                    <a:close/>
                    <a:moveTo>
                      <a:pt x="4" y="14"/>
                    </a:moveTo>
                    <a:cubicBezTo>
                      <a:pt x="4" y="16"/>
                      <a:pt x="4" y="16"/>
                      <a:pt x="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4" y="14"/>
                      <a:pt x="4" y="14"/>
                      <a:pt x="4" y="14"/>
                    </a:cubicBezTo>
                    <a:close/>
                    <a:moveTo>
                      <a:pt x="4" y="18"/>
                    </a:moveTo>
                    <a:cubicBezTo>
                      <a:pt x="4" y="20"/>
                      <a:pt x="4" y="20"/>
                      <a:pt x="4" y="20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4" y="18"/>
                      <a:pt x="4" y="18"/>
                      <a:pt x="4" y="18"/>
                    </a:cubicBezTo>
                    <a:close/>
                    <a:moveTo>
                      <a:pt x="27" y="37"/>
                    </a:moveTo>
                    <a:cubicBezTo>
                      <a:pt x="1" y="37"/>
                      <a:pt x="1" y="37"/>
                      <a:pt x="1" y="37"/>
                    </a:cubicBezTo>
                    <a:cubicBezTo>
                      <a:pt x="0" y="37"/>
                      <a:pt x="0" y="36"/>
                      <a:pt x="0" y="36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8" y="0"/>
                      <a:pt x="19" y="0"/>
                      <a:pt x="20" y="1"/>
                    </a:cubicBezTo>
                    <a:cubicBezTo>
                      <a:pt x="28" y="9"/>
                      <a:pt x="28" y="9"/>
                      <a:pt x="28" y="9"/>
                    </a:cubicBezTo>
                    <a:cubicBezTo>
                      <a:pt x="28" y="10"/>
                      <a:pt x="28" y="10"/>
                      <a:pt x="28" y="11"/>
                    </a:cubicBezTo>
                    <a:cubicBezTo>
                      <a:pt x="28" y="36"/>
                      <a:pt x="28" y="36"/>
                      <a:pt x="28" y="36"/>
                    </a:cubicBezTo>
                    <a:cubicBezTo>
                      <a:pt x="28" y="36"/>
                      <a:pt x="28" y="37"/>
                      <a:pt x="27" y="37"/>
                    </a:cubicBezTo>
                    <a:close/>
                    <a:moveTo>
                      <a:pt x="4" y="30"/>
                    </a:moveTo>
                    <a:cubicBezTo>
                      <a:pt x="4" y="32"/>
                      <a:pt x="4" y="32"/>
                      <a:pt x="4" y="32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4" y="30"/>
                      <a:pt x="24" y="30"/>
                      <a:pt x="24" y="30"/>
                    </a:cubicBezTo>
                    <a:cubicBezTo>
                      <a:pt x="4" y="30"/>
                      <a:pt x="4" y="30"/>
                      <a:pt x="4" y="30"/>
                    </a:cubicBezTo>
                    <a:close/>
                    <a:moveTo>
                      <a:pt x="4" y="26"/>
                    </a:moveTo>
                    <a:cubicBezTo>
                      <a:pt x="4" y="28"/>
                      <a:pt x="4" y="28"/>
                      <a:pt x="4" y="28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4" y="26"/>
                      <a:pt x="4" y="26"/>
                      <a:pt x="4" y="26"/>
                    </a:cubicBezTo>
                    <a:close/>
                    <a:moveTo>
                      <a:pt x="4" y="22"/>
                    </a:moveTo>
                    <a:cubicBezTo>
                      <a:pt x="4" y="24"/>
                      <a:pt x="4" y="24"/>
                      <a:pt x="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4" y="22"/>
                      <a:pt x="4" y="22"/>
                      <a:pt x="4" y="22"/>
                    </a:cubicBezTo>
                    <a:close/>
                    <a:moveTo>
                      <a:pt x="2" y="35"/>
                    </a:moveTo>
                    <a:cubicBezTo>
                      <a:pt x="26" y="35"/>
                      <a:pt x="26" y="35"/>
                      <a:pt x="26" y="35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18" y="11"/>
                      <a:pt x="18" y="11"/>
                      <a:pt x="18" y="11"/>
                    </a:cubicBezTo>
                    <a:cubicBezTo>
                      <a:pt x="17" y="11"/>
                      <a:pt x="17" y="11"/>
                      <a:pt x="17" y="10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2" y="2"/>
                      <a:pt x="2" y="2"/>
                      <a:pt x="2" y="2"/>
                    </a:cubicBez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1" name="Freeform 411"/>
              <p:cNvSpPr>
                <a:spLocks noEditPoints="1"/>
              </p:cNvSpPr>
              <p:nvPr/>
            </p:nvSpPr>
            <p:spPr bwMode="auto">
              <a:xfrm>
                <a:off x="2927473" y="2644623"/>
                <a:ext cx="305577" cy="404840"/>
              </a:xfrm>
              <a:custGeom>
                <a:avLst/>
                <a:gdLst>
                  <a:gd name="T0" fmla="*/ 19 w 28"/>
                  <a:gd name="T1" fmla="*/ 3 h 37"/>
                  <a:gd name="T2" fmla="*/ 19 w 28"/>
                  <a:gd name="T3" fmla="*/ 9 h 37"/>
                  <a:gd name="T4" fmla="*/ 25 w 28"/>
                  <a:gd name="T5" fmla="*/ 9 h 37"/>
                  <a:gd name="T6" fmla="*/ 19 w 28"/>
                  <a:gd name="T7" fmla="*/ 3 h 37"/>
                  <a:gd name="T8" fmla="*/ 4 w 28"/>
                  <a:gd name="T9" fmla="*/ 5 h 37"/>
                  <a:gd name="T10" fmla="*/ 4 w 28"/>
                  <a:gd name="T11" fmla="*/ 7 h 37"/>
                  <a:gd name="T12" fmla="*/ 15 w 28"/>
                  <a:gd name="T13" fmla="*/ 7 h 37"/>
                  <a:gd name="T14" fmla="*/ 15 w 28"/>
                  <a:gd name="T15" fmla="*/ 5 h 37"/>
                  <a:gd name="T16" fmla="*/ 4 w 28"/>
                  <a:gd name="T17" fmla="*/ 5 h 37"/>
                  <a:gd name="T18" fmla="*/ 4 w 28"/>
                  <a:gd name="T19" fmla="*/ 9 h 37"/>
                  <a:gd name="T20" fmla="*/ 4 w 28"/>
                  <a:gd name="T21" fmla="*/ 11 h 37"/>
                  <a:gd name="T22" fmla="*/ 15 w 28"/>
                  <a:gd name="T23" fmla="*/ 11 h 37"/>
                  <a:gd name="T24" fmla="*/ 15 w 28"/>
                  <a:gd name="T25" fmla="*/ 9 h 37"/>
                  <a:gd name="T26" fmla="*/ 4 w 28"/>
                  <a:gd name="T27" fmla="*/ 9 h 37"/>
                  <a:gd name="T28" fmla="*/ 4 w 28"/>
                  <a:gd name="T29" fmla="*/ 14 h 37"/>
                  <a:gd name="T30" fmla="*/ 4 w 28"/>
                  <a:gd name="T31" fmla="*/ 16 h 37"/>
                  <a:gd name="T32" fmla="*/ 24 w 28"/>
                  <a:gd name="T33" fmla="*/ 16 h 37"/>
                  <a:gd name="T34" fmla="*/ 24 w 28"/>
                  <a:gd name="T35" fmla="*/ 14 h 37"/>
                  <a:gd name="T36" fmla="*/ 4 w 28"/>
                  <a:gd name="T37" fmla="*/ 14 h 37"/>
                  <a:gd name="T38" fmla="*/ 4 w 28"/>
                  <a:gd name="T39" fmla="*/ 18 h 37"/>
                  <a:gd name="T40" fmla="*/ 4 w 28"/>
                  <a:gd name="T41" fmla="*/ 20 h 37"/>
                  <a:gd name="T42" fmla="*/ 24 w 28"/>
                  <a:gd name="T43" fmla="*/ 20 h 37"/>
                  <a:gd name="T44" fmla="*/ 24 w 28"/>
                  <a:gd name="T45" fmla="*/ 18 h 37"/>
                  <a:gd name="T46" fmla="*/ 4 w 28"/>
                  <a:gd name="T47" fmla="*/ 18 h 37"/>
                  <a:gd name="T48" fmla="*/ 27 w 28"/>
                  <a:gd name="T49" fmla="*/ 37 h 37"/>
                  <a:gd name="T50" fmla="*/ 1 w 28"/>
                  <a:gd name="T51" fmla="*/ 37 h 37"/>
                  <a:gd name="T52" fmla="*/ 0 w 28"/>
                  <a:gd name="T53" fmla="*/ 36 h 37"/>
                  <a:gd name="T54" fmla="*/ 0 w 28"/>
                  <a:gd name="T55" fmla="*/ 1 h 37"/>
                  <a:gd name="T56" fmla="*/ 1 w 28"/>
                  <a:gd name="T57" fmla="*/ 0 h 37"/>
                  <a:gd name="T58" fmla="*/ 16 w 28"/>
                  <a:gd name="T59" fmla="*/ 0 h 37"/>
                  <a:gd name="T60" fmla="*/ 20 w 28"/>
                  <a:gd name="T61" fmla="*/ 1 h 37"/>
                  <a:gd name="T62" fmla="*/ 28 w 28"/>
                  <a:gd name="T63" fmla="*/ 9 h 37"/>
                  <a:gd name="T64" fmla="*/ 28 w 28"/>
                  <a:gd name="T65" fmla="*/ 11 h 37"/>
                  <a:gd name="T66" fmla="*/ 28 w 28"/>
                  <a:gd name="T67" fmla="*/ 36 h 37"/>
                  <a:gd name="T68" fmla="*/ 27 w 28"/>
                  <a:gd name="T69" fmla="*/ 37 h 37"/>
                  <a:gd name="T70" fmla="*/ 4 w 28"/>
                  <a:gd name="T71" fmla="*/ 30 h 37"/>
                  <a:gd name="T72" fmla="*/ 4 w 28"/>
                  <a:gd name="T73" fmla="*/ 32 h 37"/>
                  <a:gd name="T74" fmla="*/ 24 w 28"/>
                  <a:gd name="T75" fmla="*/ 32 h 37"/>
                  <a:gd name="T76" fmla="*/ 24 w 28"/>
                  <a:gd name="T77" fmla="*/ 30 h 37"/>
                  <a:gd name="T78" fmla="*/ 4 w 28"/>
                  <a:gd name="T79" fmla="*/ 30 h 37"/>
                  <a:gd name="T80" fmla="*/ 4 w 28"/>
                  <a:gd name="T81" fmla="*/ 26 h 37"/>
                  <a:gd name="T82" fmla="*/ 4 w 28"/>
                  <a:gd name="T83" fmla="*/ 28 h 37"/>
                  <a:gd name="T84" fmla="*/ 24 w 28"/>
                  <a:gd name="T85" fmla="*/ 28 h 37"/>
                  <a:gd name="T86" fmla="*/ 24 w 28"/>
                  <a:gd name="T87" fmla="*/ 26 h 37"/>
                  <a:gd name="T88" fmla="*/ 4 w 28"/>
                  <a:gd name="T89" fmla="*/ 26 h 37"/>
                  <a:gd name="T90" fmla="*/ 4 w 28"/>
                  <a:gd name="T91" fmla="*/ 22 h 37"/>
                  <a:gd name="T92" fmla="*/ 4 w 28"/>
                  <a:gd name="T93" fmla="*/ 24 h 37"/>
                  <a:gd name="T94" fmla="*/ 24 w 28"/>
                  <a:gd name="T95" fmla="*/ 24 h 37"/>
                  <a:gd name="T96" fmla="*/ 24 w 28"/>
                  <a:gd name="T97" fmla="*/ 22 h 37"/>
                  <a:gd name="T98" fmla="*/ 4 w 28"/>
                  <a:gd name="T99" fmla="*/ 22 h 37"/>
                  <a:gd name="T100" fmla="*/ 2 w 28"/>
                  <a:gd name="T101" fmla="*/ 35 h 37"/>
                  <a:gd name="T102" fmla="*/ 26 w 28"/>
                  <a:gd name="T103" fmla="*/ 35 h 37"/>
                  <a:gd name="T104" fmla="*/ 26 w 28"/>
                  <a:gd name="T105" fmla="*/ 11 h 37"/>
                  <a:gd name="T106" fmla="*/ 18 w 28"/>
                  <a:gd name="T107" fmla="*/ 11 h 37"/>
                  <a:gd name="T108" fmla="*/ 17 w 28"/>
                  <a:gd name="T109" fmla="*/ 10 h 37"/>
                  <a:gd name="T110" fmla="*/ 17 w 28"/>
                  <a:gd name="T111" fmla="*/ 2 h 37"/>
                  <a:gd name="T112" fmla="*/ 2 w 28"/>
                  <a:gd name="T113" fmla="*/ 2 h 37"/>
                  <a:gd name="T114" fmla="*/ 2 w 28"/>
                  <a:gd name="T115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8" h="37">
                    <a:moveTo>
                      <a:pt x="19" y="3"/>
                    </a:moveTo>
                    <a:cubicBezTo>
                      <a:pt x="19" y="9"/>
                      <a:pt x="19" y="9"/>
                      <a:pt x="19" y="9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19" y="3"/>
                      <a:pt x="19" y="3"/>
                      <a:pt x="19" y="3"/>
                    </a:cubicBezTo>
                    <a:close/>
                    <a:moveTo>
                      <a:pt x="4" y="5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4" y="5"/>
                      <a:pt x="4" y="5"/>
                      <a:pt x="4" y="5"/>
                    </a:cubicBezTo>
                    <a:close/>
                    <a:moveTo>
                      <a:pt x="4" y="9"/>
                    </a:moveTo>
                    <a:cubicBezTo>
                      <a:pt x="4" y="11"/>
                      <a:pt x="4" y="11"/>
                      <a:pt x="4" y="11"/>
                    </a:cubicBez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4" y="9"/>
                      <a:pt x="4" y="9"/>
                      <a:pt x="4" y="9"/>
                    </a:cubicBezTo>
                    <a:close/>
                    <a:moveTo>
                      <a:pt x="4" y="14"/>
                    </a:moveTo>
                    <a:cubicBezTo>
                      <a:pt x="4" y="16"/>
                      <a:pt x="4" y="16"/>
                      <a:pt x="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4" y="14"/>
                      <a:pt x="4" y="14"/>
                      <a:pt x="4" y="14"/>
                    </a:cubicBezTo>
                    <a:close/>
                    <a:moveTo>
                      <a:pt x="4" y="18"/>
                    </a:moveTo>
                    <a:cubicBezTo>
                      <a:pt x="4" y="20"/>
                      <a:pt x="4" y="20"/>
                      <a:pt x="4" y="20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4" y="18"/>
                      <a:pt x="4" y="18"/>
                      <a:pt x="4" y="18"/>
                    </a:cubicBezTo>
                    <a:close/>
                    <a:moveTo>
                      <a:pt x="27" y="37"/>
                    </a:moveTo>
                    <a:cubicBezTo>
                      <a:pt x="1" y="37"/>
                      <a:pt x="1" y="37"/>
                      <a:pt x="1" y="37"/>
                    </a:cubicBezTo>
                    <a:cubicBezTo>
                      <a:pt x="0" y="37"/>
                      <a:pt x="0" y="36"/>
                      <a:pt x="0" y="36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8" y="0"/>
                      <a:pt x="18" y="0"/>
                      <a:pt x="20" y="1"/>
                    </a:cubicBezTo>
                    <a:cubicBezTo>
                      <a:pt x="28" y="9"/>
                      <a:pt x="28" y="9"/>
                      <a:pt x="28" y="9"/>
                    </a:cubicBezTo>
                    <a:cubicBezTo>
                      <a:pt x="28" y="10"/>
                      <a:pt x="28" y="10"/>
                      <a:pt x="28" y="11"/>
                    </a:cubicBezTo>
                    <a:cubicBezTo>
                      <a:pt x="28" y="36"/>
                      <a:pt x="28" y="36"/>
                      <a:pt x="28" y="36"/>
                    </a:cubicBezTo>
                    <a:cubicBezTo>
                      <a:pt x="28" y="36"/>
                      <a:pt x="28" y="37"/>
                      <a:pt x="27" y="37"/>
                    </a:cubicBezTo>
                    <a:close/>
                    <a:moveTo>
                      <a:pt x="4" y="30"/>
                    </a:moveTo>
                    <a:cubicBezTo>
                      <a:pt x="4" y="32"/>
                      <a:pt x="4" y="32"/>
                      <a:pt x="4" y="32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4" y="30"/>
                      <a:pt x="24" y="30"/>
                      <a:pt x="24" y="30"/>
                    </a:cubicBezTo>
                    <a:cubicBezTo>
                      <a:pt x="4" y="30"/>
                      <a:pt x="4" y="30"/>
                      <a:pt x="4" y="30"/>
                    </a:cubicBezTo>
                    <a:close/>
                    <a:moveTo>
                      <a:pt x="4" y="26"/>
                    </a:moveTo>
                    <a:cubicBezTo>
                      <a:pt x="4" y="28"/>
                      <a:pt x="4" y="28"/>
                      <a:pt x="4" y="28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4" y="26"/>
                      <a:pt x="4" y="26"/>
                      <a:pt x="4" y="26"/>
                    </a:cubicBezTo>
                    <a:close/>
                    <a:moveTo>
                      <a:pt x="4" y="22"/>
                    </a:moveTo>
                    <a:cubicBezTo>
                      <a:pt x="4" y="24"/>
                      <a:pt x="4" y="24"/>
                      <a:pt x="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4" y="22"/>
                      <a:pt x="4" y="22"/>
                      <a:pt x="4" y="22"/>
                    </a:cubicBezTo>
                    <a:close/>
                    <a:moveTo>
                      <a:pt x="2" y="35"/>
                    </a:moveTo>
                    <a:cubicBezTo>
                      <a:pt x="26" y="35"/>
                      <a:pt x="26" y="35"/>
                      <a:pt x="26" y="35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18" y="11"/>
                      <a:pt x="18" y="11"/>
                      <a:pt x="18" y="11"/>
                    </a:cubicBezTo>
                    <a:cubicBezTo>
                      <a:pt x="17" y="11"/>
                      <a:pt x="17" y="11"/>
                      <a:pt x="17" y="10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2" y="2"/>
                      <a:pt x="2" y="2"/>
                      <a:pt x="2" y="2"/>
                    </a:cubicBez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2" name="Freeform 412"/>
              <p:cNvSpPr>
                <a:spLocks noEditPoints="1"/>
              </p:cNvSpPr>
              <p:nvPr/>
            </p:nvSpPr>
            <p:spPr bwMode="auto">
              <a:xfrm>
                <a:off x="2927473" y="2644623"/>
                <a:ext cx="305577" cy="404840"/>
              </a:xfrm>
              <a:custGeom>
                <a:avLst/>
                <a:gdLst>
                  <a:gd name="T0" fmla="*/ 19 w 28"/>
                  <a:gd name="T1" fmla="*/ 3 h 37"/>
                  <a:gd name="T2" fmla="*/ 19 w 28"/>
                  <a:gd name="T3" fmla="*/ 9 h 37"/>
                  <a:gd name="T4" fmla="*/ 25 w 28"/>
                  <a:gd name="T5" fmla="*/ 9 h 37"/>
                  <a:gd name="T6" fmla="*/ 19 w 28"/>
                  <a:gd name="T7" fmla="*/ 3 h 37"/>
                  <a:gd name="T8" fmla="*/ 4 w 28"/>
                  <a:gd name="T9" fmla="*/ 5 h 37"/>
                  <a:gd name="T10" fmla="*/ 4 w 28"/>
                  <a:gd name="T11" fmla="*/ 7 h 37"/>
                  <a:gd name="T12" fmla="*/ 15 w 28"/>
                  <a:gd name="T13" fmla="*/ 7 h 37"/>
                  <a:gd name="T14" fmla="*/ 15 w 28"/>
                  <a:gd name="T15" fmla="*/ 5 h 37"/>
                  <a:gd name="T16" fmla="*/ 4 w 28"/>
                  <a:gd name="T17" fmla="*/ 5 h 37"/>
                  <a:gd name="T18" fmla="*/ 4 w 28"/>
                  <a:gd name="T19" fmla="*/ 9 h 37"/>
                  <a:gd name="T20" fmla="*/ 4 w 28"/>
                  <a:gd name="T21" fmla="*/ 11 h 37"/>
                  <a:gd name="T22" fmla="*/ 15 w 28"/>
                  <a:gd name="T23" fmla="*/ 11 h 37"/>
                  <a:gd name="T24" fmla="*/ 15 w 28"/>
                  <a:gd name="T25" fmla="*/ 9 h 37"/>
                  <a:gd name="T26" fmla="*/ 4 w 28"/>
                  <a:gd name="T27" fmla="*/ 9 h 37"/>
                  <a:gd name="T28" fmla="*/ 4 w 28"/>
                  <a:gd name="T29" fmla="*/ 13 h 37"/>
                  <a:gd name="T30" fmla="*/ 4 w 28"/>
                  <a:gd name="T31" fmla="*/ 15 h 37"/>
                  <a:gd name="T32" fmla="*/ 24 w 28"/>
                  <a:gd name="T33" fmla="*/ 15 h 37"/>
                  <a:gd name="T34" fmla="*/ 24 w 28"/>
                  <a:gd name="T35" fmla="*/ 13 h 37"/>
                  <a:gd name="T36" fmla="*/ 4 w 28"/>
                  <a:gd name="T37" fmla="*/ 13 h 37"/>
                  <a:gd name="T38" fmla="*/ 4 w 28"/>
                  <a:gd name="T39" fmla="*/ 17 h 37"/>
                  <a:gd name="T40" fmla="*/ 4 w 28"/>
                  <a:gd name="T41" fmla="*/ 20 h 37"/>
                  <a:gd name="T42" fmla="*/ 24 w 28"/>
                  <a:gd name="T43" fmla="*/ 20 h 37"/>
                  <a:gd name="T44" fmla="*/ 24 w 28"/>
                  <a:gd name="T45" fmla="*/ 17 h 37"/>
                  <a:gd name="T46" fmla="*/ 4 w 28"/>
                  <a:gd name="T47" fmla="*/ 17 h 37"/>
                  <a:gd name="T48" fmla="*/ 27 w 28"/>
                  <a:gd name="T49" fmla="*/ 37 h 37"/>
                  <a:gd name="T50" fmla="*/ 1 w 28"/>
                  <a:gd name="T51" fmla="*/ 37 h 37"/>
                  <a:gd name="T52" fmla="*/ 0 w 28"/>
                  <a:gd name="T53" fmla="*/ 36 h 37"/>
                  <a:gd name="T54" fmla="*/ 0 w 28"/>
                  <a:gd name="T55" fmla="*/ 1 h 37"/>
                  <a:gd name="T56" fmla="*/ 1 w 28"/>
                  <a:gd name="T57" fmla="*/ 0 h 37"/>
                  <a:gd name="T58" fmla="*/ 16 w 28"/>
                  <a:gd name="T59" fmla="*/ 0 h 37"/>
                  <a:gd name="T60" fmla="*/ 20 w 28"/>
                  <a:gd name="T61" fmla="*/ 1 h 37"/>
                  <a:gd name="T62" fmla="*/ 28 w 28"/>
                  <a:gd name="T63" fmla="*/ 9 h 37"/>
                  <a:gd name="T64" fmla="*/ 28 w 28"/>
                  <a:gd name="T65" fmla="*/ 11 h 37"/>
                  <a:gd name="T66" fmla="*/ 28 w 28"/>
                  <a:gd name="T67" fmla="*/ 36 h 37"/>
                  <a:gd name="T68" fmla="*/ 27 w 28"/>
                  <a:gd name="T69" fmla="*/ 37 h 37"/>
                  <a:gd name="T70" fmla="*/ 4 w 28"/>
                  <a:gd name="T71" fmla="*/ 30 h 37"/>
                  <a:gd name="T72" fmla="*/ 4 w 28"/>
                  <a:gd name="T73" fmla="*/ 32 h 37"/>
                  <a:gd name="T74" fmla="*/ 24 w 28"/>
                  <a:gd name="T75" fmla="*/ 32 h 37"/>
                  <a:gd name="T76" fmla="*/ 24 w 28"/>
                  <a:gd name="T77" fmla="*/ 30 h 37"/>
                  <a:gd name="T78" fmla="*/ 4 w 28"/>
                  <a:gd name="T79" fmla="*/ 30 h 37"/>
                  <a:gd name="T80" fmla="*/ 4 w 28"/>
                  <a:gd name="T81" fmla="*/ 26 h 37"/>
                  <a:gd name="T82" fmla="*/ 4 w 28"/>
                  <a:gd name="T83" fmla="*/ 28 h 37"/>
                  <a:gd name="T84" fmla="*/ 24 w 28"/>
                  <a:gd name="T85" fmla="*/ 28 h 37"/>
                  <a:gd name="T86" fmla="*/ 24 w 28"/>
                  <a:gd name="T87" fmla="*/ 26 h 37"/>
                  <a:gd name="T88" fmla="*/ 4 w 28"/>
                  <a:gd name="T89" fmla="*/ 26 h 37"/>
                  <a:gd name="T90" fmla="*/ 4 w 28"/>
                  <a:gd name="T91" fmla="*/ 22 h 37"/>
                  <a:gd name="T92" fmla="*/ 4 w 28"/>
                  <a:gd name="T93" fmla="*/ 24 h 37"/>
                  <a:gd name="T94" fmla="*/ 24 w 28"/>
                  <a:gd name="T95" fmla="*/ 24 h 37"/>
                  <a:gd name="T96" fmla="*/ 24 w 28"/>
                  <a:gd name="T97" fmla="*/ 22 h 37"/>
                  <a:gd name="T98" fmla="*/ 4 w 28"/>
                  <a:gd name="T99" fmla="*/ 22 h 37"/>
                  <a:gd name="T100" fmla="*/ 2 w 28"/>
                  <a:gd name="T101" fmla="*/ 35 h 37"/>
                  <a:gd name="T102" fmla="*/ 26 w 28"/>
                  <a:gd name="T103" fmla="*/ 35 h 37"/>
                  <a:gd name="T104" fmla="*/ 26 w 28"/>
                  <a:gd name="T105" fmla="*/ 11 h 37"/>
                  <a:gd name="T106" fmla="*/ 18 w 28"/>
                  <a:gd name="T107" fmla="*/ 11 h 37"/>
                  <a:gd name="T108" fmla="*/ 17 w 28"/>
                  <a:gd name="T109" fmla="*/ 10 h 37"/>
                  <a:gd name="T110" fmla="*/ 17 w 28"/>
                  <a:gd name="T111" fmla="*/ 2 h 37"/>
                  <a:gd name="T112" fmla="*/ 2 w 28"/>
                  <a:gd name="T113" fmla="*/ 2 h 37"/>
                  <a:gd name="T114" fmla="*/ 2 w 28"/>
                  <a:gd name="T115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8" h="37">
                    <a:moveTo>
                      <a:pt x="19" y="3"/>
                    </a:moveTo>
                    <a:cubicBezTo>
                      <a:pt x="19" y="9"/>
                      <a:pt x="19" y="9"/>
                      <a:pt x="19" y="9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19" y="3"/>
                      <a:pt x="19" y="3"/>
                      <a:pt x="19" y="3"/>
                    </a:cubicBezTo>
                    <a:close/>
                    <a:moveTo>
                      <a:pt x="4" y="5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4" y="5"/>
                      <a:pt x="4" y="5"/>
                      <a:pt x="4" y="5"/>
                    </a:cubicBezTo>
                    <a:close/>
                    <a:moveTo>
                      <a:pt x="4" y="9"/>
                    </a:moveTo>
                    <a:cubicBezTo>
                      <a:pt x="4" y="11"/>
                      <a:pt x="4" y="11"/>
                      <a:pt x="4" y="11"/>
                    </a:cubicBez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4" y="9"/>
                      <a:pt x="4" y="9"/>
                      <a:pt x="4" y="9"/>
                    </a:cubicBezTo>
                    <a:close/>
                    <a:moveTo>
                      <a:pt x="4" y="13"/>
                    </a:moveTo>
                    <a:cubicBezTo>
                      <a:pt x="4" y="15"/>
                      <a:pt x="4" y="15"/>
                      <a:pt x="4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4" y="13"/>
                      <a:pt x="4" y="13"/>
                      <a:pt x="4" y="13"/>
                    </a:cubicBezTo>
                    <a:close/>
                    <a:moveTo>
                      <a:pt x="4" y="17"/>
                    </a:moveTo>
                    <a:cubicBezTo>
                      <a:pt x="4" y="20"/>
                      <a:pt x="4" y="20"/>
                      <a:pt x="4" y="20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4" y="17"/>
                      <a:pt x="4" y="17"/>
                      <a:pt x="4" y="17"/>
                    </a:cubicBezTo>
                    <a:close/>
                    <a:moveTo>
                      <a:pt x="27" y="37"/>
                    </a:moveTo>
                    <a:cubicBezTo>
                      <a:pt x="1" y="37"/>
                      <a:pt x="1" y="37"/>
                      <a:pt x="1" y="37"/>
                    </a:cubicBezTo>
                    <a:cubicBezTo>
                      <a:pt x="0" y="37"/>
                      <a:pt x="0" y="36"/>
                      <a:pt x="0" y="36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8" y="0"/>
                      <a:pt x="18" y="0"/>
                      <a:pt x="20" y="1"/>
                    </a:cubicBezTo>
                    <a:cubicBezTo>
                      <a:pt x="28" y="9"/>
                      <a:pt x="28" y="9"/>
                      <a:pt x="28" y="9"/>
                    </a:cubicBezTo>
                    <a:cubicBezTo>
                      <a:pt x="28" y="10"/>
                      <a:pt x="28" y="10"/>
                      <a:pt x="28" y="11"/>
                    </a:cubicBezTo>
                    <a:cubicBezTo>
                      <a:pt x="28" y="36"/>
                      <a:pt x="28" y="36"/>
                      <a:pt x="28" y="36"/>
                    </a:cubicBezTo>
                    <a:cubicBezTo>
                      <a:pt x="28" y="36"/>
                      <a:pt x="28" y="37"/>
                      <a:pt x="27" y="37"/>
                    </a:cubicBezTo>
                    <a:close/>
                    <a:moveTo>
                      <a:pt x="4" y="30"/>
                    </a:moveTo>
                    <a:cubicBezTo>
                      <a:pt x="4" y="32"/>
                      <a:pt x="4" y="32"/>
                      <a:pt x="4" y="32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4" y="30"/>
                      <a:pt x="24" y="30"/>
                      <a:pt x="24" y="30"/>
                    </a:cubicBezTo>
                    <a:cubicBezTo>
                      <a:pt x="4" y="30"/>
                      <a:pt x="4" y="30"/>
                      <a:pt x="4" y="30"/>
                    </a:cubicBezTo>
                    <a:close/>
                    <a:moveTo>
                      <a:pt x="4" y="26"/>
                    </a:moveTo>
                    <a:cubicBezTo>
                      <a:pt x="4" y="28"/>
                      <a:pt x="4" y="28"/>
                      <a:pt x="4" y="28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4" y="26"/>
                      <a:pt x="4" y="26"/>
                      <a:pt x="4" y="26"/>
                    </a:cubicBezTo>
                    <a:close/>
                    <a:moveTo>
                      <a:pt x="4" y="22"/>
                    </a:moveTo>
                    <a:cubicBezTo>
                      <a:pt x="4" y="24"/>
                      <a:pt x="4" y="24"/>
                      <a:pt x="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4" y="22"/>
                      <a:pt x="4" y="22"/>
                      <a:pt x="4" y="22"/>
                    </a:cubicBezTo>
                    <a:close/>
                    <a:moveTo>
                      <a:pt x="2" y="35"/>
                    </a:moveTo>
                    <a:cubicBezTo>
                      <a:pt x="26" y="35"/>
                      <a:pt x="26" y="35"/>
                      <a:pt x="26" y="35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18" y="11"/>
                      <a:pt x="18" y="11"/>
                      <a:pt x="18" y="11"/>
                    </a:cubicBezTo>
                    <a:cubicBezTo>
                      <a:pt x="17" y="11"/>
                      <a:pt x="17" y="11"/>
                      <a:pt x="17" y="10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2" y="2"/>
                      <a:pt x="2" y="2"/>
                      <a:pt x="2" y="2"/>
                    </a:cubicBez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3" name="Freeform 413"/>
              <p:cNvSpPr>
                <a:spLocks noEditPoints="1"/>
              </p:cNvSpPr>
              <p:nvPr/>
            </p:nvSpPr>
            <p:spPr bwMode="auto">
              <a:xfrm>
                <a:off x="2927473" y="2644623"/>
                <a:ext cx="305577" cy="404840"/>
              </a:xfrm>
              <a:custGeom>
                <a:avLst/>
                <a:gdLst>
                  <a:gd name="T0" fmla="*/ 19 w 28"/>
                  <a:gd name="T1" fmla="*/ 3 h 37"/>
                  <a:gd name="T2" fmla="*/ 19 w 28"/>
                  <a:gd name="T3" fmla="*/ 9 h 37"/>
                  <a:gd name="T4" fmla="*/ 25 w 28"/>
                  <a:gd name="T5" fmla="*/ 9 h 37"/>
                  <a:gd name="T6" fmla="*/ 19 w 28"/>
                  <a:gd name="T7" fmla="*/ 3 h 37"/>
                  <a:gd name="T8" fmla="*/ 4 w 28"/>
                  <a:gd name="T9" fmla="*/ 5 h 37"/>
                  <a:gd name="T10" fmla="*/ 4 w 28"/>
                  <a:gd name="T11" fmla="*/ 7 h 37"/>
                  <a:gd name="T12" fmla="*/ 15 w 28"/>
                  <a:gd name="T13" fmla="*/ 7 h 37"/>
                  <a:gd name="T14" fmla="*/ 15 w 28"/>
                  <a:gd name="T15" fmla="*/ 5 h 37"/>
                  <a:gd name="T16" fmla="*/ 4 w 28"/>
                  <a:gd name="T17" fmla="*/ 5 h 37"/>
                  <a:gd name="T18" fmla="*/ 4 w 28"/>
                  <a:gd name="T19" fmla="*/ 9 h 37"/>
                  <a:gd name="T20" fmla="*/ 4 w 28"/>
                  <a:gd name="T21" fmla="*/ 11 h 37"/>
                  <a:gd name="T22" fmla="*/ 15 w 28"/>
                  <a:gd name="T23" fmla="*/ 11 h 37"/>
                  <a:gd name="T24" fmla="*/ 15 w 28"/>
                  <a:gd name="T25" fmla="*/ 9 h 37"/>
                  <a:gd name="T26" fmla="*/ 4 w 28"/>
                  <a:gd name="T27" fmla="*/ 9 h 37"/>
                  <a:gd name="T28" fmla="*/ 4 w 28"/>
                  <a:gd name="T29" fmla="*/ 13 h 37"/>
                  <a:gd name="T30" fmla="*/ 4 w 28"/>
                  <a:gd name="T31" fmla="*/ 15 h 37"/>
                  <a:gd name="T32" fmla="*/ 24 w 28"/>
                  <a:gd name="T33" fmla="*/ 15 h 37"/>
                  <a:gd name="T34" fmla="*/ 24 w 28"/>
                  <a:gd name="T35" fmla="*/ 13 h 37"/>
                  <a:gd name="T36" fmla="*/ 4 w 28"/>
                  <a:gd name="T37" fmla="*/ 13 h 37"/>
                  <a:gd name="T38" fmla="*/ 4 w 28"/>
                  <a:gd name="T39" fmla="*/ 17 h 37"/>
                  <a:gd name="T40" fmla="*/ 4 w 28"/>
                  <a:gd name="T41" fmla="*/ 19 h 37"/>
                  <a:gd name="T42" fmla="*/ 24 w 28"/>
                  <a:gd name="T43" fmla="*/ 19 h 37"/>
                  <a:gd name="T44" fmla="*/ 24 w 28"/>
                  <a:gd name="T45" fmla="*/ 17 h 37"/>
                  <a:gd name="T46" fmla="*/ 4 w 28"/>
                  <a:gd name="T47" fmla="*/ 17 h 37"/>
                  <a:gd name="T48" fmla="*/ 27 w 28"/>
                  <a:gd name="T49" fmla="*/ 37 h 37"/>
                  <a:gd name="T50" fmla="*/ 1 w 28"/>
                  <a:gd name="T51" fmla="*/ 37 h 37"/>
                  <a:gd name="T52" fmla="*/ 0 w 28"/>
                  <a:gd name="T53" fmla="*/ 36 h 37"/>
                  <a:gd name="T54" fmla="*/ 0 w 28"/>
                  <a:gd name="T55" fmla="*/ 1 h 37"/>
                  <a:gd name="T56" fmla="*/ 1 w 28"/>
                  <a:gd name="T57" fmla="*/ 0 h 37"/>
                  <a:gd name="T58" fmla="*/ 16 w 28"/>
                  <a:gd name="T59" fmla="*/ 0 h 37"/>
                  <a:gd name="T60" fmla="*/ 20 w 28"/>
                  <a:gd name="T61" fmla="*/ 1 h 37"/>
                  <a:gd name="T62" fmla="*/ 28 w 28"/>
                  <a:gd name="T63" fmla="*/ 9 h 37"/>
                  <a:gd name="T64" fmla="*/ 28 w 28"/>
                  <a:gd name="T65" fmla="*/ 11 h 37"/>
                  <a:gd name="T66" fmla="*/ 28 w 28"/>
                  <a:gd name="T67" fmla="*/ 36 h 37"/>
                  <a:gd name="T68" fmla="*/ 27 w 28"/>
                  <a:gd name="T69" fmla="*/ 37 h 37"/>
                  <a:gd name="T70" fmla="*/ 4 w 28"/>
                  <a:gd name="T71" fmla="*/ 30 h 37"/>
                  <a:gd name="T72" fmla="*/ 4 w 28"/>
                  <a:gd name="T73" fmla="*/ 32 h 37"/>
                  <a:gd name="T74" fmla="*/ 24 w 28"/>
                  <a:gd name="T75" fmla="*/ 32 h 37"/>
                  <a:gd name="T76" fmla="*/ 24 w 28"/>
                  <a:gd name="T77" fmla="*/ 30 h 37"/>
                  <a:gd name="T78" fmla="*/ 4 w 28"/>
                  <a:gd name="T79" fmla="*/ 30 h 37"/>
                  <a:gd name="T80" fmla="*/ 4 w 28"/>
                  <a:gd name="T81" fmla="*/ 26 h 37"/>
                  <a:gd name="T82" fmla="*/ 4 w 28"/>
                  <a:gd name="T83" fmla="*/ 28 h 37"/>
                  <a:gd name="T84" fmla="*/ 24 w 28"/>
                  <a:gd name="T85" fmla="*/ 28 h 37"/>
                  <a:gd name="T86" fmla="*/ 24 w 28"/>
                  <a:gd name="T87" fmla="*/ 26 h 37"/>
                  <a:gd name="T88" fmla="*/ 4 w 28"/>
                  <a:gd name="T89" fmla="*/ 26 h 37"/>
                  <a:gd name="T90" fmla="*/ 4 w 28"/>
                  <a:gd name="T91" fmla="*/ 21 h 37"/>
                  <a:gd name="T92" fmla="*/ 4 w 28"/>
                  <a:gd name="T93" fmla="*/ 23 h 37"/>
                  <a:gd name="T94" fmla="*/ 24 w 28"/>
                  <a:gd name="T95" fmla="*/ 23 h 37"/>
                  <a:gd name="T96" fmla="*/ 24 w 28"/>
                  <a:gd name="T97" fmla="*/ 21 h 37"/>
                  <a:gd name="T98" fmla="*/ 4 w 28"/>
                  <a:gd name="T99" fmla="*/ 21 h 37"/>
                  <a:gd name="T100" fmla="*/ 2 w 28"/>
                  <a:gd name="T101" fmla="*/ 35 h 37"/>
                  <a:gd name="T102" fmla="*/ 26 w 28"/>
                  <a:gd name="T103" fmla="*/ 35 h 37"/>
                  <a:gd name="T104" fmla="*/ 26 w 28"/>
                  <a:gd name="T105" fmla="*/ 11 h 37"/>
                  <a:gd name="T106" fmla="*/ 18 w 28"/>
                  <a:gd name="T107" fmla="*/ 11 h 37"/>
                  <a:gd name="T108" fmla="*/ 17 w 28"/>
                  <a:gd name="T109" fmla="*/ 10 h 37"/>
                  <a:gd name="T110" fmla="*/ 17 w 28"/>
                  <a:gd name="T111" fmla="*/ 2 h 37"/>
                  <a:gd name="T112" fmla="*/ 2 w 28"/>
                  <a:gd name="T113" fmla="*/ 2 h 37"/>
                  <a:gd name="T114" fmla="*/ 2 w 28"/>
                  <a:gd name="T115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8" h="37">
                    <a:moveTo>
                      <a:pt x="19" y="3"/>
                    </a:moveTo>
                    <a:cubicBezTo>
                      <a:pt x="19" y="9"/>
                      <a:pt x="19" y="9"/>
                      <a:pt x="19" y="9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19" y="3"/>
                      <a:pt x="19" y="3"/>
                      <a:pt x="19" y="3"/>
                    </a:cubicBezTo>
                    <a:close/>
                    <a:moveTo>
                      <a:pt x="4" y="5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4" y="5"/>
                      <a:pt x="4" y="5"/>
                      <a:pt x="4" y="5"/>
                    </a:cubicBezTo>
                    <a:close/>
                    <a:moveTo>
                      <a:pt x="4" y="9"/>
                    </a:moveTo>
                    <a:cubicBezTo>
                      <a:pt x="4" y="11"/>
                      <a:pt x="4" y="11"/>
                      <a:pt x="4" y="11"/>
                    </a:cubicBez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4" y="9"/>
                      <a:pt x="4" y="9"/>
                      <a:pt x="4" y="9"/>
                    </a:cubicBezTo>
                    <a:close/>
                    <a:moveTo>
                      <a:pt x="4" y="13"/>
                    </a:moveTo>
                    <a:cubicBezTo>
                      <a:pt x="4" y="15"/>
                      <a:pt x="4" y="15"/>
                      <a:pt x="4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4" y="13"/>
                      <a:pt x="4" y="13"/>
                      <a:pt x="4" y="13"/>
                    </a:cubicBezTo>
                    <a:close/>
                    <a:moveTo>
                      <a:pt x="4" y="17"/>
                    </a:moveTo>
                    <a:cubicBezTo>
                      <a:pt x="4" y="19"/>
                      <a:pt x="4" y="19"/>
                      <a:pt x="4" y="19"/>
                    </a:cubicBezTo>
                    <a:cubicBezTo>
                      <a:pt x="24" y="19"/>
                      <a:pt x="24" y="19"/>
                      <a:pt x="24" y="19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4" y="17"/>
                      <a:pt x="4" y="17"/>
                      <a:pt x="4" y="17"/>
                    </a:cubicBezTo>
                    <a:close/>
                    <a:moveTo>
                      <a:pt x="27" y="37"/>
                    </a:moveTo>
                    <a:cubicBezTo>
                      <a:pt x="1" y="37"/>
                      <a:pt x="1" y="37"/>
                      <a:pt x="1" y="37"/>
                    </a:cubicBezTo>
                    <a:cubicBezTo>
                      <a:pt x="0" y="37"/>
                      <a:pt x="0" y="36"/>
                      <a:pt x="0" y="36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8" y="0"/>
                      <a:pt x="18" y="0"/>
                      <a:pt x="20" y="1"/>
                    </a:cubicBezTo>
                    <a:cubicBezTo>
                      <a:pt x="28" y="9"/>
                      <a:pt x="28" y="9"/>
                      <a:pt x="28" y="9"/>
                    </a:cubicBezTo>
                    <a:cubicBezTo>
                      <a:pt x="28" y="10"/>
                      <a:pt x="28" y="10"/>
                      <a:pt x="28" y="11"/>
                    </a:cubicBezTo>
                    <a:cubicBezTo>
                      <a:pt x="28" y="36"/>
                      <a:pt x="28" y="36"/>
                      <a:pt x="28" y="36"/>
                    </a:cubicBezTo>
                    <a:cubicBezTo>
                      <a:pt x="28" y="36"/>
                      <a:pt x="28" y="37"/>
                      <a:pt x="27" y="37"/>
                    </a:cubicBezTo>
                    <a:close/>
                    <a:moveTo>
                      <a:pt x="4" y="30"/>
                    </a:moveTo>
                    <a:cubicBezTo>
                      <a:pt x="4" y="32"/>
                      <a:pt x="4" y="32"/>
                      <a:pt x="4" y="32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4" y="30"/>
                      <a:pt x="24" y="30"/>
                      <a:pt x="24" y="30"/>
                    </a:cubicBezTo>
                    <a:cubicBezTo>
                      <a:pt x="4" y="30"/>
                      <a:pt x="4" y="30"/>
                      <a:pt x="4" y="30"/>
                    </a:cubicBezTo>
                    <a:close/>
                    <a:moveTo>
                      <a:pt x="4" y="26"/>
                    </a:moveTo>
                    <a:cubicBezTo>
                      <a:pt x="4" y="28"/>
                      <a:pt x="4" y="28"/>
                      <a:pt x="4" y="28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4" y="26"/>
                      <a:pt x="4" y="26"/>
                      <a:pt x="4" y="26"/>
                    </a:cubicBezTo>
                    <a:close/>
                    <a:moveTo>
                      <a:pt x="4" y="21"/>
                    </a:moveTo>
                    <a:cubicBezTo>
                      <a:pt x="4" y="23"/>
                      <a:pt x="4" y="23"/>
                      <a:pt x="4" y="23"/>
                    </a:cubicBezTo>
                    <a:cubicBezTo>
                      <a:pt x="24" y="23"/>
                      <a:pt x="24" y="23"/>
                      <a:pt x="24" y="23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4" y="21"/>
                      <a:pt x="4" y="21"/>
                      <a:pt x="4" y="21"/>
                    </a:cubicBezTo>
                    <a:close/>
                    <a:moveTo>
                      <a:pt x="2" y="35"/>
                    </a:moveTo>
                    <a:cubicBezTo>
                      <a:pt x="26" y="35"/>
                      <a:pt x="26" y="35"/>
                      <a:pt x="26" y="35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18" y="11"/>
                      <a:pt x="18" y="11"/>
                      <a:pt x="18" y="11"/>
                    </a:cubicBezTo>
                    <a:cubicBezTo>
                      <a:pt x="17" y="11"/>
                      <a:pt x="17" y="11"/>
                      <a:pt x="17" y="10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2" y="2"/>
                      <a:pt x="2" y="2"/>
                      <a:pt x="2" y="2"/>
                    </a:cubicBez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4" name="Freeform 414"/>
              <p:cNvSpPr>
                <a:spLocks noEditPoints="1"/>
              </p:cNvSpPr>
              <p:nvPr/>
            </p:nvSpPr>
            <p:spPr bwMode="auto">
              <a:xfrm>
                <a:off x="2927473" y="2644623"/>
                <a:ext cx="305577" cy="404840"/>
              </a:xfrm>
              <a:custGeom>
                <a:avLst/>
                <a:gdLst>
                  <a:gd name="T0" fmla="*/ 19 w 28"/>
                  <a:gd name="T1" fmla="*/ 3 h 37"/>
                  <a:gd name="T2" fmla="*/ 19 w 28"/>
                  <a:gd name="T3" fmla="*/ 9 h 37"/>
                  <a:gd name="T4" fmla="*/ 25 w 28"/>
                  <a:gd name="T5" fmla="*/ 9 h 37"/>
                  <a:gd name="T6" fmla="*/ 19 w 28"/>
                  <a:gd name="T7" fmla="*/ 3 h 37"/>
                  <a:gd name="T8" fmla="*/ 4 w 28"/>
                  <a:gd name="T9" fmla="*/ 5 h 37"/>
                  <a:gd name="T10" fmla="*/ 4 w 28"/>
                  <a:gd name="T11" fmla="*/ 7 h 37"/>
                  <a:gd name="T12" fmla="*/ 15 w 28"/>
                  <a:gd name="T13" fmla="*/ 7 h 37"/>
                  <a:gd name="T14" fmla="*/ 15 w 28"/>
                  <a:gd name="T15" fmla="*/ 5 h 37"/>
                  <a:gd name="T16" fmla="*/ 4 w 28"/>
                  <a:gd name="T17" fmla="*/ 5 h 37"/>
                  <a:gd name="T18" fmla="*/ 4 w 28"/>
                  <a:gd name="T19" fmla="*/ 9 h 37"/>
                  <a:gd name="T20" fmla="*/ 4 w 28"/>
                  <a:gd name="T21" fmla="*/ 11 h 37"/>
                  <a:gd name="T22" fmla="*/ 15 w 28"/>
                  <a:gd name="T23" fmla="*/ 11 h 37"/>
                  <a:gd name="T24" fmla="*/ 15 w 28"/>
                  <a:gd name="T25" fmla="*/ 9 h 37"/>
                  <a:gd name="T26" fmla="*/ 4 w 28"/>
                  <a:gd name="T27" fmla="*/ 9 h 37"/>
                  <a:gd name="T28" fmla="*/ 4 w 28"/>
                  <a:gd name="T29" fmla="*/ 13 h 37"/>
                  <a:gd name="T30" fmla="*/ 4 w 28"/>
                  <a:gd name="T31" fmla="*/ 15 h 37"/>
                  <a:gd name="T32" fmla="*/ 24 w 28"/>
                  <a:gd name="T33" fmla="*/ 15 h 37"/>
                  <a:gd name="T34" fmla="*/ 24 w 28"/>
                  <a:gd name="T35" fmla="*/ 13 h 37"/>
                  <a:gd name="T36" fmla="*/ 4 w 28"/>
                  <a:gd name="T37" fmla="*/ 13 h 37"/>
                  <a:gd name="T38" fmla="*/ 4 w 28"/>
                  <a:gd name="T39" fmla="*/ 17 h 37"/>
                  <a:gd name="T40" fmla="*/ 4 w 28"/>
                  <a:gd name="T41" fmla="*/ 19 h 37"/>
                  <a:gd name="T42" fmla="*/ 24 w 28"/>
                  <a:gd name="T43" fmla="*/ 19 h 37"/>
                  <a:gd name="T44" fmla="*/ 24 w 28"/>
                  <a:gd name="T45" fmla="*/ 17 h 37"/>
                  <a:gd name="T46" fmla="*/ 4 w 28"/>
                  <a:gd name="T47" fmla="*/ 17 h 37"/>
                  <a:gd name="T48" fmla="*/ 27 w 28"/>
                  <a:gd name="T49" fmla="*/ 37 h 37"/>
                  <a:gd name="T50" fmla="*/ 1 w 28"/>
                  <a:gd name="T51" fmla="*/ 37 h 37"/>
                  <a:gd name="T52" fmla="*/ 0 w 28"/>
                  <a:gd name="T53" fmla="*/ 36 h 37"/>
                  <a:gd name="T54" fmla="*/ 0 w 28"/>
                  <a:gd name="T55" fmla="*/ 1 h 37"/>
                  <a:gd name="T56" fmla="*/ 1 w 28"/>
                  <a:gd name="T57" fmla="*/ 0 h 37"/>
                  <a:gd name="T58" fmla="*/ 16 w 28"/>
                  <a:gd name="T59" fmla="*/ 0 h 37"/>
                  <a:gd name="T60" fmla="*/ 20 w 28"/>
                  <a:gd name="T61" fmla="*/ 1 h 37"/>
                  <a:gd name="T62" fmla="*/ 27 w 28"/>
                  <a:gd name="T63" fmla="*/ 9 h 37"/>
                  <a:gd name="T64" fmla="*/ 28 w 28"/>
                  <a:gd name="T65" fmla="*/ 11 h 37"/>
                  <a:gd name="T66" fmla="*/ 28 w 28"/>
                  <a:gd name="T67" fmla="*/ 36 h 37"/>
                  <a:gd name="T68" fmla="*/ 27 w 28"/>
                  <a:gd name="T69" fmla="*/ 37 h 37"/>
                  <a:gd name="T70" fmla="*/ 4 w 28"/>
                  <a:gd name="T71" fmla="*/ 29 h 37"/>
                  <a:gd name="T72" fmla="*/ 4 w 28"/>
                  <a:gd name="T73" fmla="*/ 32 h 37"/>
                  <a:gd name="T74" fmla="*/ 24 w 28"/>
                  <a:gd name="T75" fmla="*/ 32 h 37"/>
                  <a:gd name="T76" fmla="*/ 24 w 28"/>
                  <a:gd name="T77" fmla="*/ 29 h 37"/>
                  <a:gd name="T78" fmla="*/ 4 w 28"/>
                  <a:gd name="T79" fmla="*/ 29 h 37"/>
                  <a:gd name="T80" fmla="*/ 4 w 28"/>
                  <a:gd name="T81" fmla="*/ 25 h 37"/>
                  <a:gd name="T82" fmla="*/ 4 w 28"/>
                  <a:gd name="T83" fmla="*/ 27 h 37"/>
                  <a:gd name="T84" fmla="*/ 24 w 28"/>
                  <a:gd name="T85" fmla="*/ 27 h 37"/>
                  <a:gd name="T86" fmla="*/ 24 w 28"/>
                  <a:gd name="T87" fmla="*/ 25 h 37"/>
                  <a:gd name="T88" fmla="*/ 4 w 28"/>
                  <a:gd name="T89" fmla="*/ 25 h 37"/>
                  <a:gd name="T90" fmla="*/ 4 w 28"/>
                  <a:gd name="T91" fmla="*/ 21 h 37"/>
                  <a:gd name="T92" fmla="*/ 4 w 28"/>
                  <a:gd name="T93" fmla="*/ 23 h 37"/>
                  <a:gd name="T94" fmla="*/ 24 w 28"/>
                  <a:gd name="T95" fmla="*/ 23 h 37"/>
                  <a:gd name="T96" fmla="*/ 24 w 28"/>
                  <a:gd name="T97" fmla="*/ 21 h 37"/>
                  <a:gd name="T98" fmla="*/ 4 w 28"/>
                  <a:gd name="T99" fmla="*/ 21 h 37"/>
                  <a:gd name="T100" fmla="*/ 2 w 28"/>
                  <a:gd name="T101" fmla="*/ 35 h 37"/>
                  <a:gd name="T102" fmla="*/ 26 w 28"/>
                  <a:gd name="T103" fmla="*/ 35 h 37"/>
                  <a:gd name="T104" fmla="*/ 26 w 28"/>
                  <a:gd name="T105" fmla="*/ 11 h 37"/>
                  <a:gd name="T106" fmla="*/ 18 w 28"/>
                  <a:gd name="T107" fmla="*/ 11 h 37"/>
                  <a:gd name="T108" fmla="*/ 17 w 28"/>
                  <a:gd name="T109" fmla="*/ 10 h 37"/>
                  <a:gd name="T110" fmla="*/ 17 w 28"/>
                  <a:gd name="T111" fmla="*/ 2 h 37"/>
                  <a:gd name="T112" fmla="*/ 2 w 28"/>
                  <a:gd name="T113" fmla="*/ 2 h 37"/>
                  <a:gd name="T114" fmla="*/ 2 w 28"/>
                  <a:gd name="T115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8" h="37">
                    <a:moveTo>
                      <a:pt x="19" y="3"/>
                    </a:moveTo>
                    <a:cubicBezTo>
                      <a:pt x="19" y="9"/>
                      <a:pt x="19" y="9"/>
                      <a:pt x="19" y="9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19" y="3"/>
                      <a:pt x="19" y="3"/>
                      <a:pt x="19" y="3"/>
                    </a:cubicBezTo>
                    <a:close/>
                    <a:moveTo>
                      <a:pt x="4" y="5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4" y="5"/>
                      <a:pt x="4" y="5"/>
                      <a:pt x="4" y="5"/>
                    </a:cubicBezTo>
                    <a:close/>
                    <a:moveTo>
                      <a:pt x="4" y="9"/>
                    </a:moveTo>
                    <a:cubicBezTo>
                      <a:pt x="4" y="11"/>
                      <a:pt x="4" y="11"/>
                      <a:pt x="4" y="11"/>
                    </a:cubicBez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4" y="9"/>
                      <a:pt x="4" y="9"/>
                      <a:pt x="4" y="9"/>
                    </a:cubicBezTo>
                    <a:close/>
                    <a:moveTo>
                      <a:pt x="4" y="13"/>
                    </a:moveTo>
                    <a:cubicBezTo>
                      <a:pt x="4" y="15"/>
                      <a:pt x="4" y="15"/>
                      <a:pt x="4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4" y="13"/>
                      <a:pt x="4" y="13"/>
                      <a:pt x="4" y="13"/>
                    </a:cubicBezTo>
                    <a:close/>
                    <a:moveTo>
                      <a:pt x="4" y="17"/>
                    </a:moveTo>
                    <a:cubicBezTo>
                      <a:pt x="4" y="19"/>
                      <a:pt x="4" y="19"/>
                      <a:pt x="4" y="19"/>
                    </a:cubicBezTo>
                    <a:cubicBezTo>
                      <a:pt x="24" y="19"/>
                      <a:pt x="24" y="19"/>
                      <a:pt x="24" y="19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4" y="17"/>
                      <a:pt x="4" y="17"/>
                      <a:pt x="4" y="17"/>
                    </a:cubicBezTo>
                    <a:close/>
                    <a:moveTo>
                      <a:pt x="27" y="37"/>
                    </a:moveTo>
                    <a:cubicBezTo>
                      <a:pt x="1" y="37"/>
                      <a:pt x="1" y="37"/>
                      <a:pt x="1" y="37"/>
                    </a:cubicBezTo>
                    <a:cubicBezTo>
                      <a:pt x="0" y="37"/>
                      <a:pt x="0" y="36"/>
                      <a:pt x="0" y="36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8" y="0"/>
                      <a:pt x="18" y="0"/>
                      <a:pt x="20" y="1"/>
                    </a:cubicBezTo>
                    <a:cubicBezTo>
                      <a:pt x="27" y="9"/>
                      <a:pt x="27" y="9"/>
                      <a:pt x="27" y="9"/>
                    </a:cubicBezTo>
                    <a:cubicBezTo>
                      <a:pt x="28" y="10"/>
                      <a:pt x="28" y="10"/>
                      <a:pt x="28" y="11"/>
                    </a:cubicBezTo>
                    <a:cubicBezTo>
                      <a:pt x="28" y="36"/>
                      <a:pt x="28" y="36"/>
                      <a:pt x="28" y="36"/>
                    </a:cubicBezTo>
                    <a:cubicBezTo>
                      <a:pt x="28" y="36"/>
                      <a:pt x="28" y="37"/>
                      <a:pt x="27" y="37"/>
                    </a:cubicBezTo>
                    <a:close/>
                    <a:moveTo>
                      <a:pt x="4" y="29"/>
                    </a:moveTo>
                    <a:cubicBezTo>
                      <a:pt x="4" y="32"/>
                      <a:pt x="4" y="32"/>
                      <a:pt x="4" y="32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4" y="29"/>
                      <a:pt x="24" y="29"/>
                      <a:pt x="24" y="29"/>
                    </a:cubicBezTo>
                    <a:cubicBezTo>
                      <a:pt x="4" y="29"/>
                      <a:pt x="4" y="29"/>
                      <a:pt x="4" y="29"/>
                    </a:cubicBezTo>
                    <a:close/>
                    <a:moveTo>
                      <a:pt x="4" y="25"/>
                    </a:moveTo>
                    <a:cubicBezTo>
                      <a:pt x="4" y="27"/>
                      <a:pt x="4" y="27"/>
                      <a:pt x="4" y="27"/>
                    </a:cubicBezTo>
                    <a:cubicBezTo>
                      <a:pt x="24" y="27"/>
                      <a:pt x="24" y="27"/>
                      <a:pt x="24" y="27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4" y="25"/>
                      <a:pt x="4" y="25"/>
                      <a:pt x="4" y="25"/>
                    </a:cubicBezTo>
                    <a:close/>
                    <a:moveTo>
                      <a:pt x="4" y="21"/>
                    </a:moveTo>
                    <a:cubicBezTo>
                      <a:pt x="4" y="23"/>
                      <a:pt x="4" y="23"/>
                      <a:pt x="4" y="23"/>
                    </a:cubicBezTo>
                    <a:cubicBezTo>
                      <a:pt x="24" y="23"/>
                      <a:pt x="24" y="23"/>
                      <a:pt x="24" y="23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4" y="21"/>
                      <a:pt x="4" y="21"/>
                      <a:pt x="4" y="21"/>
                    </a:cubicBezTo>
                    <a:close/>
                    <a:moveTo>
                      <a:pt x="2" y="35"/>
                    </a:moveTo>
                    <a:cubicBezTo>
                      <a:pt x="26" y="35"/>
                      <a:pt x="26" y="35"/>
                      <a:pt x="26" y="35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18" y="11"/>
                      <a:pt x="18" y="11"/>
                      <a:pt x="18" y="11"/>
                    </a:cubicBezTo>
                    <a:cubicBezTo>
                      <a:pt x="17" y="11"/>
                      <a:pt x="17" y="11"/>
                      <a:pt x="17" y="10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2" y="2"/>
                      <a:pt x="2" y="2"/>
                      <a:pt x="2" y="2"/>
                    </a:cubicBez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5" name="Freeform 415"/>
              <p:cNvSpPr>
                <a:spLocks noEditPoints="1"/>
              </p:cNvSpPr>
              <p:nvPr/>
            </p:nvSpPr>
            <p:spPr bwMode="auto">
              <a:xfrm>
                <a:off x="2915795" y="2644623"/>
                <a:ext cx="317255" cy="404840"/>
              </a:xfrm>
              <a:custGeom>
                <a:avLst/>
                <a:gdLst>
                  <a:gd name="T0" fmla="*/ 20 w 29"/>
                  <a:gd name="T1" fmla="*/ 3 h 37"/>
                  <a:gd name="T2" fmla="*/ 20 w 29"/>
                  <a:gd name="T3" fmla="*/ 9 h 37"/>
                  <a:gd name="T4" fmla="*/ 26 w 29"/>
                  <a:gd name="T5" fmla="*/ 9 h 37"/>
                  <a:gd name="T6" fmla="*/ 20 w 29"/>
                  <a:gd name="T7" fmla="*/ 3 h 37"/>
                  <a:gd name="T8" fmla="*/ 4 w 29"/>
                  <a:gd name="T9" fmla="*/ 5 h 37"/>
                  <a:gd name="T10" fmla="*/ 4 w 29"/>
                  <a:gd name="T11" fmla="*/ 7 h 37"/>
                  <a:gd name="T12" fmla="*/ 16 w 29"/>
                  <a:gd name="T13" fmla="*/ 7 h 37"/>
                  <a:gd name="T14" fmla="*/ 16 w 29"/>
                  <a:gd name="T15" fmla="*/ 5 h 37"/>
                  <a:gd name="T16" fmla="*/ 4 w 29"/>
                  <a:gd name="T17" fmla="*/ 5 h 37"/>
                  <a:gd name="T18" fmla="*/ 4 w 29"/>
                  <a:gd name="T19" fmla="*/ 9 h 37"/>
                  <a:gd name="T20" fmla="*/ 4 w 29"/>
                  <a:gd name="T21" fmla="*/ 11 h 37"/>
                  <a:gd name="T22" fmla="*/ 16 w 29"/>
                  <a:gd name="T23" fmla="*/ 11 h 37"/>
                  <a:gd name="T24" fmla="*/ 16 w 29"/>
                  <a:gd name="T25" fmla="*/ 9 h 37"/>
                  <a:gd name="T26" fmla="*/ 4 w 29"/>
                  <a:gd name="T27" fmla="*/ 9 h 37"/>
                  <a:gd name="T28" fmla="*/ 4 w 29"/>
                  <a:gd name="T29" fmla="*/ 13 h 37"/>
                  <a:gd name="T30" fmla="*/ 4 w 29"/>
                  <a:gd name="T31" fmla="*/ 15 h 37"/>
                  <a:gd name="T32" fmla="*/ 25 w 29"/>
                  <a:gd name="T33" fmla="*/ 15 h 37"/>
                  <a:gd name="T34" fmla="*/ 25 w 29"/>
                  <a:gd name="T35" fmla="*/ 13 h 37"/>
                  <a:gd name="T36" fmla="*/ 4 w 29"/>
                  <a:gd name="T37" fmla="*/ 13 h 37"/>
                  <a:gd name="T38" fmla="*/ 4 w 29"/>
                  <a:gd name="T39" fmla="*/ 17 h 37"/>
                  <a:gd name="T40" fmla="*/ 4 w 29"/>
                  <a:gd name="T41" fmla="*/ 19 h 37"/>
                  <a:gd name="T42" fmla="*/ 25 w 29"/>
                  <a:gd name="T43" fmla="*/ 19 h 37"/>
                  <a:gd name="T44" fmla="*/ 25 w 29"/>
                  <a:gd name="T45" fmla="*/ 17 h 37"/>
                  <a:gd name="T46" fmla="*/ 4 w 29"/>
                  <a:gd name="T47" fmla="*/ 17 h 37"/>
                  <a:gd name="T48" fmla="*/ 28 w 29"/>
                  <a:gd name="T49" fmla="*/ 37 h 37"/>
                  <a:gd name="T50" fmla="*/ 1 w 29"/>
                  <a:gd name="T51" fmla="*/ 37 h 37"/>
                  <a:gd name="T52" fmla="*/ 0 w 29"/>
                  <a:gd name="T53" fmla="*/ 36 h 37"/>
                  <a:gd name="T54" fmla="*/ 0 w 29"/>
                  <a:gd name="T55" fmla="*/ 1 h 37"/>
                  <a:gd name="T56" fmla="*/ 1 w 29"/>
                  <a:gd name="T57" fmla="*/ 0 h 37"/>
                  <a:gd name="T58" fmla="*/ 17 w 29"/>
                  <a:gd name="T59" fmla="*/ 0 h 37"/>
                  <a:gd name="T60" fmla="*/ 20 w 29"/>
                  <a:gd name="T61" fmla="*/ 1 h 37"/>
                  <a:gd name="T62" fmla="*/ 28 w 29"/>
                  <a:gd name="T63" fmla="*/ 9 h 37"/>
                  <a:gd name="T64" fmla="*/ 29 w 29"/>
                  <a:gd name="T65" fmla="*/ 11 h 37"/>
                  <a:gd name="T66" fmla="*/ 29 w 29"/>
                  <a:gd name="T67" fmla="*/ 36 h 37"/>
                  <a:gd name="T68" fmla="*/ 28 w 29"/>
                  <a:gd name="T69" fmla="*/ 37 h 37"/>
                  <a:gd name="T70" fmla="*/ 4 w 29"/>
                  <a:gd name="T71" fmla="*/ 29 h 37"/>
                  <a:gd name="T72" fmla="*/ 4 w 29"/>
                  <a:gd name="T73" fmla="*/ 31 h 37"/>
                  <a:gd name="T74" fmla="*/ 25 w 29"/>
                  <a:gd name="T75" fmla="*/ 31 h 37"/>
                  <a:gd name="T76" fmla="*/ 25 w 29"/>
                  <a:gd name="T77" fmla="*/ 29 h 37"/>
                  <a:gd name="T78" fmla="*/ 4 w 29"/>
                  <a:gd name="T79" fmla="*/ 29 h 37"/>
                  <a:gd name="T80" fmla="*/ 4 w 29"/>
                  <a:gd name="T81" fmla="*/ 25 h 37"/>
                  <a:gd name="T82" fmla="*/ 4 w 29"/>
                  <a:gd name="T83" fmla="*/ 27 h 37"/>
                  <a:gd name="T84" fmla="*/ 25 w 29"/>
                  <a:gd name="T85" fmla="*/ 27 h 37"/>
                  <a:gd name="T86" fmla="*/ 25 w 29"/>
                  <a:gd name="T87" fmla="*/ 25 h 37"/>
                  <a:gd name="T88" fmla="*/ 4 w 29"/>
                  <a:gd name="T89" fmla="*/ 25 h 37"/>
                  <a:gd name="T90" fmla="*/ 4 w 29"/>
                  <a:gd name="T91" fmla="*/ 21 h 37"/>
                  <a:gd name="T92" fmla="*/ 4 w 29"/>
                  <a:gd name="T93" fmla="*/ 23 h 37"/>
                  <a:gd name="T94" fmla="*/ 25 w 29"/>
                  <a:gd name="T95" fmla="*/ 23 h 37"/>
                  <a:gd name="T96" fmla="*/ 25 w 29"/>
                  <a:gd name="T97" fmla="*/ 21 h 37"/>
                  <a:gd name="T98" fmla="*/ 4 w 29"/>
                  <a:gd name="T99" fmla="*/ 21 h 37"/>
                  <a:gd name="T100" fmla="*/ 2 w 29"/>
                  <a:gd name="T101" fmla="*/ 34 h 37"/>
                  <a:gd name="T102" fmla="*/ 27 w 29"/>
                  <a:gd name="T103" fmla="*/ 34 h 37"/>
                  <a:gd name="T104" fmla="*/ 27 w 29"/>
                  <a:gd name="T105" fmla="*/ 11 h 37"/>
                  <a:gd name="T106" fmla="*/ 19 w 29"/>
                  <a:gd name="T107" fmla="*/ 11 h 37"/>
                  <a:gd name="T108" fmla="*/ 18 w 29"/>
                  <a:gd name="T109" fmla="*/ 10 h 37"/>
                  <a:gd name="T110" fmla="*/ 18 w 29"/>
                  <a:gd name="T111" fmla="*/ 2 h 37"/>
                  <a:gd name="T112" fmla="*/ 2 w 29"/>
                  <a:gd name="T113" fmla="*/ 2 h 37"/>
                  <a:gd name="T114" fmla="*/ 2 w 29"/>
                  <a:gd name="T115" fmla="*/ 34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9" h="37">
                    <a:moveTo>
                      <a:pt x="20" y="3"/>
                    </a:moveTo>
                    <a:cubicBezTo>
                      <a:pt x="20" y="9"/>
                      <a:pt x="20" y="9"/>
                      <a:pt x="20" y="9"/>
                    </a:cubicBezTo>
                    <a:cubicBezTo>
                      <a:pt x="26" y="9"/>
                      <a:pt x="26" y="9"/>
                      <a:pt x="26" y="9"/>
                    </a:cubicBezTo>
                    <a:cubicBezTo>
                      <a:pt x="20" y="3"/>
                      <a:pt x="20" y="3"/>
                      <a:pt x="20" y="3"/>
                    </a:cubicBezTo>
                    <a:close/>
                    <a:moveTo>
                      <a:pt x="4" y="5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16" y="7"/>
                      <a:pt x="16" y="7"/>
                      <a:pt x="16" y="7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4" y="5"/>
                      <a:pt x="4" y="5"/>
                      <a:pt x="4" y="5"/>
                    </a:cubicBezTo>
                    <a:close/>
                    <a:moveTo>
                      <a:pt x="4" y="9"/>
                    </a:moveTo>
                    <a:cubicBezTo>
                      <a:pt x="4" y="11"/>
                      <a:pt x="4" y="11"/>
                      <a:pt x="4" y="11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4" y="9"/>
                      <a:pt x="4" y="9"/>
                      <a:pt x="4" y="9"/>
                    </a:cubicBezTo>
                    <a:close/>
                    <a:moveTo>
                      <a:pt x="4" y="13"/>
                    </a:moveTo>
                    <a:cubicBezTo>
                      <a:pt x="4" y="15"/>
                      <a:pt x="4" y="15"/>
                      <a:pt x="4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4" y="13"/>
                      <a:pt x="4" y="13"/>
                      <a:pt x="4" y="13"/>
                    </a:cubicBezTo>
                    <a:close/>
                    <a:moveTo>
                      <a:pt x="4" y="17"/>
                    </a:moveTo>
                    <a:cubicBezTo>
                      <a:pt x="4" y="19"/>
                      <a:pt x="4" y="19"/>
                      <a:pt x="4" y="19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4" y="17"/>
                      <a:pt x="4" y="17"/>
                      <a:pt x="4" y="17"/>
                    </a:cubicBezTo>
                    <a:close/>
                    <a:moveTo>
                      <a:pt x="28" y="37"/>
                    </a:moveTo>
                    <a:cubicBezTo>
                      <a:pt x="1" y="37"/>
                      <a:pt x="1" y="37"/>
                      <a:pt x="1" y="37"/>
                    </a:cubicBezTo>
                    <a:cubicBezTo>
                      <a:pt x="1" y="37"/>
                      <a:pt x="0" y="36"/>
                      <a:pt x="0" y="36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9" y="0"/>
                      <a:pt x="19" y="0"/>
                      <a:pt x="20" y="1"/>
                    </a:cubicBezTo>
                    <a:cubicBezTo>
                      <a:pt x="28" y="9"/>
                      <a:pt x="28" y="9"/>
                      <a:pt x="28" y="9"/>
                    </a:cubicBezTo>
                    <a:cubicBezTo>
                      <a:pt x="29" y="10"/>
                      <a:pt x="29" y="10"/>
                      <a:pt x="29" y="11"/>
                    </a:cubicBezTo>
                    <a:cubicBezTo>
                      <a:pt x="29" y="36"/>
                      <a:pt x="29" y="36"/>
                      <a:pt x="29" y="36"/>
                    </a:cubicBezTo>
                    <a:cubicBezTo>
                      <a:pt x="29" y="36"/>
                      <a:pt x="29" y="37"/>
                      <a:pt x="28" y="37"/>
                    </a:cubicBezTo>
                    <a:close/>
                    <a:moveTo>
                      <a:pt x="4" y="29"/>
                    </a:moveTo>
                    <a:cubicBezTo>
                      <a:pt x="4" y="31"/>
                      <a:pt x="4" y="31"/>
                      <a:pt x="4" y="31"/>
                    </a:cubicBezTo>
                    <a:cubicBezTo>
                      <a:pt x="25" y="31"/>
                      <a:pt x="25" y="31"/>
                      <a:pt x="25" y="31"/>
                    </a:cubicBezTo>
                    <a:cubicBezTo>
                      <a:pt x="25" y="29"/>
                      <a:pt x="25" y="29"/>
                      <a:pt x="25" y="29"/>
                    </a:cubicBezTo>
                    <a:cubicBezTo>
                      <a:pt x="4" y="29"/>
                      <a:pt x="4" y="29"/>
                      <a:pt x="4" y="29"/>
                    </a:cubicBezTo>
                    <a:close/>
                    <a:moveTo>
                      <a:pt x="4" y="25"/>
                    </a:moveTo>
                    <a:cubicBezTo>
                      <a:pt x="4" y="27"/>
                      <a:pt x="4" y="27"/>
                      <a:pt x="4" y="27"/>
                    </a:cubicBezTo>
                    <a:cubicBezTo>
                      <a:pt x="25" y="27"/>
                      <a:pt x="25" y="27"/>
                      <a:pt x="25" y="27"/>
                    </a:cubicBezTo>
                    <a:cubicBezTo>
                      <a:pt x="25" y="25"/>
                      <a:pt x="25" y="25"/>
                      <a:pt x="25" y="25"/>
                    </a:cubicBezTo>
                    <a:cubicBezTo>
                      <a:pt x="4" y="25"/>
                      <a:pt x="4" y="25"/>
                      <a:pt x="4" y="25"/>
                    </a:cubicBezTo>
                    <a:close/>
                    <a:moveTo>
                      <a:pt x="4" y="21"/>
                    </a:moveTo>
                    <a:cubicBezTo>
                      <a:pt x="4" y="23"/>
                      <a:pt x="4" y="23"/>
                      <a:pt x="4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4" y="21"/>
                      <a:pt x="4" y="21"/>
                      <a:pt x="4" y="21"/>
                    </a:cubicBezTo>
                    <a:close/>
                    <a:moveTo>
                      <a:pt x="2" y="34"/>
                    </a:moveTo>
                    <a:cubicBezTo>
                      <a:pt x="27" y="34"/>
                      <a:pt x="27" y="34"/>
                      <a:pt x="27" y="34"/>
                    </a:cubicBezTo>
                    <a:cubicBezTo>
                      <a:pt x="27" y="11"/>
                      <a:pt x="27" y="11"/>
                      <a:pt x="27" y="11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8" y="11"/>
                      <a:pt x="18" y="11"/>
                      <a:pt x="18" y="10"/>
                    </a:cubicBezTo>
                    <a:cubicBezTo>
                      <a:pt x="18" y="2"/>
                      <a:pt x="18" y="2"/>
                      <a:pt x="18" y="2"/>
                    </a:cubicBezTo>
                    <a:cubicBezTo>
                      <a:pt x="2" y="2"/>
                      <a:pt x="2" y="2"/>
                      <a:pt x="2" y="2"/>
                    </a:cubicBezTo>
                    <a:lnTo>
                      <a:pt x="2" y="34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6" name="Freeform 416"/>
              <p:cNvSpPr>
                <a:spLocks noEditPoints="1"/>
              </p:cNvSpPr>
              <p:nvPr/>
            </p:nvSpPr>
            <p:spPr bwMode="auto">
              <a:xfrm>
                <a:off x="2913213" y="2651921"/>
                <a:ext cx="317255" cy="395109"/>
              </a:xfrm>
              <a:custGeom>
                <a:avLst/>
                <a:gdLst>
                  <a:gd name="T0" fmla="*/ 20 w 29"/>
                  <a:gd name="T1" fmla="*/ 3 h 36"/>
                  <a:gd name="T2" fmla="*/ 20 w 29"/>
                  <a:gd name="T3" fmla="*/ 9 h 36"/>
                  <a:gd name="T4" fmla="*/ 26 w 29"/>
                  <a:gd name="T5" fmla="*/ 9 h 36"/>
                  <a:gd name="T6" fmla="*/ 20 w 29"/>
                  <a:gd name="T7" fmla="*/ 3 h 36"/>
                  <a:gd name="T8" fmla="*/ 4 w 29"/>
                  <a:gd name="T9" fmla="*/ 5 h 36"/>
                  <a:gd name="T10" fmla="*/ 4 w 29"/>
                  <a:gd name="T11" fmla="*/ 7 h 36"/>
                  <a:gd name="T12" fmla="*/ 16 w 29"/>
                  <a:gd name="T13" fmla="*/ 7 h 36"/>
                  <a:gd name="T14" fmla="*/ 16 w 29"/>
                  <a:gd name="T15" fmla="*/ 5 h 36"/>
                  <a:gd name="T16" fmla="*/ 4 w 29"/>
                  <a:gd name="T17" fmla="*/ 5 h 36"/>
                  <a:gd name="T18" fmla="*/ 4 w 29"/>
                  <a:gd name="T19" fmla="*/ 9 h 36"/>
                  <a:gd name="T20" fmla="*/ 4 w 29"/>
                  <a:gd name="T21" fmla="*/ 11 h 36"/>
                  <a:gd name="T22" fmla="*/ 16 w 29"/>
                  <a:gd name="T23" fmla="*/ 11 h 36"/>
                  <a:gd name="T24" fmla="*/ 16 w 29"/>
                  <a:gd name="T25" fmla="*/ 9 h 36"/>
                  <a:gd name="T26" fmla="*/ 4 w 29"/>
                  <a:gd name="T27" fmla="*/ 9 h 36"/>
                  <a:gd name="T28" fmla="*/ 4 w 29"/>
                  <a:gd name="T29" fmla="*/ 13 h 36"/>
                  <a:gd name="T30" fmla="*/ 4 w 29"/>
                  <a:gd name="T31" fmla="*/ 15 h 36"/>
                  <a:gd name="T32" fmla="*/ 25 w 29"/>
                  <a:gd name="T33" fmla="*/ 15 h 36"/>
                  <a:gd name="T34" fmla="*/ 25 w 29"/>
                  <a:gd name="T35" fmla="*/ 13 h 36"/>
                  <a:gd name="T36" fmla="*/ 4 w 29"/>
                  <a:gd name="T37" fmla="*/ 13 h 36"/>
                  <a:gd name="T38" fmla="*/ 4 w 29"/>
                  <a:gd name="T39" fmla="*/ 17 h 36"/>
                  <a:gd name="T40" fmla="*/ 4 w 29"/>
                  <a:gd name="T41" fmla="*/ 19 h 36"/>
                  <a:gd name="T42" fmla="*/ 25 w 29"/>
                  <a:gd name="T43" fmla="*/ 19 h 36"/>
                  <a:gd name="T44" fmla="*/ 25 w 29"/>
                  <a:gd name="T45" fmla="*/ 17 h 36"/>
                  <a:gd name="T46" fmla="*/ 4 w 29"/>
                  <a:gd name="T47" fmla="*/ 17 h 36"/>
                  <a:gd name="T48" fmla="*/ 28 w 29"/>
                  <a:gd name="T49" fmla="*/ 36 h 36"/>
                  <a:gd name="T50" fmla="*/ 1 w 29"/>
                  <a:gd name="T51" fmla="*/ 36 h 36"/>
                  <a:gd name="T52" fmla="*/ 0 w 29"/>
                  <a:gd name="T53" fmla="*/ 35 h 36"/>
                  <a:gd name="T54" fmla="*/ 0 w 29"/>
                  <a:gd name="T55" fmla="*/ 1 h 36"/>
                  <a:gd name="T56" fmla="*/ 1 w 29"/>
                  <a:gd name="T57" fmla="*/ 0 h 36"/>
                  <a:gd name="T58" fmla="*/ 17 w 29"/>
                  <a:gd name="T59" fmla="*/ 0 h 36"/>
                  <a:gd name="T60" fmla="*/ 20 w 29"/>
                  <a:gd name="T61" fmla="*/ 1 h 36"/>
                  <a:gd name="T62" fmla="*/ 28 w 29"/>
                  <a:gd name="T63" fmla="*/ 9 h 36"/>
                  <a:gd name="T64" fmla="*/ 29 w 29"/>
                  <a:gd name="T65" fmla="*/ 10 h 36"/>
                  <a:gd name="T66" fmla="*/ 29 w 29"/>
                  <a:gd name="T67" fmla="*/ 35 h 36"/>
                  <a:gd name="T68" fmla="*/ 28 w 29"/>
                  <a:gd name="T69" fmla="*/ 36 h 36"/>
                  <a:gd name="T70" fmla="*/ 4 w 29"/>
                  <a:gd name="T71" fmla="*/ 29 h 36"/>
                  <a:gd name="T72" fmla="*/ 4 w 29"/>
                  <a:gd name="T73" fmla="*/ 31 h 36"/>
                  <a:gd name="T74" fmla="*/ 25 w 29"/>
                  <a:gd name="T75" fmla="*/ 31 h 36"/>
                  <a:gd name="T76" fmla="*/ 25 w 29"/>
                  <a:gd name="T77" fmla="*/ 29 h 36"/>
                  <a:gd name="T78" fmla="*/ 4 w 29"/>
                  <a:gd name="T79" fmla="*/ 29 h 36"/>
                  <a:gd name="T80" fmla="*/ 4 w 29"/>
                  <a:gd name="T81" fmla="*/ 25 h 36"/>
                  <a:gd name="T82" fmla="*/ 4 w 29"/>
                  <a:gd name="T83" fmla="*/ 27 h 36"/>
                  <a:gd name="T84" fmla="*/ 25 w 29"/>
                  <a:gd name="T85" fmla="*/ 27 h 36"/>
                  <a:gd name="T86" fmla="*/ 25 w 29"/>
                  <a:gd name="T87" fmla="*/ 25 h 36"/>
                  <a:gd name="T88" fmla="*/ 4 w 29"/>
                  <a:gd name="T89" fmla="*/ 25 h 36"/>
                  <a:gd name="T90" fmla="*/ 4 w 29"/>
                  <a:gd name="T91" fmla="*/ 21 h 36"/>
                  <a:gd name="T92" fmla="*/ 4 w 29"/>
                  <a:gd name="T93" fmla="*/ 23 h 36"/>
                  <a:gd name="T94" fmla="*/ 25 w 29"/>
                  <a:gd name="T95" fmla="*/ 23 h 36"/>
                  <a:gd name="T96" fmla="*/ 25 w 29"/>
                  <a:gd name="T97" fmla="*/ 21 h 36"/>
                  <a:gd name="T98" fmla="*/ 4 w 29"/>
                  <a:gd name="T99" fmla="*/ 21 h 36"/>
                  <a:gd name="T100" fmla="*/ 2 w 29"/>
                  <a:gd name="T101" fmla="*/ 34 h 36"/>
                  <a:gd name="T102" fmla="*/ 27 w 29"/>
                  <a:gd name="T103" fmla="*/ 34 h 36"/>
                  <a:gd name="T104" fmla="*/ 27 w 29"/>
                  <a:gd name="T105" fmla="*/ 11 h 36"/>
                  <a:gd name="T106" fmla="*/ 19 w 29"/>
                  <a:gd name="T107" fmla="*/ 11 h 36"/>
                  <a:gd name="T108" fmla="*/ 18 w 29"/>
                  <a:gd name="T109" fmla="*/ 10 h 36"/>
                  <a:gd name="T110" fmla="*/ 18 w 29"/>
                  <a:gd name="T111" fmla="*/ 2 h 36"/>
                  <a:gd name="T112" fmla="*/ 2 w 29"/>
                  <a:gd name="T113" fmla="*/ 2 h 36"/>
                  <a:gd name="T114" fmla="*/ 2 w 29"/>
                  <a:gd name="T115" fmla="*/ 3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9" h="36">
                    <a:moveTo>
                      <a:pt x="20" y="3"/>
                    </a:moveTo>
                    <a:cubicBezTo>
                      <a:pt x="20" y="9"/>
                      <a:pt x="20" y="9"/>
                      <a:pt x="20" y="9"/>
                    </a:cubicBezTo>
                    <a:cubicBezTo>
                      <a:pt x="26" y="9"/>
                      <a:pt x="26" y="9"/>
                      <a:pt x="26" y="9"/>
                    </a:cubicBezTo>
                    <a:cubicBezTo>
                      <a:pt x="20" y="3"/>
                      <a:pt x="20" y="3"/>
                      <a:pt x="20" y="3"/>
                    </a:cubicBezTo>
                    <a:close/>
                    <a:moveTo>
                      <a:pt x="4" y="5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16" y="7"/>
                      <a:pt x="16" y="7"/>
                      <a:pt x="16" y="7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4" y="5"/>
                      <a:pt x="4" y="5"/>
                      <a:pt x="4" y="5"/>
                    </a:cubicBezTo>
                    <a:close/>
                    <a:moveTo>
                      <a:pt x="4" y="9"/>
                    </a:moveTo>
                    <a:cubicBezTo>
                      <a:pt x="4" y="11"/>
                      <a:pt x="4" y="11"/>
                      <a:pt x="4" y="11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4" y="9"/>
                      <a:pt x="4" y="9"/>
                      <a:pt x="4" y="9"/>
                    </a:cubicBezTo>
                    <a:close/>
                    <a:moveTo>
                      <a:pt x="4" y="13"/>
                    </a:moveTo>
                    <a:cubicBezTo>
                      <a:pt x="4" y="15"/>
                      <a:pt x="4" y="15"/>
                      <a:pt x="4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4" y="13"/>
                      <a:pt x="4" y="13"/>
                      <a:pt x="4" y="13"/>
                    </a:cubicBezTo>
                    <a:close/>
                    <a:moveTo>
                      <a:pt x="4" y="17"/>
                    </a:moveTo>
                    <a:cubicBezTo>
                      <a:pt x="4" y="19"/>
                      <a:pt x="4" y="19"/>
                      <a:pt x="4" y="19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4" y="17"/>
                      <a:pt x="4" y="17"/>
                      <a:pt x="4" y="17"/>
                    </a:cubicBezTo>
                    <a:close/>
                    <a:moveTo>
                      <a:pt x="28" y="36"/>
                    </a:moveTo>
                    <a:cubicBezTo>
                      <a:pt x="1" y="36"/>
                      <a:pt x="1" y="36"/>
                      <a:pt x="1" y="36"/>
                    </a:cubicBezTo>
                    <a:cubicBezTo>
                      <a:pt x="1" y="36"/>
                      <a:pt x="0" y="36"/>
                      <a:pt x="0" y="35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9" y="0"/>
                      <a:pt x="19" y="0"/>
                      <a:pt x="20" y="1"/>
                    </a:cubicBezTo>
                    <a:cubicBezTo>
                      <a:pt x="28" y="9"/>
                      <a:pt x="28" y="9"/>
                      <a:pt x="28" y="9"/>
                    </a:cubicBezTo>
                    <a:cubicBezTo>
                      <a:pt x="29" y="9"/>
                      <a:pt x="29" y="10"/>
                      <a:pt x="29" y="10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29" y="36"/>
                      <a:pt x="29" y="36"/>
                      <a:pt x="28" y="36"/>
                    </a:cubicBezTo>
                    <a:close/>
                    <a:moveTo>
                      <a:pt x="4" y="29"/>
                    </a:moveTo>
                    <a:cubicBezTo>
                      <a:pt x="4" y="31"/>
                      <a:pt x="4" y="31"/>
                      <a:pt x="4" y="31"/>
                    </a:cubicBezTo>
                    <a:cubicBezTo>
                      <a:pt x="25" y="31"/>
                      <a:pt x="25" y="31"/>
                      <a:pt x="25" y="31"/>
                    </a:cubicBezTo>
                    <a:cubicBezTo>
                      <a:pt x="25" y="29"/>
                      <a:pt x="25" y="29"/>
                      <a:pt x="25" y="29"/>
                    </a:cubicBezTo>
                    <a:cubicBezTo>
                      <a:pt x="4" y="29"/>
                      <a:pt x="4" y="29"/>
                      <a:pt x="4" y="29"/>
                    </a:cubicBezTo>
                    <a:close/>
                    <a:moveTo>
                      <a:pt x="4" y="25"/>
                    </a:moveTo>
                    <a:cubicBezTo>
                      <a:pt x="4" y="27"/>
                      <a:pt x="4" y="27"/>
                      <a:pt x="4" y="27"/>
                    </a:cubicBezTo>
                    <a:cubicBezTo>
                      <a:pt x="25" y="27"/>
                      <a:pt x="25" y="27"/>
                      <a:pt x="25" y="27"/>
                    </a:cubicBezTo>
                    <a:cubicBezTo>
                      <a:pt x="25" y="25"/>
                      <a:pt x="25" y="25"/>
                      <a:pt x="25" y="25"/>
                    </a:cubicBezTo>
                    <a:cubicBezTo>
                      <a:pt x="4" y="25"/>
                      <a:pt x="4" y="25"/>
                      <a:pt x="4" y="25"/>
                    </a:cubicBezTo>
                    <a:close/>
                    <a:moveTo>
                      <a:pt x="4" y="21"/>
                    </a:moveTo>
                    <a:cubicBezTo>
                      <a:pt x="4" y="23"/>
                      <a:pt x="4" y="23"/>
                      <a:pt x="4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4" y="21"/>
                      <a:pt x="4" y="21"/>
                      <a:pt x="4" y="21"/>
                    </a:cubicBezTo>
                    <a:close/>
                    <a:moveTo>
                      <a:pt x="2" y="34"/>
                    </a:moveTo>
                    <a:cubicBezTo>
                      <a:pt x="27" y="34"/>
                      <a:pt x="27" y="34"/>
                      <a:pt x="27" y="34"/>
                    </a:cubicBezTo>
                    <a:cubicBezTo>
                      <a:pt x="27" y="11"/>
                      <a:pt x="27" y="11"/>
                      <a:pt x="27" y="11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8" y="11"/>
                      <a:pt x="18" y="11"/>
                      <a:pt x="18" y="10"/>
                    </a:cubicBezTo>
                    <a:cubicBezTo>
                      <a:pt x="18" y="2"/>
                      <a:pt x="18" y="2"/>
                      <a:pt x="18" y="2"/>
                    </a:cubicBezTo>
                    <a:cubicBezTo>
                      <a:pt x="2" y="2"/>
                      <a:pt x="2" y="2"/>
                      <a:pt x="2" y="2"/>
                    </a:cubicBezTo>
                    <a:lnTo>
                      <a:pt x="2" y="34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7" name="Freeform 417"/>
              <p:cNvSpPr>
                <a:spLocks noEditPoints="1"/>
              </p:cNvSpPr>
              <p:nvPr/>
            </p:nvSpPr>
            <p:spPr bwMode="auto">
              <a:xfrm>
                <a:off x="2915795" y="2644623"/>
                <a:ext cx="317255" cy="395109"/>
              </a:xfrm>
              <a:custGeom>
                <a:avLst/>
                <a:gdLst>
                  <a:gd name="T0" fmla="*/ 20 w 29"/>
                  <a:gd name="T1" fmla="*/ 3 h 36"/>
                  <a:gd name="T2" fmla="*/ 20 w 29"/>
                  <a:gd name="T3" fmla="*/ 9 h 36"/>
                  <a:gd name="T4" fmla="*/ 25 w 29"/>
                  <a:gd name="T5" fmla="*/ 9 h 36"/>
                  <a:gd name="T6" fmla="*/ 20 w 29"/>
                  <a:gd name="T7" fmla="*/ 3 h 36"/>
                  <a:gd name="T8" fmla="*/ 4 w 29"/>
                  <a:gd name="T9" fmla="*/ 5 h 36"/>
                  <a:gd name="T10" fmla="*/ 4 w 29"/>
                  <a:gd name="T11" fmla="*/ 7 h 36"/>
                  <a:gd name="T12" fmla="*/ 15 w 29"/>
                  <a:gd name="T13" fmla="*/ 7 h 36"/>
                  <a:gd name="T14" fmla="*/ 15 w 29"/>
                  <a:gd name="T15" fmla="*/ 5 h 36"/>
                  <a:gd name="T16" fmla="*/ 4 w 29"/>
                  <a:gd name="T17" fmla="*/ 5 h 36"/>
                  <a:gd name="T18" fmla="*/ 4 w 29"/>
                  <a:gd name="T19" fmla="*/ 9 h 36"/>
                  <a:gd name="T20" fmla="*/ 4 w 29"/>
                  <a:gd name="T21" fmla="*/ 11 h 36"/>
                  <a:gd name="T22" fmla="*/ 15 w 29"/>
                  <a:gd name="T23" fmla="*/ 11 h 36"/>
                  <a:gd name="T24" fmla="*/ 15 w 29"/>
                  <a:gd name="T25" fmla="*/ 9 h 36"/>
                  <a:gd name="T26" fmla="*/ 4 w 29"/>
                  <a:gd name="T27" fmla="*/ 9 h 36"/>
                  <a:gd name="T28" fmla="*/ 4 w 29"/>
                  <a:gd name="T29" fmla="*/ 13 h 36"/>
                  <a:gd name="T30" fmla="*/ 4 w 29"/>
                  <a:gd name="T31" fmla="*/ 15 h 36"/>
                  <a:gd name="T32" fmla="*/ 25 w 29"/>
                  <a:gd name="T33" fmla="*/ 15 h 36"/>
                  <a:gd name="T34" fmla="*/ 25 w 29"/>
                  <a:gd name="T35" fmla="*/ 13 h 36"/>
                  <a:gd name="T36" fmla="*/ 4 w 29"/>
                  <a:gd name="T37" fmla="*/ 13 h 36"/>
                  <a:gd name="T38" fmla="*/ 4 w 29"/>
                  <a:gd name="T39" fmla="*/ 17 h 36"/>
                  <a:gd name="T40" fmla="*/ 4 w 29"/>
                  <a:gd name="T41" fmla="*/ 19 h 36"/>
                  <a:gd name="T42" fmla="*/ 25 w 29"/>
                  <a:gd name="T43" fmla="*/ 19 h 36"/>
                  <a:gd name="T44" fmla="*/ 25 w 29"/>
                  <a:gd name="T45" fmla="*/ 17 h 36"/>
                  <a:gd name="T46" fmla="*/ 4 w 29"/>
                  <a:gd name="T47" fmla="*/ 17 h 36"/>
                  <a:gd name="T48" fmla="*/ 28 w 29"/>
                  <a:gd name="T49" fmla="*/ 36 h 36"/>
                  <a:gd name="T50" fmla="*/ 1 w 29"/>
                  <a:gd name="T51" fmla="*/ 36 h 36"/>
                  <a:gd name="T52" fmla="*/ 0 w 29"/>
                  <a:gd name="T53" fmla="*/ 35 h 36"/>
                  <a:gd name="T54" fmla="*/ 0 w 29"/>
                  <a:gd name="T55" fmla="*/ 1 h 36"/>
                  <a:gd name="T56" fmla="*/ 1 w 29"/>
                  <a:gd name="T57" fmla="*/ 0 h 36"/>
                  <a:gd name="T58" fmla="*/ 17 w 29"/>
                  <a:gd name="T59" fmla="*/ 0 h 36"/>
                  <a:gd name="T60" fmla="*/ 20 w 29"/>
                  <a:gd name="T61" fmla="*/ 1 h 36"/>
                  <a:gd name="T62" fmla="*/ 28 w 29"/>
                  <a:gd name="T63" fmla="*/ 9 h 36"/>
                  <a:gd name="T64" fmla="*/ 29 w 29"/>
                  <a:gd name="T65" fmla="*/ 10 h 36"/>
                  <a:gd name="T66" fmla="*/ 29 w 29"/>
                  <a:gd name="T67" fmla="*/ 35 h 36"/>
                  <a:gd name="T68" fmla="*/ 28 w 29"/>
                  <a:gd name="T69" fmla="*/ 36 h 36"/>
                  <a:gd name="T70" fmla="*/ 4 w 29"/>
                  <a:gd name="T71" fmla="*/ 29 h 36"/>
                  <a:gd name="T72" fmla="*/ 4 w 29"/>
                  <a:gd name="T73" fmla="*/ 31 h 36"/>
                  <a:gd name="T74" fmla="*/ 25 w 29"/>
                  <a:gd name="T75" fmla="*/ 31 h 36"/>
                  <a:gd name="T76" fmla="*/ 25 w 29"/>
                  <a:gd name="T77" fmla="*/ 29 h 36"/>
                  <a:gd name="T78" fmla="*/ 4 w 29"/>
                  <a:gd name="T79" fmla="*/ 29 h 36"/>
                  <a:gd name="T80" fmla="*/ 4 w 29"/>
                  <a:gd name="T81" fmla="*/ 25 h 36"/>
                  <a:gd name="T82" fmla="*/ 4 w 29"/>
                  <a:gd name="T83" fmla="*/ 27 h 36"/>
                  <a:gd name="T84" fmla="*/ 25 w 29"/>
                  <a:gd name="T85" fmla="*/ 27 h 36"/>
                  <a:gd name="T86" fmla="*/ 25 w 29"/>
                  <a:gd name="T87" fmla="*/ 25 h 36"/>
                  <a:gd name="T88" fmla="*/ 4 w 29"/>
                  <a:gd name="T89" fmla="*/ 25 h 36"/>
                  <a:gd name="T90" fmla="*/ 4 w 29"/>
                  <a:gd name="T91" fmla="*/ 21 h 36"/>
                  <a:gd name="T92" fmla="*/ 4 w 29"/>
                  <a:gd name="T93" fmla="*/ 23 h 36"/>
                  <a:gd name="T94" fmla="*/ 25 w 29"/>
                  <a:gd name="T95" fmla="*/ 23 h 36"/>
                  <a:gd name="T96" fmla="*/ 25 w 29"/>
                  <a:gd name="T97" fmla="*/ 21 h 36"/>
                  <a:gd name="T98" fmla="*/ 4 w 29"/>
                  <a:gd name="T99" fmla="*/ 21 h 36"/>
                  <a:gd name="T100" fmla="*/ 2 w 29"/>
                  <a:gd name="T101" fmla="*/ 34 h 36"/>
                  <a:gd name="T102" fmla="*/ 27 w 29"/>
                  <a:gd name="T103" fmla="*/ 34 h 36"/>
                  <a:gd name="T104" fmla="*/ 27 w 29"/>
                  <a:gd name="T105" fmla="*/ 11 h 36"/>
                  <a:gd name="T106" fmla="*/ 19 w 29"/>
                  <a:gd name="T107" fmla="*/ 11 h 36"/>
                  <a:gd name="T108" fmla="*/ 18 w 29"/>
                  <a:gd name="T109" fmla="*/ 10 h 36"/>
                  <a:gd name="T110" fmla="*/ 18 w 29"/>
                  <a:gd name="T111" fmla="*/ 2 h 36"/>
                  <a:gd name="T112" fmla="*/ 2 w 29"/>
                  <a:gd name="T113" fmla="*/ 2 h 36"/>
                  <a:gd name="T114" fmla="*/ 2 w 29"/>
                  <a:gd name="T115" fmla="*/ 3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9" h="36">
                    <a:moveTo>
                      <a:pt x="20" y="3"/>
                    </a:moveTo>
                    <a:cubicBezTo>
                      <a:pt x="20" y="9"/>
                      <a:pt x="20" y="9"/>
                      <a:pt x="20" y="9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20" y="3"/>
                      <a:pt x="20" y="3"/>
                      <a:pt x="20" y="3"/>
                    </a:cubicBezTo>
                    <a:close/>
                    <a:moveTo>
                      <a:pt x="4" y="5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4" y="5"/>
                      <a:pt x="4" y="5"/>
                      <a:pt x="4" y="5"/>
                    </a:cubicBezTo>
                    <a:close/>
                    <a:moveTo>
                      <a:pt x="4" y="9"/>
                    </a:moveTo>
                    <a:cubicBezTo>
                      <a:pt x="4" y="11"/>
                      <a:pt x="4" y="11"/>
                      <a:pt x="4" y="11"/>
                    </a:cubicBez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4" y="9"/>
                      <a:pt x="4" y="9"/>
                      <a:pt x="4" y="9"/>
                    </a:cubicBezTo>
                    <a:close/>
                    <a:moveTo>
                      <a:pt x="4" y="13"/>
                    </a:moveTo>
                    <a:cubicBezTo>
                      <a:pt x="4" y="15"/>
                      <a:pt x="4" y="15"/>
                      <a:pt x="4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4" y="13"/>
                      <a:pt x="4" y="13"/>
                      <a:pt x="4" y="13"/>
                    </a:cubicBezTo>
                    <a:close/>
                    <a:moveTo>
                      <a:pt x="4" y="17"/>
                    </a:moveTo>
                    <a:cubicBezTo>
                      <a:pt x="4" y="19"/>
                      <a:pt x="4" y="19"/>
                      <a:pt x="4" y="19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4" y="17"/>
                      <a:pt x="4" y="17"/>
                      <a:pt x="4" y="17"/>
                    </a:cubicBezTo>
                    <a:close/>
                    <a:moveTo>
                      <a:pt x="28" y="36"/>
                    </a:moveTo>
                    <a:cubicBezTo>
                      <a:pt x="1" y="36"/>
                      <a:pt x="1" y="36"/>
                      <a:pt x="1" y="36"/>
                    </a:cubicBezTo>
                    <a:cubicBezTo>
                      <a:pt x="1" y="36"/>
                      <a:pt x="0" y="36"/>
                      <a:pt x="0" y="35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9" y="0"/>
                      <a:pt x="19" y="0"/>
                      <a:pt x="20" y="1"/>
                    </a:cubicBezTo>
                    <a:cubicBezTo>
                      <a:pt x="28" y="9"/>
                      <a:pt x="28" y="9"/>
                      <a:pt x="28" y="9"/>
                    </a:cubicBezTo>
                    <a:cubicBezTo>
                      <a:pt x="29" y="9"/>
                      <a:pt x="29" y="10"/>
                      <a:pt x="29" y="10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29" y="36"/>
                      <a:pt x="28" y="36"/>
                      <a:pt x="28" y="36"/>
                    </a:cubicBezTo>
                    <a:close/>
                    <a:moveTo>
                      <a:pt x="4" y="29"/>
                    </a:moveTo>
                    <a:cubicBezTo>
                      <a:pt x="4" y="31"/>
                      <a:pt x="4" y="31"/>
                      <a:pt x="4" y="31"/>
                    </a:cubicBezTo>
                    <a:cubicBezTo>
                      <a:pt x="25" y="31"/>
                      <a:pt x="25" y="31"/>
                      <a:pt x="25" y="31"/>
                    </a:cubicBezTo>
                    <a:cubicBezTo>
                      <a:pt x="25" y="29"/>
                      <a:pt x="25" y="29"/>
                      <a:pt x="25" y="29"/>
                    </a:cubicBezTo>
                    <a:cubicBezTo>
                      <a:pt x="4" y="29"/>
                      <a:pt x="4" y="29"/>
                      <a:pt x="4" y="29"/>
                    </a:cubicBezTo>
                    <a:close/>
                    <a:moveTo>
                      <a:pt x="4" y="25"/>
                    </a:moveTo>
                    <a:cubicBezTo>
                      <a:pt x="4" y="27"/>
                      <a:pt x="4" y="27"/>
                      <a:pt x="4" y="27"/>
                    </a:cubicBezTo>
                    <a:cubicBezTo>
                      <a:pt x="25" y="27"/>
                      <a:pt x="25" y="27"/>
                      <a:pt x="25" y="27"/>
                    </a:cubicBezTo>
                    <a:cubicBezTo>
                      <a:pt x="25" y="25"/>
                      <a:pt x="25" y="25"/>
                      <a:pt x="25" y="25"/>
                    </a:cubicBezTo>
                    <a:cubicBezTo>
                      <a:pt x="4" y="25"/>
                      <a:pt x="4" y="25"/>
                      <a:pt x="4" y="25"/>
                    </a:cubicBezTo>
                    <a:close/>
                    <a:moveTo>
                      <a:pt x="4" y="21"/>
                    </a:moveTo>
                    <a:cubicBezTo>
                      <a:pt x="4" y="23"/>
                      <a:pt x="4" y="23"/>
                      <a:pt x="4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4" y="21"/>
                      <a:pt x="4" y="21"/>
                      <a:pt x="4" y="21"/>
                    </a:cubicBezTo>
                    <a:close/>
                    <a:moveTo>
                      <a:pt x="2" y="34"/>
                    </a:moveTo>
                    <a:cubicBezTo>
                      <a:pt x="27" y="34"/>
                      <a:pt x="27" y="34"/>
                      <a:pt x="27" y="34"/>
                    </a:cubicBezTo>
                    <a:cubicBezTo>
                      <a:pt x="27" y="11"/>
                      <a:pt x="27" y="11"/>
                      <a:pt x="27" y="11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8" y="11"/>
                      <a:pt x="18" y="10"/>
                      <a:pt x="18" y="10"/>
                    </a:cubicBezTo>
                    <a:cubicBezTo>
                      <a:pt x="18" y="2"/>
                      <a:pt x="18" y="2"/>
                      <a:pt x="18" y="2"/>
                    </a:cubicBezTo>
                    <a:cubicBezTo>
                      <a:pt x="2" y="2"/>
                      <a:pt x="2" y="2"/>
                      <a:pt x="2" y="2"/>
                    </a:cubicBezTo>
                    <a:lnTo>
                      <a:pt x="2" y="34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8" name="Freeform 418"/>
              <p:cNvSpPr>
                <a:spLocks noEditPoints="1"/>
              </p:cNvSpPr>
              <p:nvPr/>
            </p:nvSpPr>
            <p:spPr bwMode="auto">
              <a:xfrm>
                <a:off x="2915795" y="2632945"/>
                <a:ext cx="317255" cy="406787"/>
              </a:xfrm>
              <a:custGeom>
                <a:avLst/>
                <a:gdLst>
                  <a:gd name="T0" fmla="*/ 20 w 29"/>
                  <a:gd name="T1" fmla="*/ 4 h 37"/>
                  <a:gd name="T2" fmla="*/ 20 w 29"/>
                  <a:gd name="T3" fmla="*/ 10 h 37"/>
                  <a:gd name="T4" fmla="*/ 25 w 29"/>
                  <a:gd name="T5" fmla="*/ 10 h 37"/>
                  <a:gd name="T6" fmla="*/ 20 w 29"/>
                  <a:gd name="T7" fmla="*/ 4 h 37"/>
                  <a:gd name="T8" fmla="*/ 4 w 29"/>
                  <a:gd name="T9" fmla="*/ 6 h 37"/>
                  <a:gd name="T10" fmla="*/ 4 w 29"/>
                  <a:gd name="T11" fmla="*/ 8 h 37"/>
                  <a:gd name="T12" fmla="*/ 15 w 29"/>
                  <a:gd name="T13" fmla="*/ 8 h 37"/>
                  <a:gd name="T14" fmla="*/ 15 w 29"/>
                  <a:gd name="T15" fmla="*/ 6 h 37"/>
                  <a:gd name="T16" fmla="*/ 4 w 29"/>
                  <a:gd name="T17" fmla="*/ 6 h 37"/>
                  <a:gd name="T18" fmla="*/ 4 w 29"/>
                  <a:gd name="T19" fmla="*/ 10 h 37"/>
                  <a:gd name="T20" fmla="*/ 4 w 29"/>
                  <a:gd name="T21" fmla="*/ 12 h 37"/>
                  <a:gd name="T22" fmla="*/ 15 w 29"/>
                  <a:gd name="T23" fmla="*/ 12 h 37"/>
                  <a:gd name="T24" fmla="*/ 15 w 29"/>
                  <a:gd name="T25" fmla="*/ 10 h 37"/>
                  <a:gd name="T26" fmla="*/ 4 w 29"/>
                  <a:gd name="T27" fmla="*/ 10 h 37"/>
                  <a:gd name="T28" fmla="*/ 4 w 29"/>
                  <a:gd name="T29" fmla="*/ 14 h 37"/>
                  <a:gd name="T30" fmla="*/ 4 w 29"/>
                  <a:gd name="T31" fmla="*/ 16 h 37"/>
                  <a:gd name="T32" fmla="*/ 25 w 29"/>
                  <a:gd name="T33" fmla="*/ 16 h 37"/>
                  <a:gd name="T34" fmla="*/ 25 w 29"/>
                  <a:gd name="T35" fmla="*/ 14 h 37"/>
                  <a:gd name="T36" fmla="*/ 4 w 29"/>
                  <a:gd name="T37" fmla="*/ 14 h 37"/>
                  <a:gd name="T38" fmla="*/ 4 w 29"/>
                  <a:gd name="T39" fmla="*/ 18 h 37"/>
                  <a:gd name="T40" fmla="*/ 4 w 29"/>
                  <a:gd name="T41" fmla="*/ 20 h 37"/>
                  <a:gd name="T42" fmla="*/ 25 w 29"/>
                  <a:gd name="T43" fmla="*/ 20 h 37"/>
                  <a:gd name="T44" fmla="*/ 25 w 29"/>
                  <a:gd name="T45" fmla="*/ 18 h 37"/>
                  <a:gd name="T46" fmla="*/ 4 w 29"/>
                  <a:gd name="T47" fmla="*/ 18 h 37"/>
                  <a:gd name="T48" fmla="*/ 28 w 29"/>
                  <a:gd name="T49" fmla="*/ 37 h 37"/>
                  <a:gd name="T50" fmla="*/ 1 w 29"/>
                  <a:gd name="T51" fmla="*/ 37 h 37"/>
                  <a:gd name="T52" fmla="*/ 0 w 29"/>
                  <a:gd name="T53" fmla="*/ 36 h 37"/>
                  <a:gd name="T54" fmla="*/ 0 w 29"/>
                  <a:gd name="T55" fmla="*/ 1 h 37"/>
                  <a:gd name="T56" fmla="*/ 1 w 29"/>
                  <a:gd name="T57" fmla="*/ 0 h 37"/>
                  <a:gd name="T58" fmla="*/ 16 w 29"/>
                  <a:gd name="T59" fmla="*/ 0 h 37"/>
                  <a:gd name="T60" fmla="*/ 20 w 29"/>
                  <a:gd name="T61" fmla="*/ 2 h 37"/>
                  <a:gd name="T62" fmla="*/ 28 w 29"/>
                  <a:gd name="T63" fmla="*/ 10 h 37"/>
                  <a:gd name="T64" fmla="*/ 29 w 29"/>
                  <a:gd name="T65" fmla="*/ 11 h 37"/>
                  <a:gd name="T66" fmla="*/ 29 w 29"/>
                  <a:gd name="T67" fmla="*/ 36 h 37"/>
                  <a:gd name="T68" fmla="*/ 28 w 29"/>
                  <a:gd name="T69" fmla="*/ 37 h 37"/>
                  <a:gd name="T70" fmla="*/ 4 w 29"/>
                  <a:gd name="T71" fmla="*/ 30 h 37"/>
                  <a:gd name="T72" fmla="*/ 4 w 29"/>
                  <a:gd name="T73" fmla="*/ 32 h 37"/>
                  <a:gd name="T74" fmla="*/ 25 w 29"/>
                  <a:gd name="T75" fmla="*/ 32 h 37"/>
                  <a:gd name="T76" fmla="*/ 25 w 29"/>
                  <a:gd name="T77" fmla="*/ 30 h 37"/>
                  <a:gd name="T78" fmla="*/ 4 w 29"/>
                  <a:gd name="T79" fmla="*/ 30 h 37"/>
                  <a:gd name="T80" fmla="*/ 4 w 29"/>
                  <a:gd name="T81" fmla="*/ 26 h 37"/>
                  <a:gd name="T82" fmla="*/ 4 w 29"/>
                  <a:gd name="T83" fmla="*/ 28 h 37"/>
                  <a:gd name="T84" fmla="*/ 25 w 29"/>
                  <a:gd name="T85" fmla="*/ 28 h 37"/>
                  <a:gd name="T86" fmla="*/ 25 w 29"/>
                  <a:gd name="T87" fmla="*/ 26 h 37"/>
                  <a:gd name="T88" fmla="*/ 4 w 29"/>
                  <a:gd name="T89" fmla="*/ 26 h 37"/>
                  <a:gd name="T90" fmla="*/ 4 w 29"/>
                  <a:gd name="T91" fmla="*/ 22 h 37"/>
                  <a:gd name="T92" fmla="*/ 4 w 29"/>
                  <a:gd name="T93" fmla="*/ 24 h 37"/>
                  <a:gd name="T94" fmla="*/ 25 w 29"/>
                  <a:gd name="T95" fmla="*/ 24 h 37"/>
                  <a:gd name="T96" fmla="*/ 25 w 29"/>
                  <a:gd name="T97" fmla="*/ 22 h 37"/>
                  <a:gd name="T98" fmla="*/ 4 w 29"/>
                  <a:gd name="T99" fmla="*/ 22 h 37"/>
                  <a:gd name="T100" fmla="*/ 2 w 29"/>
                  <a:gd name="T101" fmla="*/ 35 h 37"/>
                  <a:gd name="T102" fmla="*/ 27 w 29"/>
                  <a:gd name="T103" fmla="*/ 35 h 37"/>
                  <a:gd name="T104" fmla="*/ 27 w 29"/>
                  <a:gd name="T105" fmla="*/ 12 h 37"/>
                  <a:gd name="T106" fmla="*/ 19 w 29"/>
                  <a:gd name="T107" fmla="*/ 12 h 37"/>
                  <a:gd name="T108" fmla="*/ 17 w 29"/>
                  <a:gd name="T109" fmla="*/ 11 h 37"/>
                  <a:gd name="T110" fmla="*/ 17 w 29"/>
                  <a:gd name="T111" fmla="*/ 2 h 37"/>
                  <a:gd name="T112" fmla="*/ 2 w 29"/>
                  <a:gd name="T113" fmla="*/ 2 h 37"/>
                  <a:gd name="T114" fmla="*/ 2 w 29"/>
                  <a:gd name="T115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9" h="37">
                    <a:moveTo>
                      <a:pt x="20" y="4"/>
                    </a:moveTo>
                    <a:cubicBezTo>
                      <a:pt x="20" y="10"/>
                      <a:pt x="20" y="10"/>
                      <a:pt x="20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20" y="4"/>
                      <a:pt x="20" y="4"/>
                      <a:pt x="20" y="4"/>
                    </a:cubicBezTo>
                    <a:close/>
                    <a:moveTo>
                      <a:pt x="4" y="6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4" y="6"/>
                      <a:pt x="4" y="6"/>
                      <a:pt x="4" y="6"/>
                    </a:cubicBezTo>
                    <a:close/>
                    <a:moveTo>
                      <a:pt x="4" y="10"/>
                    </a:moveTo>
                    <a:cubicBezTo>
                      <a:pt x="4" y="12"/>
                      <a:pt x="4" y="12"/>
                      <a:pt x="4" y="12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4" y="10"/>
                      <a:pt x="4" y="10"/>
                      <a:pt x="4" y="10"/>
                    </a:cubicBezTo>
                    <a:close/>
                    <a:moveTo>
                      <a:pt x="4" y="14"/>
                    </a:moveTo>
                    <a:cubicBezTo>
                      <a:pt x="4" y="16"/>
                      <a:pt x="4" y="16"/>
                      <a:pt x="4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4" y="14"/>
                      <a:pt x="4" y="14"/>
                      <a:pt x="4" y="14"/>
                    </a:cubicBezTo>
                    <a:close/>
                    <a:moveTo>
                      <a:pt x="4" y="18"/>
                    </a:moveTo>
                    <a:cubicBezTo>
                      <a:pt x="4" y="20"/>
                      <a:pt x="4" y="20"/>
                      <a:pt x="4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4" y="18"/>
                      <a:pt x="4" y="18"/>
                      <a:pt x="4" y="18"/>
                    </a:cubicBezTo>
                    <a:close/>
                    <a:moveTo>
                      <a:pt x="28" y="37"/>
                    </a:moveTo>
                    <a:cubicBezTo>
                      <a:pt x="1" y="37"/>
                      <a:pt x="1" y="37"/>
                      <a:pt x="1" y="37"/>
                    </a:cubicBezTo>
                    <a:cubicBezTo>
                      <a:pt x="1" y="37"/>
                      <a:pt x="0" y="37"/>
                      <a:pt x="0" y="36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9" y="0"/>
                      <a:pt x="19" y="1"/>
                      <a:pt x="20" y="2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9" y="10"/>
                      <a:pt x="29" y="11"/>
                      <a:pt x="29" y="11"/>
                    </a:cubicBezTo>
                    <a:cubicBezTo>
                      <a:pt x="29" y="36"/>
                      <a:pt x="29" y="36"/>
                      <a:pt x="29" y="36"/>
                    </a:cubicBezTo>
                    <a:cubicBezTo>
                      <a:pt x="29" y="37"/>
                      <a:pt x="28" y="37"/>
                      <a:pt x="28" y="37"/>
                    </a:cubicBezTo>
                    <a:close/>
                    <a:moveTo>
                      <a:pt x="4" y="30"/>
                    </a:moveTo>
                    <a:cubicBezTo>
                      <a:pt x="4" y="32"/>
                      <a:pt x="4" y="32"/>
                      <a:pt x="4" y="32"/>
                    </a:cubicBezTo>
                    <a:cubicBezTo>
                      <a:pt x="25" y="32"/>
                      <a:pt x="25" y="32"/>
                      <a:pt x="25" y="32"/>
                    </a:cubicBezTo>
                    <a:cubicBezTo>
                      <a:pt x="25" y="30"/>
                      <a:pt x="25" y="30"/>
                      <a:pt x="25" y="30"/>
                    </a:cubicBezTo>
                    <a:cubicBezTo>
                      <a:pt x="4" y="30"/>
                      <a:pt x="4" y="30"/>
                      <a:pt x="4" y="30"/>
                    </a:cubicBezTo>
                    <a:close/>
                    <a:moveTo>
                      <a:pt x="4" y="26"/>
                    </a:moveTo>
                    <a:cubicBezTo>
                      <a:pt x="4" y="28"/>
                      <a:pt x="4" y="28"/>
                      <a:pt x="4" y="28"/>
                    </a:cubicBezTo>
                    <a:cubicBezTo>
                      <a:pt x="25" y="28"/>
                      <a:pt x="25" y="28"/>
                      <a:pt x="25" y="28"/>
                    </a:cubicBezTo>
                    <a:cubicBezTo>
                      <a:pt x="25" y="26"/>
                      <a:pt x="25" y="26"/>
                      <a:pt x="25" y="26"/>
                    </a:cubicBezTo>
                    <a:cubicBezTo>
                      <a:pt x="4" y="26"/>
                      <a:pt x="4" y="26"/>
                      <a:pt x="4" y="26"/>
                    </a:cubicBezTo>
                    <a:close/>
                    <a:moveTo>
                      <a:pt x="4" y="22"/>
                    </a:moveTo>
                    <a:cubicBezTo>
                      <a:pt x="4" y="24"/>
                      <a:pt x="4" y="24"/>
                      <a:pt x="4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4" y="22"/>
                      <a:pt x="4" y="22"/>
                      <a:pt x="4" y="22"/>
                    </a:cubicBezTo>
                    <a:close/>
                    <a:moveTo>
                      <a:pt x="2" y="35"/>
                    </a:move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19" y="12"/>
                      <a:pt x="19" y="12"/>
                      <a:pt x="19" y="12"/>
                    </a:cubicBezTo>
                    <a:cubicBezTo>
                      <a:pt x="18" y="12"/>
                      <a:pt x="17" y="11"/>
                      <a:pt x="17" y="11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2" y="2"/>
                      <a:pt x="2" y="2"/>
                      <a:pt x="2" y="2"/>
                    </a:cubicBez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9" name="Freeform 419"/>
              <p:cNvSpPr>
                <a:spLocks noEditPoints="1"/>
              </p:cNvSpPr>
              <p:nvPr/>
            </p:nvSpPr>
            <p:spPr bwMode="auto">
              <a:xfrm>
                <a:off x="2915795" y="2632945"/>
                <a:ext cx="317255" cy="406787"/>
              </a:xfrm>
              <a:custGeom>
                <a:avLst/>
                <a:gdLst>
                  <a:gd name="T0" fmla="*/ 19 w 29"/>
                  <a:gd name="T1" fmla="*/ 4 h 37"/>
                  <a:gd name="T2" fmla="*/ 19 w 29"/>
                  <a:gd name="T3" fmla="*/ 10 h 37"/>
                  <a:gd name="T4" fmla="*/ 25 w 29"/>
                  <a:gd name="T5" fmla="*/ 10 h 37"/>
                  <a:gd name="T6" fmla="*/ 19 w 29"/>
                  <a:gd name="T7" fmla="*/ 4 h 37"/>
                  <a:gd name="T8" fmla="*/ 4 w 29"/>
                  <a:gd name="T9" fmla="*/ 6 h 37"/>
                  <a:gd name="T10" fmla="*/ 4 w 29"/>
                  <a:gd name="T11" fmla="*/ 8 h 37"/>
                  <a:gd name="T12" fmla="*/ 15 w 29"/>
                  <a:gd name="T13" fmla="*/ 8 h 37"/>
                  <a:gd name="T14" fmla="*/ 15 w 29"/>
                  <a:gd name="T15" fmla="*/ 6 h 37"/>
                  <a:gd name="T16" fmla="*/ 4 w 29"/>
                  <a:gd name="T17" fmla="*/ 6 h 37"/>
                  <a:gd name="T18" fmla="*/ 4 w 29"/>
                  <a:gd name="T19" fmla="*/ 10 h 37"/>
                  <a:gd name="T20" fmla="*/ 4 w 29"/>
                  <a:gd name="T21" fmla="*/ 12 h 37"/>
                  <a:gd name="T22" fmla="*/ 15 w 29"/>
                  <a:gd name="T23" fmla="*/ 12 h 37"/>
                  <a:gd name="T24" fmla="*/ 15 w 29"/>
                  <a:gd name="T25" fmla="*/ 10 h 37"/>
                  <a:gd name="T26" fmla="*/ 4 w 29"/>
                  <a:gd name="T27" fmla="*/ 10 h 37"/>
                  <a:gd name="T28" fmla="*/ 4 w 29"/>
                  <a:gd name="T29" fmla="*/ 14 h 37"/>
                  <a:gd name="T30" fmla="*/ 4 w 29"/>
                  <a:gd name="T31" fmla="*/ 16 h 37"/>
                  <a:gd name="T32" fmla="*/ 25 w 29"/>
                  <a:gd name="T33" fmla="*/ 16 h 37"/>
                  <a:gd name="T34" fmla="*/ 25 w 29"/>
                  <a:gd name="T35" fmla="*/ 14 h 37"/>
                  <a:gd name="T36" fmla="*/ 4 w 29"/>
                  <a:gd name="T37" fmla="*/ 14 h 37"/>
                  <a:gd name="T38" fmla="*/ 4 w 29"/>
                  <a:gd name="T39" fmla="*/ 18 h 37"/>
                  <a:gd name="T40" fmla="*/ 4 w 29"/>
                  <a:gd name="T41" fmla="*/ 20 h 37"/>
                  <a:gd name="T42" fmla="*/ 25 w 29"/>
                  <a:gd name="T43" fmla="*/ 20 h 37"/>
                  <a:gd name="T44" fmla="*/ 25 w 29"/>
                  <a:gd name="T45" fmla="*/ 18 h 37"/>
                  <a:gd name="T46" fmla="*/ 4 w 29"/>
                  <a:gd name="T47" fmla="*/ 18 h 37"/>
                  <a:gd name="T48" fmla="*/ 28 w 29"/>
                  <a:gd name="T49" fmla="*/ 37 h 37"/>
                  <a:gd name="T50" fmla="*/ 1 w 29"/>
                  <a:gd name="T51" fmla="*/ 37 h 37"/>
                  <a:gd name="T52" fmla="*/ 0 w 29"/>
                  <a:gd name="T53" fmla="*/ 36 h 37"/>
                  <a:gd name="T54" fmla="*/ 0 w 29"/>
                  <a:gd name="T55" fmla="*/ 1 h 37"/>
                  <a:gd name="T56" fmla="*/ 1 w 29"/>
                  <a:gd name="T57" fmla="*/ 0 h 37"/>
                  <a:gd name="T58" fmla="*/ 16 w 29"/>
                  <a:gd name="T59" fmla="*/ 0 h 37"/>
                  <a:gd name="T60" fmla="*/ 20 w 29"/>
                  <a:gd name="T61" fmla="*/ 2 h 37"/>
                  <a:gd name="T62" fmla="*/ 28 w 29"/>
                  <a:gd name="T63" fmla="*/ 10 h 37"/>
                  <a:gd name="T64" fmla="*/ 29 w 29"/>
                  <a:gd name="T65" fmla="*/ 11 h 37"/>
                  <a:gd name="T66" fmla="*/ 29 w 29"/>
                  <a:gd name="T67" fmla="*/ 36 h 37"/>
                  <a:gd name="T68" fmla="*/ 28 w 29"/>
                  <a:gd name="T69" fmla="*/ 37 h 37"/>
                  <a:gd name="T70" fmla="*/ 4 w 29"/>
                  <a:gd name="T71" fmla="*/ 30 h 37"/>
                  <a:gd name="T72" fmla="*/ 4 w 29"/>
                  <a:gd name="T73" fmla="*/ 32 h 37"/>
                  <a:gd name="T74" fmla="*/ 25 w 29"/>
                  <a:gd name="T75" fmla="*/ 32 h 37"/>
                  <a:gd name="T76" fmla="*/ 25 w 29"/>
                  <a:gd name="T77" fmla="*/ 30 h 37"/>
                  <a:gd name="T78" fmla="*/ 4 w 29"/>
                  <a:gd name="T79" fmla="*/ 30 h 37"/>
                  <a:gd name="T80" fmla="*/ 4 w 29"/>
                  <a:gd name="T81" fmla="*/ 26 h 37"/>
                  <a:gd name="T82" fmla="*/ 4 w 29"/>
                  <a:gd name="T83" fmla="*/ 28 h 37"/>
                  <a:gd name="T84" fmla="*/ 25 w 29"/>
                  <a:gd name="T85" fmla="*/ 28 h 37"/>
                  <a:gd name="T86" fmla="*/ 25 w 29"/>
                  <a:gd name="T87" fmla="*/ 26 h 37"/>
                  <a:gd name="T88" fmla="*/ 4 w 29"/>
                  <a:gd name="T89" fmla="*/ 26 h 37"/>
                  <a:gd name="T90" fmla="*/ 4 w 29"/>
                  <a:gd name="T91" fmla="*/ 22 h 37"/>
                  <a:gd name="T92" fmla="*/ 4 w 29"/>
                  <a:gd name="T93" fmla="*/ 24 h 37"/>
                  <a:gd name="T94" fmla="*/ 25 w 29"/>
                  <a:gd name="T95" fmla="*/ 24 h 37"/>
                  <a:gd name="T96" fmla="*/ 25 w 29"/>
                  <a:gd name="T97" fmla="*/ 22 h 37"/>
                  <a:gd name="T98" fmla="*/ 4 w 29"/>
                  <a:gd name="T99" fmla="*/ 22 h 37"/>
                  <a:gd name="T100" fmla="*/ 2 w 29"/>
                  <a:gd name="T101" fmla="*/ 35 h 37"/>
                  <a:gd name="T102" fmla="*/ 27 w 29"/>
                  <a:gd name="T103" fmla="*/ 35 h 37"/>
                  <a:gd name="T104" fmla="*/ 27 w 29"/>
                  <a:gd name="T105" fmla="*/ 12 h 37"/>
                  <a:gd name="T106" fmla="*/ 18 w 29"/>
                  <a:gd name="T107" fmla="*/ 12 h 37"/>
                  <a:gd name="T108" fmla="*/ 17 w 29"/>
                  <a:gd name="T109" fmla="*/ 11 h 37"/>
                  <a:gd name="T110" fmla="*/ 17 w 29"/>
                  <a:gd name="T111" fmla="*/ 2 h 37"/>
                  <a:gd name="T112" fmla="*/ 2 w 29"/>
                  <a:gd name="T113" fmla="*/ 2 h 37"/>
                  <a:gd name="T114" fmla="*/ 2 w 29"/>
                  <a:gd name="T115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9" h="37">
                    <a:moveTo>
                      <a:pt x="19" y="4"/>
                    </a:moveTo>
                    <a:cubicBezTo>
                      <a:pt x="19" y="10"/>
                      <a:pt x="19" y="10"/>
                      <a:pt x="19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19" y="4"/>
                      <a:pt x="19" y="4"/>
                      <a:pt x="19" y="4"/>
                    </a:cubicBezTo>
                    <a:close/>
                    <a:moveTo>
                      <a:pt x="4" y="6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4" y="6"/>
                      <a:pt x="4" y="6"/>
                      <a:pt x="4" y="6"/>
                    </a:cubicBezTo>
                    <a:close/>
                    <a:moveTo>
                      <a:pt x="4" y="10"/>
                    </a:moveTo>
                    <a:cubicBezTo>
                      <a:pt x="4" y="12"/>
                      <a:pt x="4" y="12"/>
                      <a:pt x="4" y="12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4" y="10"/>
                      <a:pt x="4" y="10"/>
                      <a:pt x="4" y="10"/>
                    </a:cubicBezTo>
                    <a:close/>
                    <a:moveTo>
                      <a:pt x="4" y="14"/>
                    </a:moveTo>
                    <a:cubicBezTo>
                      <a:pt x="4" y="16"/>
                      <a:pt x="4" y="16"/>
                      <a:pt x="4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4" y="14"/>
                      <a:pt x="4" y="14"/>
                      <a:pt x="4" y="14"/>
                    </a:cubicBezTo>
                    <a:close/>
                    <a:moveTo>
                      <a:pt x="4" y="18"/>
                    </a:moveTo>
                    <a:cubicBezTo>
                      <a:pt x="4" y="20"/>
                      <a:pt x="4" y="20"/>
                      <a:pt x="4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4" y="18"/>
                      <a:pt x="4" y="18"/>
                      <a:pt x="4" y="18"/>
                    </a:cubicBezTo>
                    <a:close/>
                    <a:moveTo>
                      <a:pt x="28" y="37"/>
                    </a:moveTo>
                    <a:cubicBezTo>
                      <a:pt x="1" y="37"/>
                      <a:pt x="1" y="37"/>
                      <a:pt x="1" y="37"/>
                    </a:cubicBezTo>
                    <a:cubicBezTo>
                      <a:pt x="1" y="37"/>
                      <a:pt x="0" y="37"/>
                      <a:pt x="0" y="36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9" y="0"/>
                      <a:pt x="19" y="1"/>
                      <a:pt x="20" y="2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9" y="10"/>
                      <a:pt x="29" y="11"/>
                      <a:pt x="29" y="11"/>
                    </a:cubicBezTo>
                    <a:cubicBezTo>
                      <a:pt x="29" y="36"/>
                      <a:pt x="29" y="36"/>
                      <a:pt x="29" y="36"/>
                    </a:cubicBezTo>
                    <a:cubicBezTo>
                      <a:pt x="29" y="37"/>
                      <a:pt x="28" y="37"/>
                      <a:pt x="28" y="37"/>
                    </a:cubicBezTo>
                    <a:close/>
                    <a:moveTo>
                      <a:pt x="4" y="30"/>
                    </a:moveTo>
                    <a:cubicBezTo>
                      <a:pt x="4" y="32"/>
                      <a:pt x="4" y="32"/>
                      <a:pt x="4" y="32"/>
                    </a:cubicBezTo>
                    <a:cubicBezTo>
                      <a:pt x="25" y="32"/>
                      <a:pt x="25" y="32"/>
                      <a:pt x="25" y="32"/>
                    </a:cubicBezTo>
                    <a:cubicBezTo>
                      <a:pt x="25" y="30"/>
                      <a:pt x="25" y="30"/>
                      <a:pt x="25" y="30"/>
                    </a:cubicBezTo>
                    <a:cubicBezTo>
                      <a:pt x="4" y="30"/>
                      <a:pt x="4" y="30"/>
                      <a:pt x="4" y="30"/>
                    </a:cubicBezTo>
                    <a:close/>
                    <a:moveTo>
                      <a:pt x="4" y="26"/>
                    </a:moveTo>
                    <a:cubicBezTo>
                      <a:pt x="4" y="28"/>
                      <a:pt x="4" y="28"/>
                      <a:pt x="4" y="28"/>
                    </a:cubicBezTo>
                    <a:cubicBezTo>
                      <a:pt x="25" y="28"/>
                      <a:pt x="25" y="28"/>
                      <a:pt x="25" y="28"/>
                    </a:cubicBezTo>
                    <a:cubicBezTo>
                      <a:pt x="25" y="26"/>
                      <a:pt x="25" y="26"/>
                      <a:pt x="25" y="26"/>
                    </a:cubicBezTo>
                    <a:cubicBezTo>
                      <a:pt x="4" y="26"/>
                      <a:pt x="4" y="26"/>
                      <a:pt x="4" y="26"/>
                    </a:cubicBezTo>
                    <a:close/>
                    <a:moveTo>
                      <a:pt x="4" y="22"/>
                    </a:moveTo>
                    <a:cubicBezTo>
                      <a:pt x="4" y="24"/>
                      <a:pt x="4" y="24"/>
                      <a:pt x="4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4" y="22"/>
                      <a:pt x="4" y="22"/>
                      <a:pt x="4" y="22"/>
                    </a:cubicBezTo>
                    <a:close/>
                    <a:moveTo>
                      <a:pt x="2" y="35"/>
                    </a:move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18" y="12"/>
                      <a:pt x="18" y="12"/>
                      <a:pt x="18" y="12"/>
                    </a:cubicBezTo>
                    <a:cubicBezTo>
                      <a:pt x="18" y="12"/>
                      <a:pt x="17" y="11"/>
                      <a:pt x="17" y="11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2" y="2"/>
                      <a:pt x="2" y="2"/>
                      <a:pt x="2" y="2"/>
                    </a:cubicBez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0" name="Freeform 420"/>
              <p:cNvSpPr>
                <a:spLocks noEditPoints="1"/>
              </p:cNvSpPr>
              <p:nvPr/>
            </p:nvSpPr>
            <p:spPr bwMode="auto">
              <a:xfrm>
                <a:off x="2915795" y="2630512"/>
                <a:ext cx="317255" cy="406787"/>
              </a:xfrm>
              <a:custGeom>
                <a:avLst/>
                <a:gdLst>
                  <a:gd name="T0" fmla="*/ 19 w 29"/>
                  <a:gd name="T1" fmla="*/ 4 h 37"/>
                  <a:gd name="T2" fmla="*/ 19 w 29"/>
                  <a:gd name="T3" fmla="*/ 10 h 37"/>
                  <a:gd name="T4" fmla="*/ 25 w 29"/>
                  <a:gd name="T5" fmla="*/ 10 h 37"/>
                  <a:gd name="T6" fmla="*/ 19 w 29"/>
                  <a:gd name="T7" fmla="*/ 4 h 37"/>
                  <a:gd name="T8" fmla="*/ 4 w 29"/>
                  <a:gd name="T9" fmla="*/ 6 h 37"/>
                  <a:gd name="T10" fmla="*/ 4 w 29"/>
                  <a:gd name="T11" fmla="*/ 8 h 37"/>
                  <a:gd name="T12" fmla="*/ 15 w 29"/>
                  <a:gd name="T13" fmla="*/ 8 h 37"/>
                  <a:gd name="T14" fmla="*/ 15 w 29"/>
                  <a:gd name="T15" fmla="*/ 6 h 37"/>
                  <a:gd name="T16" fmla="*/ 4 w 29"/>
                  <a:gd name="T17" fmla="*/ 6 h 37"/>
                  <a:gd name="T18" fmla="*/ 4 w 29"/>
                  <a:gd name="T19" fmla="*/ 10 h 37"/>
                  <a:gd name="T20" fmla="*/ 4 w 29"/>
                  <a:gd name="T21" fmla="*/ 12 h 37"/>
                  <a:gd name="T22" fmla="*/ 15 w 29"/>
                  <a:gd name="T23" fmla="*/ 12 h 37"/>
                  <a:gd name="T24" fmla="*/ 15 w 29"/>
                  <a:gd name="T25" fmla="*/ 10 h 37"/>
                  <a:gd name="T26" fmla="*/ 4 w 29"/>
                  <a:gd name="T27" fmla="*/ 10 h 37"/>
                  <a:gd name="T28" fmla="*/ 4 w 29"/>
                  <a:gd name="T29" fmla="*/ 14 h 37"/>
                  <a:gd name="T30" fmla="*/ 4 w 29"/>
                  <a:gd name="T31" fmla="*/ 16 h 37"/>
                  <a:gd name="T32" fmla="*/ 25 w 29"/>
                  <a:gd name="T33" fmla="*/ 16 h 37"/>
                  <a:gd name="T34" fmla="*/ 25 w 29"/>
                  <a:gd name="T35" fmla="*/ 14 h 37"/>
                  <a:gd name="T36" fmla="*/ 4 w 29"/>
                  <a:gd name="T37" fmla="*/ 14 h 37"/>
                  <a:gd name="T38" fmla="*/ 4 w 29"/>
                  <a:gd name="T39" fmla="*/ 18 h 37"/>
                  <a:gd name="T40" fmla="*/ 4 w 29"/>
                  <a:gd name="T41" fmla="*/ 20 h 37"/>
                  <a:gd name="T42" fmla="*/ 25 w 29"/>
                  <a:gd name="T43" fmla="*/ 20 h 37"/>
                  <a:gd name="T44" fmla="*/ 25 w 29"/>
                  <a:gd name="T45" fmla="*/ 18 h 37"/>
                  <a:gd name="T46" fmla="*/ 4 w 29"/>
                  <a:gd name="T47" fmla="*/ 18 h 37"/>
                  <a:gd name="T48" fmla="*/ 28 w 29"/>
                  <a:gd name="T49" fmla="*/ 37 h 37"/>
                  <a:gd name="T50" fmla="*/ 1 w 29"/>
                  <a:gd name="T51" fmla="*/ 37 h 37"/>
                  <a:gd name="T52" fmla="*/ 0 w 29"/>
                  <a:gd name="T53" fmla="*/ 36 h 37"/>
                  <a:gd name="T54" fmla="*/ 0 w 29"/>
                  <a:gd name="T55" fmla="*/ 1 h 37"/>
                  <a:gd name="T56" fmla="*/ 1 w 29"/>
                  <a:gd name="T57" fmla="*/ 0 h 37"/>
                  <a:gd name="T58" fmla="*/ 16 w 29"/>
                  <a:gd name="T59" fmla="*/ 0 h 37"/>
                  <a:gd name="T60" fmla="*/ 20 w 29"/>
                  <a:gd name="T61" fmla="*/ 2 h 37"/>
                  <a:gd name="T62" fmla="*/ 28 w 29"/>
                  <a:gd name="T63" fmla="*/ 10 h 37"/>
                  <a:gd name="T64" fmla="*/ 29 w 29"/>
                  <a:gd name="T65" fmla="*/ 11 h 37"/>
                  <a:gd name="T66" fmla="*/ 29 w 29"/>
                  <a:gd name="T67" fmla="*/ 36 h 37"/>
                  <a:gd name="T68" fmla="*/ 28 w 29"/>
                  <a:gd name="T69" fmla="*/ 37 h 37"/>
                  <a:gd name="T70" fmla="*/ 4 w 29"/>
                  <a:gd name="T71" fmla="*/ 30 h 37"/>
                  <a:gd name="T72" fmla="*/ 4 w 29"/>
                  <a:gd name="T73" fmla="*/ 32 h 37"/>
                  <a:gd name="T74" fmla="*/ 25 w 29"/>
                  <a:gd name="T75" fmla="*/ 32 h 37"/>
                  <a:gd name="T76" fmla="*/ 25 w 29"/>
                  <a:gd name="T77" fmla="*/ 30 h 37"/>
                  <a:gd name="T78" fmla="*/ 4 w 29"/>
                  <a:gd name="T79" fmla="*/ 30 h 37"/>
                  <a:gd name="T80" fmla="*/ 4 w 29"/>
                  <a:gd name="T81" fmla="*/ 26 h 37"/>
                  <a:gd name="T82" fmla="*/ 4 w 29"/>
                  <a:gd name="T83" fmla="*/ 28 h 37"/>
                  <a:gd name="T84" fmla="*/ 25 w 29"/>
                  <a:gd name="T85" fmla="*/ 28 h 37"/>
                  <a:gd name="T86" fmla="*/ 25 w 29"/>
                  <a:gd name="T87" fmla="*/ 26 h 37"/>
                  <a:gd name="T88" fmla="*/ 4 w 29"/>
                  <a:gd name="T89" fmla="*/ 26 h 37"/>
                  <a:gd name="T90" fmla="*/ 4 w 29"/>
                  <a:gd name="T91" fmla="*/ 22 h 37"/>
                  <a:gd name="T92" fmla="*/ 4 w 29"/>
                  <a:gd name="T93" fmla="*/ 24 h 37"/>
                  <a:gd name="T94" fmla="*/ 25 w 29"/>
                  <a:gd name="T95" fmla="*/ 24 h 37"/>
                  <a:gd name="T96" fmla="*/ 25 w 29"/>
                  <a:gd name="T97" fmla="*/ 22 h 37"/>
                  <a:gd name="T98" fmla="*/ 4 w 29"/>
                  <a:gd name="T99" fmla="*/ 22 h 37"/>
                  <a:gd name="T100" fmla="*/ 2 w 29"/>
                  <a:gd name="T101" fmla="*/ 35 h 37"/>
                  <a:gd name="T102" fmla="*/ 27 w 29"/>
                  <a:gd name="T103" fmla="*/ 35 h 37"/>
                  <a:gd name="T104" fmla="*/ 27 w 29"/>
                  <a:gd name="T105" fmla="*/ 12 h 37"/>
                  <a:gd name="T106" fmla="*/ 18 w 29"/>
                  <a:gd name="T107" fmla="*/ 12 h 37"/>
                  <a:gd name="T108" fmla="*/ 17 w 29"/>
                  <a:gd name="T109" fmla="*/ 11 h 37"/>
                  <a:gd name="T110" fmla="*/ 17 w 29"/>
                  <a:gd name="T111" fmla="*/ 2 h 37"/>
                  <a:gd name="T112" fmla="*/ 2 w 29"/>
                  <a:gd name="T113" fmla="*/ 2 h 37"/>
                  <a:gd name="T114" fmla="*/ 2 w 29"/>
                  <a:gd name="T115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9" h="37">
                    <a:moveTo>
                      <a:pt x="19" y="4"/>
                    </a:moveTo>
                    <a:cubicBezTo>
                      <a:pt x="19" y="10"/>
                      <a:pt x="19" y="10"/>
                      <a:pt x="19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19" y="4"/>
                      <a:pt x="19" y="4"/>
                      <a:pt x="19" y="4"/>
                    </a:cubicBezTo>
                    <a:close/>
                    <a:moveTo>
                      <a:pt x="4" y="6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4" y="6"/>
                      <a:pt x="4" y="6"/>
                      <a:pt x="4" y="6"/>
                    </a:cubicBezTo>
                    <a:close/>
                    <a:moveTo>
                      <a:pt x="4" y="10"/>
                    </a:moveTo>
                    <a:cubicBezTo>
                      <a:pt x="4" y="12"/>
                      <a:pt x="4" y="12"/>
                      <a:pt x="4" y="12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4" y="10"/>
                      <a:pt x="4" y="10"/>
                      <a:pt x="4" y="10"/>
                    </a:cubicBezTo>
                    <a:close/>
                    <a:moveTo>
                      <a:pt x="4" y="14"/>
                    </a:moveTo>
                    <a:cubicBezTo>
                      <a:pt x="4" y="16"/>
                      <a:pt x="4" y="16"/>
                      <a:pt x="4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4" y="14"/>
                      <a:pt x="4" y="14"/>
                      <a:pt x="4" y="14"/>
                    </a:cubicBezTo>
                    <a:close/>
                    <a:moveTo>
                      <a:pt x="4" y="18"/>
                    </a:moveTo>
                    <a:cubicBezTo>
                      <a:pt x="4" y="20"/>
                      <a:pt x="4" y="20"/>
                      <a:pt x="4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4" y="18"/>
                      <a:pt x="4" y="18"/>
                      <a:pt x="4" y="18"/>
                    </a:cubicBezTo>
                    <a:close/>
                    <a:moveTo>
                      <a:pt x="28" y="37"/>
                    </a:moveTo>
                    <a:cubicBezTo>
                      <a:pt x="1" y="37"/>
                      <a:pt x="1" y="37"/>
                      <a:pt x="1" y="37"/>
                    </a:cubicBezTo>
                    <a:cubicBezTo>
                      <a:pt x="1" y="37"/>
                      <a:pt x="0" y="37"/>
                      <a:pt x="0" y="36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9" y="0"/>
                      <a:pt x="19" y="0"/>
                      <a:pt x="20" y="2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9" y="10"/>
                      <a:pt x="29" y="10"/>
                      <a:pt x="29" y="11"/>
                    </a:cubicBezTo>
                    <a:cubicBezTo>
                      <a:pt x="29" y="36"/>
                      <a:pt x="29" y="36"/>
                      <a:pt x="29" y="36"/>
                    </a:cubicBezTo>
                    <a:cubicBezTo>
                      <a:pt x="29" y="37"/>
                      <a:pt x="28" y="37"/>
                      <a:pt x="28" y="37"/>
                    </a:cubicBezTo>
                    <a:close/>
                    <a:moveTo>
                      <a:pt x="4" y="30"/>
                    </a:moveTo>
                    <a:cubicBezTo>
                      <a:pt x="4" y="32"/>
                      <a:pt x="4" y="32"/>
                      <a:pt x="4" y="32"/>
                    </a:cubicBezTo>
                    <a:cubicBezTo>
                      <a:pt x="25" y="32"/>
                      <a:pt x="25" y="32"/>
                      <a:pt x="25" y="32"/>
                    </a:cubicBezTo>
                    <a:cubicBezTo>
                      <a:pt x="25" y="30"/>
                      <a:pt x="25" y="30"/>
                      <a:pt x="25" y="30"/>
                    </a:cubicBezTo>
                    <a:cubicBezTo>
                      <a:pt x="4" y="30"/>
                      <a:pt x="4" y="30"/>
                      <a:pt x="4" y="30"/>
                    </a:cubicBezTo>
                    <a:close/>
                    <a:moveTo>
                      <a:pt x="4" y="26"/>
                    </a:moveTo>
                    <a:cubicBezTo>
                      <a:pt x="4" y="28"/>
                      <a:pt x="4" y="28"/>
                      <a:pt x="4" y="28"/>
                    </a:cubicBezTo>
                    <a:cubicBezTo>
                      <a:pt x="25" y="28"/>
                      <a:pt x="25" y="28"/>
                      <a:pt x="25" y="28"/>
                    </a:cubicBezTo>
                    <a:cubicBezTo>
                      <a:pt x="25" y="26"/>
                      <a:pt x="25" y="26"/>
                      <a:pt x="25" y="26"/>
                    </a:cubicBezTo>
                    <a:cubicBezTo>
                      <a:pt x="4" y="26"/>
                      <a:pt x="4" y="26"/>
                      <a:pt x="4" y="26"/>
                    </a:cubicBezTo>
                    <a:close/>
                    <a:moveTo>
                      <a:pt x="4" y="22"/>
                    </a:moveTo>
                    <a:cubicBezTo>
                      <a:pt x="4" y="24"/>
                      <a:pt x="4" y="24"/>
                      <a:pt x="4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4" y="22"/>
                      <a:pt x="4" y="22"/>
                      <a:pt x="4" y="22"/>
                    </a:cubicBezTo>
                    <a:close/>
                    <a:moveTo>
                      <a:pt x="2" y="35"/>
                    </a:move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18" y="12"/>
                      <a:pt x="18" y="12"/>
                      <a:pt x="18" y="12"/>
                    </a:cubicBezTo>
                    <a:cubicBezTo>
                      <a:pt x="18" y="12"/>
                      <a:pt x="17" y="11"/>
                      <a:pt x="17" y="11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2" y="2"/>
                      <a:pt x="2" y="2"/>
                      <a:pt x="2" y="2"/>
                    </a:cubicBez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421"/>
              <p:cNvSpPr>
                <a:spLocks noEditPoints="1"/>
              </p:cNvSpPr>
              <p:nvPr/>
            </p:nvSpPr>
            <p:spPr bwMode="auto">
              <a:xfrm>
                <a:off x="2915795" y="2628065"/>
                <a:ext cx="317255" cy="406787"/>
              </a:xfrm>
              <a:custGeom>
                <a:avLst/>
                <a:gdLst>
                  <a:gd name="T0" fmla="*/ 19 w 29"/>
                  <a:gd name="T1" fmla="*/ 4 h 37"/>
                  <a:gd name="T2" fmla="*/ 19 w 29"/>
                  <a:gd name="T3" fmla="*/ 10 h 37"/>
                  <a:gd name="T4" fmla="*/ 25 w 29"/>
                  <a:gd name="T5" fmla="*/ 10 h 37"/>
                  <a:gd name="T6" fmla="*/ 19 w 29"/>
                  <a:gd name="T7" fmla="*/ 4 h 37"/>
                  <a:gd name="T8" fmla="*/ 4 w 29"/>
                  <a:gd name="T9" fmla="*/ 6 h 37"/>
                  <a:gd name="T10" fmla="*/ 4 w 29"/>
                  <a:gd name="T11" fmla="*/ 8 h 37"/>
                  <a:gd name="T12" fmla="*/ 15 w 29"/>
                  <a:gd name="T13" fmla="*/ 8 h 37"/>
                  <a:gd name="T14" fmla="*/ 15 w 29"/>
                  <a:gd name="T15" fmla="*/ 6 h 37"/>
                  <a:gd name="T16" fmla="*/ 4 w 29"/>
                  <a:gd name="T17" fmla="*/ 6 h 37"/>
                  <a:gd name="T18" fmla="*/ 4 w 29"/>
                  <a:gd name="T19" fmla="*/ 10 h 37"/>
                  <a:gd name="T20" fmla="*/ 4 w 29"/>
                  <a:gd name="T21" fmla="*/ 12 h 37"/>
                  <a:gd name="T22" fmla="*/ 15 w 29"/>
                  <a:gd name="T23" fmla="*/ 12 h 37"/>
                  <a:gd name="T24" fmla="*/ 15 w 29"/>
                  <a:gd name="T25" fmla="*/ 10 h 37"/>
                  <a:gd name="T26" fmla="*/ 4 w 29"/>
                  <a:gd name="T27" fmla="*/ 10 h 37"/>
                  <a:gd name="T28" fmla="*/ 4 w 29"/>
                  <a:gd name="T29" fmla="*/ 14 h 37"/>
                  <a:gd name="T30" fmla="*/ 4 w 29"/>
                  <a:gd name="T31" fmla="*/ 16 h 37"/>
                  <a:gd name="T32" fmla="*/ 25 w 29"/>
                  <a:gd name="T33" fmla="*/ 16 h 37"/>
                  <a:gd name="T34" fmla="*/ 25 w 29"/>
                  <a:gd name="T35" fmla="*/ 14 h 37"/>
                  <a:gd name="T36" fmla="*/ 4 w 29"/>
                  <a:gd name="T37" fmla="*/ 14 h 37"/>
                  <a:gd name="T38" fmla="*/ 4 w 29"/>
                  <a:gd name="T39" fmla="*/ 18 h 37"/>
                  <a:gd name="T40" fmla="*/ 4 w 29"/>
                  <a:gd name="T41" fmla="*/ 20 h 37"/>
                  <a:gd name="T42" fmla="*/ 25 w 29"/>
                  <a:gd name="T43" fmla="*/ 20 h 37"/>
                  <a:gd name="T44" fmla="*/ 25 w 29"/>
                  <a:gd name="T45" fmla="*/ 18 h 37"/>
                  <a:gd name="T46" fmla="*/ 4 w 29"/>
                  <a:gd name="T47" fmla="*/ 18 h 37"/>
                  <a:gd name="T48" fmla="*/ 28 w 29"/>
                  <a:gd name="T49" fmla="*/ 37 h 37"/>
                  <a:gd name="T50" fmla="*/ 1 w 29"/>
                  <a:gd name="T51" fmla="*/ 37 h 37"/>
                  <a:gd name="T52" fmla="*/ 0 w 29"/>
                  <a:gd name="T53" fmla="*/ 36 h 37"/>
                  <a:gd name="T54" fmla="*/ 0 w 29"/>
                  <a:gd name="T55" fmla="*/ 1 h 37"/>
                  <a:gd name="T56" fmla="*/ 1 w 29"/>
                  <a:gd name="T57" fmla="*/ 0 h 37"/>
                  <a:gd name="T58" fmla="*/ 16 w 29"/>
                  <a:gd name="T59" fmla="*/ 0 h 37"/>
                  <a:gd name="T60" fmla="*/ 20 w 29"/>
                  <a:gd name="T61" fmla="*/ 2 h 37"/>
                  <a:gd name="T62" fmla="*/ 28 w 29"/>
                  <a:gd name="T63" fmla="*/ 10 h 37"/>
                  <a:gd name="T64" fmla="*/ 29 w 29"/>
                  <a:gd name="T65" fmla="*/ 11 h 37"/>
                  <a:gd name="T66" fmla="*/ 29 w 29"/>
                  <a:gd name="T67" fmla="*/ 36 h 37"/>
                  <a:gd name="T68" fmla="*/ 28 w 29"/>
                  <a:gd name="T69" fmla="*/ 37 h 37"/>
                  <a:gd name="T70" fmla="*/ 4 w 29"/>
                  <a:gd name="T71" fmla="*/ 30 h 37"/>
                  <a:gd name="T72" fmla="*/ 4 w 29"/>
                  <a:gd name="T73" fmla="*/ 32 h 37"/>
                  <a:gd name="T74" fmla="*/ 25 w 29"/>
                  <a:gd name="T75" fmla="*/ 32 h 37"/>
                  <a:gd name="T76" fmla="*/ 25 w 29"/>
                  <a:gd name="T77" fmla="*/ 30 h 37"/>
                  <a:gd name="T78" fmla="*/ 4 w 29"/>
                  <a:gd name="T79" fmla="*/ 30 h 37"/>
                  <a:gd name="T80" fmla="*/ 4 w 29"/>
                  <a:gd name="T81" fmla="*/ 26 h 37"/>
                  <a:gd name="T82" fmla="*/ 4 w 29"/>
                  <a:gd name="T83" fmla="*/ 28 h 37"/>
                  <a:gd name="T84" fmla="*/ 25 w 29"/>
                  <a:gd name="T85" fmla="*/ 28 h 37"/>
                  <a:gd name="T86" fmla="*/ 25 w 29"/>
                  <a:gd name="T87" fmla="*/ 26 h 37"/>
                  <a:gd name="T88" fmla="*/ 4 w 29"/>
                  <a:gd name="T89" fmla="*/ 26 h 37"/>
                  <a:gd name="T90" fmla="*/ 4 w 29"/>
                  <a:gd name="T91" fmla="*/ 22 h 37"/>
                  <a:gd name="T92" fmla="*/ 4 w 29"/>
                  <a:gd name="T93" fmla="*/ 24 h 37"/>
                  <a:gd name="T94" fmla="*/ 25 w 29"/>
                  <a:gd name="T95" fmla="*/ 24 h 37"/>
                  <a:gd name="T96" fmla="*/ 25 w 29"/>
                  <a:gd name="T97" fmla="*/ 22 h 37"/>
                  <a:gd name="T98" fmla="*/ 4 w 29"/>
                  <a:gd name="T99" fmla="*/ 22 h 37"/>
                  <a:gd name="T100" fmla="*/ 2 w 29"/>
                  <a:gd name="T101" fmla="*/ 35 h 37"/>
                  <a:gd name="T102" fmla="*/ 27 w 29"/>
                  <a:gd name="T103" fmla="*/ 35 h 37"/>
                  <a:gd name="T104" fmla="*/ 27 w 29"/>
                  <a:gd name="T105" fmla="*/ 12 h 37"/>
                  <a:gd name="T106" fmla="*/ 18 w 29"/>
                  <a:gd name="T107" fmla="*/ 12 h 37"/>
                  <a:gd name="T108" fmla="*/ 17 w 29"/>
                  <a:gd name="T109" fmla="*/ 11 h 37"/>
                  <a:gd name="T110" fmla="*/ 17 w 29"/>
                  <a:gd name="T111" fmla="*/ 2 h 37"/>
                  <a:gd name="T112" fmla="*/ 2 w 29"/>
                  <a:gd name="T113" fmla="*/ 2 h 37"/>
                  <a:gd name="T114" fmla="*/ 2 w 29"/>
                  <a:gd name="T115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9" h="37">
                    <a:moveTo>
                      <a:pt x="19" y="4"/>
                    </a:moveTo>
                    <a:cubicBezTo>
                      <a:pt x="19" y="10"/>
                      <a:pt x="19" y="10"/>
                      <a:pt x="19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19" y="4"/>
                      <a:pt x="19" y="4"/>
                      <a:pt x="19" y="4"/>
                    </a:cubicBezTo>
                    <a:close/>
                    <a:moveTo>
                      <a:pt x="4" y="6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4" y="6"/>
                      <a:pt x="4" y="6"/>
                      <a:pt x="4" y="6"/>
                    </a:cubicBezTo>
                    <a:close/>
                    <a:moveTo>
                      <a:pt x="4" y="10"/>
                    </a:moveTo>
                    <a:cubicBezTo>
                      <a:pt x="4" y="12"/>
                      <a:pt x="4" y="12"/>
                      <a:pt x="4" y="12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4" y="10"/>
                      <a:pt x="4" y="10"/>
                      <a:pt x="4" y="10"/>
                    </a:cubicBezTo>
                    <a:close/>
                    <a:moveTo>
                      <a:pt x="4" y="14"/>
                    </a:moveTo>
                    <a:cubicBezTo>
                      <a:pt x="4" y="16"/>
                      <a:pt x="4" y="16"/>
                      <a:pt x="4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4" y="14"/>
                      <a:pt x="4" y="14"/>
                      <a:pt x="4" y="14"/>
                    </a:cubicBezTo>
                    <a:close/>
                    <a:moveTo>
                      <a:pt x="4" y="18"/>
                    </a:moveTo>
                    <a:cubicBezTo>
                      <a:pt x="4" y="20"/>
                      <a:pt x="4" y="20"/>
                      <a:pt x="4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4" y="18"/>
                      <a:pt x="4" y="18"/>
                      <a:pt x="4" y="18"/>
                    </a:cubicBezTo>
                    <a:close/>
                    <a:moveTo>
                      <a:pt x="28" y="37"/>
                    </a:moveTo>
                    <a:cubicBezTo>
                      <a:pt x="1" y="37"/>
                      <a:pt x="1" y="37"/>
                      <a:pt x="1" y="37"/>
                    </a:cubicBezTo>
                    <a:cubicBezTo>
                      <a:pt x="1" y="37"/>
                      <a:pt x="0" y="37"/>
                      <a:pt x="0" y="36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9" y="0"/>
                      <a:pt x="19" y="0"/>
                      <a:pt x="20" y="2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9" y="10"/>
                      <a:pt x="29" y="10"/>
                      <a:pt x="29" y="11"/>
                    </a:cubicBezTo>
                    <a:cubicBezTo>
                      <a:pt x="29" y="36"/>
                      <a:pt x="29" y="36"/>
                      <a:pt x="29" y="36"/>
                    </a:cubicBezTo>
                    <a:cubicBezTo>
                      <a:pt x="29" y="37"/>
                      <a:pt x="28" y="37"/>
                      <a:pt x="28" y="37"/>
                    </a:cubicBezTo>
                    <a:close/>
                    <a:moveTo>
                      <a:pt x="4" y="30"/>
                    </a:moveTo>
                    <a:cubicBezTo>
                      <a:pt x="4" y="32"/>
                      <a:pt x="4" y="32"/>
                      <a:pt x="4" y="32"/>
                    </a:cubicBezTo>
                    <a:cubicBezTo>
                      <a:pt x="25" y="32"/>
                      <a:pt x="25" y="32"/>
                      <a:pt x="25" y="32"/>
                    </a:cubicBezTo>
                    <a:cubicBezTo>
                      <a:pt x="25" y="30"/>
                      <a:pt x="25" y="30"/>
                      <a:pt x="25" y="30"/>
                    </a:cubicBezTo>
                    <a:cubicBezTo>
                      <a:pt x="4" y="30"/>
                      <a:pt x="4" y="30"/>
                      <a:pt x="4" y="30"/>
                    </a:cubicBezTo>
                    <a:close/>
                    <a:moveTo>
                      <a:pt x="4" y="26"/>
                    </a:moveTo>
                    <a:cubicBezTo>
                      <a:pt x="4" y="28"/>
                      <a:pt x="4" y="28"/>
                      <a:pt x="4" y="28"/>
                    </a:cubicBezTo>
                    <a:cubicBezTo>
                      <a:pt x="25" y="28"/>
                      <a:pt x="25" y="28"/>
                      <a:pt x="25" y="28"/>
                    </a:cubicBezTo>
                    <a:cubicBezTo>
                      <a:pt x="25" y="26"/>
                      <a:pt x="25" y="26"/>
                      <a:pt x="25" y="26"/>
                    </a:cubicBezTo>
                    <a:cubicBezTo>
                      <a:pt x="4" y="26"/>
                      <a:pt x="4" y="26"/>
                      <a:pt x="4" y="26"/>
                    </a:cubicBezTo>
                    <a:close/>
                    <a:moveTo>
                      <a:pt x="4" y="22"/>
                    </a:moveTo>
                    <a:cubicBezTo>
                      <a:pt x="4" y="24"/>
                      <a:pt x="4" y="24"/>
                      <a:pt x="4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4" y="22"/>
                      <a:pt x="4" y="22"/>
                      <a:pt x="4" y="22"/>
                    </a:cubicBezTo>
                    <a:close/>
                    <a:moveTo>
                      <a:pt x="2" y="35"/>
                    </a:move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18" y="12"/>
                      <a:pt x="18" y="12"/>
                      <a:pt x="18" y="12"/>
                    </a:cubicBezTo>
                    <a:cubicBezTo>
                      <a:pt x="18" y="12"/>
                      <a:pt x="17" y="11"/>
                      <a:pt x="17" y="11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2" y="2"/>
                      <a:pt x="2" y="2"/>
                      <a:pt x="2" y="2"/>
                    </a:cubicBez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2" name="Freeform 422"/>
              <p:cNvSpPr>
                <a:spLocks noEditPoints="1"/>
              </p:cNvSpPr>
              <p:nvPr/>
            </p:nvSpPr>
            <p:spPr bwMode="auto">
              <a:xfrm>
                <a:off x="2915795" y="2632945"/>
                <a:ext cx="317255" cy="406787"/>
              </a:xfrm>
              <a:custGeom>
                <a:avLst/>
                <a:gdLst>
                  <a:gd name="T0" fmla="*/ 19 w 29"/>
                  <a:gd name="T1" fmla="*/ 4 h 37"/>
                  <a:gd name="T2" fmla="*/ 19 w 29"/>
                  <a:gd name="T3" fmla="*/ 10 h 37"/>
                  <a:gd name="T4" fmla="*/ 25 w 29"/>
                  <a:gd name="T5" fmla="*/ 10 h 37"/>
                  <a:gd name="T6" fmla="*/ 19 w 29"/>
                  <a:gd name="T7" fmla="*/ 4 h 37"/>
                  <a:gd name="T8" fmla="*/ 4 w 29"/>
                  <a:gd name="T9" fmla="*/ 6 h 37"/>
                  <a:gd name="T10" fmla="*/ 4 w 29"/>
                  <a:gd name="T11" fmla="*/ 8 h 37"/>
                  <a:gd name="T12" fmla="*/ 15 w 29"/>
                  <a:gd name="T13" fmla="*/ 8 h 37"/>
                  <a:gd name="T14" fmla="*/ 15 w 29"/>
                  <a:gd name="T15" fmla="*/ 6 h 37"/>
                  <a:gd name="T16" fmla="*/ 4 w 29"/>
                  <a:gd name="T17" fmla="*/ 6 h 37"/>
                  <a:gd name="T18" fmla="*/ 4 w 29"/>
                  <a:gd name="T19" fmla="*/ 10 h 37"/>
                  <a:gd name="T20" fmla="*/ 4 w 29"/>
                  <a:gd name="T21" fmla="*/ 12 h 37"/>
                  <a:gd name="T22" fmla="*/ 15 w 29"/>
                  <a:gd name="T23" fmla="*/ 12 h 37"/>
                  <a:gd name="T24" fmla="*/ 15 w 29"/>
                  <a:gd name="T25" fmla="*/ 10 h 37"/>
                  <a:gd name="T26" fmla="*/ 4 w 29"/>
                  <a:gd name="T27" fmla="*/ 10 h 37"/>
                  <a:gd name="T28" fmla="*/ 4 w 29"/>
                  <a:gd name="T29" fmla="*/ 14 h 37"/>
                  <a:gd name="T30" fmla="*/ 4 w 29"/>
                  <a:gd name="T31" fmla="*/ 16 h 37"/>
                  <a:gd name="T32" fmla="*/ 24 w 29"/>
                  <a:gd name="T33" fmla="*/ 16 h 37"/>
                  <a:gd name="T34" fmla="*/ 24 w 29"/>
                  <a:gd name="T35" fmla="*/ 14 h 37"/>
                  <a:gd name="T36" fmla="*/ 4 w 29"/>
                  <a:gd name="T37" fmla="*/ 14 h 37"/>
                  <a:gd name="T38" fmla="*/ 4 w 29"/>
                  <a:gd name="T39" fmla="*/ 18 h 37"/>
                  <a:gd name="T40" fmla="*/ 4 w 29"/>
                  <a:gd name="T41" fmla="*/ 20 h 37"/>
                  <a:gd name="T42" fmla="*/ 24 w 29"/>
                  <a:gd name="T43" fmla="*/ 20 h 37"/>
                  <a:gd name="T44" fmla="*/ 24 w 29"/>
                  <a:gd name="T45" fmla="*/ 18 h 37"/>
                  <a:gd name="T46" fmla="*/ 4 w 29"/>
                  <a:gd name="T47" fmla="*/ 18 h 37"/>
                  <a:gd name="T48" fmla="*/ 28 w 29"/>
                  <a:gd name="T49" fmla="*/ 37 h 37"/>
                  <a:gd name="T50" fmla="*/ 1 w 29"/>
                  <a:gd name="T51" fmla="*/ 37 h 37"/>
                  <a:gd name="T52" fmla="*/ 0 w 29"/>
                  <a:gd name="T53" fmla="*/ 36 h 37"/>
                  <a:gd name="T54" fmla="*/ 0 w 29"/>
                  <a:gd name="T55" fmla="*/ 1 h 37"/>
                  <a:gd name="T56" fmla="*/ 1 w 29"/>
                  <a:gd name="T57" fmla="*/ 0 h 37"/>
                  <a:gd name="T58" fmla="*/ 16 w 29"/>
                  <a:gd name="T59" fmla="*/ 0 h 37"/>
                  <a:gd name="T60" fmla="*/ 20 w 29"/>
                  <a:gd name="T61" fmla="*/ 2 h 37"/>
                  <a:gd name="T62" fmla="*/ 28 w 29"/>
                  <a:gd name="T63" fmla="*/ 9 h 37"/>
                  <a:gd name="T64" fmla="*/ 29 w 29"/>
                  <a:gd name="T65" fmla="*/ 11 h 37"/>
                  <a:gd name="T66" fmla="*/ 29 w 29"/>
                  <a:gd name="T67" fmla="*/ 36 h 37"/>
                  <a:gd name="T68" fmla="*/ 28 w 29"/>
                  <a:gd name="T69" fmla="*/ 37 h 37"/>
                  <a:gd name="T70" fmla="*/ 4 w 29"/>
                  <a:gd name="T71" fmla="*/ 30 h 37"/>
                  <a:gd name="T72" fmla="*/ 4 w 29"/>
                  <a:gd name="T73" fmla="*/ 32 h 37"/>
                  <a:gd name="T74" fmla="*/ 24 w 29"/>
                  <a:gd name="T75" fmla="*/ 32 h 37"/>
                  <a:gd name="T76" fmla="*/ 24 w 29"/>
                  <a:gd name="T77" fmla="*/ 30 h 37"/>
                  <a:gd name="T78" fmla="*/ 4 w 29"/>
                  <a:gd name="T79" fmla="*/ 30 h 37"/>
                  <a:gd name="T80" fmla="*/ 4 w 29"/>
                  <a:gd name="T81" fmla="*/ 26 h 37"/>
                  <a:gd name="T82" fmla="*/ 4 w 29"/>
                  <a:gd name="T83" fmla="*/ 28 h 37"/>
                  <a:gd name="T84" fmla="*/ 24 w 29"/>
                  <a:gd name="T85" fmla="*/ 28 h 37"/>
                  <a:gd name="T86" fmla="*/ 24 w 29"/>
                  <a:gd name="T87" fmla="*/ 26 h 37"/>
                  <a:gd name="T88" fmla="*/ 4 w 29"/>
                  <a:gd name="T89" fmla="*/ 26 h 37"/>
                  <a:gd name="T90" fmla="*/ 4 w 29"/>
                  <a:gd name="T91" fmla="*/ 22 h 37"/>
                  <a:gd name="T92" fmla="*/ 4 w 29"/>
                  <a:gd name="T93" fmla="*/ 24 h 37"/>
                  <a:gd name="T94" fmla="*/ 24 w 29"/>
                  <a:gd name="T95" fmla="*/ 24 h 37"/>
                  <a:gd name="T96" fmla="*/ 24 w 29"/>
                  <a:gd name="T97" fmla="*/ 22 h 37"/>
                  <a:gd name="T98" fmla="*/ 4 w 29"/>
                  <a:gd name="T99" fmla="*/ 22 h 37"/>
                  <a:gd name="T100" fmla="*/ 2 w 29"/>
                  <a:gd name="T101" fmla="*/ 35 h 37"/>
                  <a:gd name="T102" fmla="*/ 27 w 29"/>
                  <a:gd name="T103" fmla="*/ 35 h 37"/>
                  <a:gd name="T104" fmla="*/ 27 w 29"/>
                  <a:gd name="T105" fmla="*/ 12 h 37"/>
                  <a:gd name="T106" fmla="*/ 18 w 29"/>
                  <a:gd name="T107" fmla="*/ 12 h 37"/>
                  <a:gd name="T108" fmla="*/ 17 w 29"/>
                  <a:gd name="T109" fmla="*/ 11 h 37"/>
                  <a:gd name="T110" fmla="*/ 17 w 29"/>
                  <a:gd name="T111" fmla="*/ 2 h 37"/>
                  <a:gd name="T112" fmla="*/ 2 w 29"/>
                  <a:gd name="T113" fmla="*/ 2 h 37"/>
                  <a:gd name="T114" fmla="*/ 2 w 29"/>
                  <a:gd name="T115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9" h="37">
                    <a:moveTo>
                      <a:pt x="19" y="4"/>
                    </a:moveTo>
                    <a:cubicBezTo>
                      <a:pt x="19" y="10"/>
                      <a:pt x="19" y="10"/>
                      <a:pt x="19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19" y="4"/>
                      <a:pt x="19" y="4"/>
                      <a:pt x="19" y="4"/>
                    </a:cubicBezTo>
                    <a:close/>
                    <a:moveTo>
                      <a:pt x="4" y="6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4" y="6"/>
                      <a:pt x="4" y="6"/>
                      <a:pt x="4" y="6"/>
                    </a:cubicBezTo>
                    <a:close/>
                    <a:moveTo>
                      <a:pt x="4" y="10"/>
                    </a:moveTo>
                    <a:cubicBezTo>
                      <a:pt x="4" y="12"/>
                      <a:pt x="4" y="12"/>
                      <a:pt x="4" y="12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4" y="10"/>
                      <a:pt x="4" y="10"/>
                      <a:pt x="4" y="10"/>
                    </a:cubicBezTo>
                    <a:close/>
                    <a:moveTo>
                      <a:pt x="4" y="14"/>
                    </a:moveTo>
                    <a:cubicBezTo>
                      <a:pt x="4" y="16"/>
                      <a:pt x="4" y="16"/>
                      <a:pt x="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4" y="14"/>
                      <a:pt x="4" y="14"/>
                      <a:pt x="4" y="14"/>
                    </a:cubicBezTo>
                    <a:close/>
                    <a:moveTo>
                      <a:pt x="4" y="18"/>
                    </a:moveTo>
                    <a:cubicBezTo>
                      <a:pt x="4" y="20"/>
                      <a:pt x="4" y="20"/>
                      <a:pt x="4" y="20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4" y="18"/>
                      <a:pt x="4" y="18"/>
                      <a:pt x="4" y="18"/>
                    </a:cubicBezTo>
                    <a:close/>
                    <a:moveTo>
                      <a:pt x="28" y="37"/>
                    </a:moveTo>
                    <a:cubicBezTo>
                      <a:pt x="1" y="37"/>
                      <a:pt x="1" y="37"/>
                      <a:pt x="1" y="37"/>
                    </a:cubicBezTo>
                    <a:cubicBezTo>
                      <a:pt x="0" y="37"/>
                      <a:pt x="0" y="37"/>
                      <a:pt x="0" y="36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9" y="0"/>
                      <a:pt x="19" y="0"/>
                      <a:pt x="20" y="2"/>
                    </a:cubicBezTo>
                    <a:cubicBezTo>
                      <a:pt x="28" y="9"/>
                      <a:pt x="28" y="9"/>
                      <a:pt x="28" y="9"/>
                    </a:cubicBezTo>
                    <a:cubicBezTo>
                      <a:pt x="29" y="10"/>
                      <a:pt x="29" y="10"/>
                      <a:pt x="29" y="11"/>
                    </a:cubicBezTo>
                    <a:cubicBezTo>
                      <a:pt x="29" y="36"/>
                      <a:pt x="29" y="36"/>
                      <a:pt x="29" y="36"/>
                    </a:cubicBezTo>
                    <a:cubicBezTo>
                      <a:pt x="29" y="37"/>
                      <a:pt x="28" y="37"/>
                      <a:pt x="28" y="37"/>
                    </a:cubicBezTo>
                    <a:close/>
                    <a:moveTo>
                      <a:pt x="4" y="30"/>
                    </a:moveTo>
                    <a:cubicBezTo>
                      <a:pt x="4" y="32"/>
                      <a:pt x="4" y="32"/>
                      <a:pt x="4" y="32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4" y="30"/>
                      <a:pt x="24" y="30"/>
                      <a:pt x="24" y="30"/>
                    </a:cubicBezTo>
                    <a:cubicBezTo>
                      <a:pt x="4" y="30"/>
                      <a:pt x="4" y="30"/>
                      <a:pt x="4" y="30"/>
                    </a:cubicBezTo>
                    <a:close/>
                    <a:moveTo>
                      <a:pt x="4" y="26"/>
                    </a:moveTo>
                    <a:cubicBezTo>
                      <a:pt x="4" y="28"/>
                      <a:pt x="4" y="28"/>
                      <a:pt x="4" y="28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4" y="26"/>
                      <a:pt x="4" y="26"/>
                      <a:pt x="4" y="26"/>
                    </a:cubicBezTo>
                    <a:close/>
                    <a:moveTo>
                      <a:pt x="4" y="22"/>
                    </a:moveTo>
                    <a:cubicBezTo>
                      <a:pt x="4" y="24"/>
                      <a:pt x="4" y="24"/>
                      <a:pt x="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4" y="22"/>
                      <a:pt x="4" y="22"/>
                      <a:pt x="4" y="22"/>
                    </a:cubicBezTo>
                    <a:close/>
                    <a:moveTo>
                      <a:pt x="2" y="35"/>
                    </a:move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18" y="12"/>
                      <a:pt x="18" y="12"/>
                      <a:pt x="18" y="12"/>
                    </a:cubicBezTo>
                    <a:cubicBezTo>
                      <a:pt x="18" y="12"/>
                      <a:pt x="17" y="11"/>
                      <a:pt x="17" y="11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2" y="2"/>
                      <a:pt x="2" y="2"/>
                      <a:pt x="2" y="2"/>
                    </a:cubicBez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3" name="Freeform 423"/>
              <p:cNvSpPr>
                <a:spLocks noEditPoints="1"/>
              </p:cNvSpPr>
              <p:nvPr/>
            </p:nvSpPr>
            <p:spPr bwMode="auto">
              <a:xfrm>
                <a:off x="2915795" y="2632945"/>
                <a:ext cx="317255" cy="406787"/>
              </a:xfrm>
              <a:custGeom>
                <a:avLst/>
                <a:gdLst>
                  <a:gd name="T0" fmla="*/ 19 w 29"/>
                  <a:gd name="T1" fmla="*/ 4 h 37"/>
                  <a:gd name="T2" fmla="*/ 19 w 29"/>
                  <a:gd name="T3" fmla="*/ 10 h 37"/>
                  <a:gd name="T4" fmla="*/ 25 w 29"/>
                  <a:gd name="T5" fmla="*/ 10 h 37"/>
                  <a:gd name="T6" fmla="*/ 19 w 29"/>
                  <a:gd name="T7" fmla="*/ 4 h 37"/>
                  <a:gd name="T8" fmla="*/ 4 w 29"/>
                  <a:gd name="T9" fmla="*/ 6 h 37"/>
                  <a:gd name="T10" fmla="*/ 4 w 29"/>
                  <a:gd name="T11" fmla="*/ 8 h 37"/>
                  <a:gd name="T12" fmla="*/ 15 w 29"/>
                  <a:gd name="T13" fmla="*/ 8 h 37"/>
                  <a:gd name="T14" fmla="*/ 15 w 29"/>
                  <a:gd name="T15" fmla="*/ 6 h 37"/>
                  <a:gd name="T16" fmla="*/ 4 w 29"/>
                  <a:gd name="T17" fmla="*/ 6 h 37"/>
                  <a:gd name="T18" fmla="*/ 4 w 29"/>
                  <a:gd name="T19" fmla="*/ 10 h 37"/>
                  <a:gd name="T20" fmla="*/ 4 w 29"/>
                  <a:gd name="T21" fmla="*/ 12 h 37"/>
                  <a:gd name="T22" fmla="*/ 15 w 29"/>
                  <a:gd name="T23" fmla="*/ 12 h 37"/>
                  <a:gd name="T24" fmla="*/ 15 w 29"/>
                  <a:gd name="T25" fmla="*/ 10 h 37"/>
                  <a:gd name="T26" fmla="*/ 4 w 29"/>
                  <a:gd name="T27" fmla="*/ 10 h 37"/>
                  <a:gd name="T28" fmla="*/ 4 w 29"/>
                  <a:gd name="T29" fmla="*/ 14 h 37"/>
                  <a:gd name="T30" fmla="*/ 4 w 29"/>
                  <a:gd name="T31" fmla="*/ 16 h 37"/>
                  <a:gd name="T32" fmla="*/ 24 w 29"/>
                  <a:gd name="T33" fmla="*/ 16 h 37"/>
                  <a:gd name="T34" fmla="*/ 24 w 29"/>
                  <a:gd name="T35" fmla="*/ 14 h 37"/>
                  <a:gd name="T36" fmla="*/ 4 w 29"/>
                  <a:gd name="T37" fmla="*/ 14 h 37"/>
                  <a:gd name="T38" fmla="*/ 4 w 29"/>
                  <a:gd name="T39" fmla="*/ 18 h 37"/>
                  <a:gd name="T40" fmla="*/ 4 w 29"/>
                  <a:gd name="T41" fmla="*/ 20 h 37"/>
                  <a:gd name="T42" fmla="*/ 24 w 29"/>
                  <a:gd name="T43" fmla="*/ 20 h 37"/>
                  <a:gd name="T44" fmla="*/ 24 w 29"/>
                  <a:gd name="T45" fmla="*/ 18 h 37"/>
                  <a:gd name="T46" fmla="*/ 4 w 29"/>
                  <a:gd name="T47" fmla="*/ 18 h 37"/>
                  <a:gd name="T48" fmla="*/ 28 w 29"/>
                  <a:gd name="T49" fmla="*/ 37 h 37"/>
                  <a:gd name="T50" fmla="*/ 1 w 29"/>
                  <a:gd name="T51" fmla="*/ 37 h 37"/>
                  <a:gd name="T52" fmla="*/ 0 w 29"/>
                  <a:gd name="T53" fmla="*/ 36 h 37"/>
                  <a:gd name="T54" fmla="*/ 0 w 29"/>
                  <a:gd name="T55" fmla="*/ 1 h 37"/>
                  <a:gd name="T56" fmla="*/ 1 w 29"/>
                  <a:gd name="T57" fmla="*/ 0 h 37"/>
                  <a:gd name="T58" fmla="*/ 16 w 29"/>
                  <a:gd name="T59" fmla="*/ 0 h 37"/>
                  <a:gd name="T60" fmla="*/ 20 w 29"/>
                  <a:gd name="T61" fmla="*/ 2 h 37"/>
                  <a:gd name="T62" fmla="*/ 28 w 29"/>
                  <a:gd name="T63" fmla="*/ 9 h 37"/>
                  <a:gd name="T64" fmla="*/ 29 w 29"/>
                  <a:gd name="T65" fmla="*/ 11 h 37"/>
                  <a:gd name="T66" fmla="*/ 29 w 29"/>
                  <a:gd name="T67" fmla="*/ 36 h 37"/>
                  <a:gd name="T68" fmla="*/ 28 w 29"/>
                  <a:gd name="T69" fmla="*/ 37 h 37"/>
                  <a:gd name="T70" fmla="*/ 4 w 29"/>
                  <a:gd name="T71" fmla="*/ 30 h 37"/>
                  <a:gd name="T72" fmla="*/ 4 w 29"/>
                  <a:gd name="T73" fmla="*/ 32 h 37"/>
                  <a:gd name="T74" fmla="*/ 24 w 29"/>
                  <a:gd name="T75" fmla="*/ 32 h 37"/>
                  <a:gd name="T76" fmla="*/ 24 w 29"/>
                  <a:gd name="T77" fmla="*/ 30 h 37"/>
                  <a:gd name="T78" fmla="*/ 4 w 29"/>
                  <a:gd name="T79" fmla="*/ 30 h 37"/>
                  <a:gd name="T80" fmla="*/ 4 w 29"/>
                  <a:gd name="T81" fmla="*/ 26 h 37"/>
                  <a:gd name="T82" fmla="*/ 4 w 29"/>
                  <a:gd name="T83" fmla="*/ 28 h 37"/>
                  <a:gd name="T84" fmla="*/ 24 w 29"/>
                  <a:gd name="T85" fmla="*/ 28 h 37"/>
                  <a:gd name="T86" fmla="*/ 24 w 29"/>
                  <a:gd name="T87" fmla="*/ 26 h 37"/>
                  <a:gd name="T88" fmla="*/ 4 w 29"/>
                  <a:gd name="T89" fmla="*/ 26 h 37"/>
                  <a:gd name="T90" fmla="*/ 4 w 29"/>
                  <a:gd name="T91" fmla="*/ 22 h 37"/>
                  <a:gd name="T92" fmla="*/ 4 w 29"/>
                  <a:gd name="T93" fmla="*/ 24 h 37"/>
                  <a:gd name="T94" fmla="*/ 24 w 29"/>
                  <a:gd name="T95" fmla="*/ 24 h 37"/>
                  <a:gd name="T96" fmla="*/ 24 w 29"/>
                  <a:gd name="T97" fmla="*/ 22 h 37"/>
                  <a:gd name="T98" fmla="*/ 4 w 29"/>
                  <a:gd name="T99" fmla="*/ 22 h 37"/>
                  <a:gd name="T100" fmla="*/ 2 w 29"/>
                  <a:gd name="T101" fmla="*/ 35 h 37"/>
                  <a:gd name="T102" fmla="*/ 27 w 29"/>
                  <a:gd name="T103" fmla="*/ 35 h 37"/>
                  <a:gd name="T104" fmla="*/ 27 w 29"/>
                  <a:gd name="T105" fmla="*/ 12 h 37"/>
                  <a:gd name="T106" fmla="*/ 18 w 29"/>
                  <a:gd name="T107" fmla="*/ 12 h 37"/>
                  <a:gd name="T108" fmla="*/ 17 w 29"/>
                  <a:gd name="T109" fmla="*/ 11 h 37"/>
                  <a:gd name="T110" fmla="*/ 17 w 29"/>
                  <a:gd name="T111" fmla="*/ 2 h 37"/>
                  <a:gd name="T112" fmla="*/ 2 w 29"/>
                  <a:gd name="T113" fmla="*/ 2 h 37"/>
                  <a:gd name="T114" fmla="*/ 2 w 29"/>
                  <a:gd name="T115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9" h="37">
                    <a:moveTo>
                      <a:pt x="19" y="4"/>
                    </a:moveTo>
                    <a:cubicBezTo>
                      <a:pt x="19" y="10"/>
                      <a:pt x="19" y="10"/>
                      <a:pt x="19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19" y="4"/>
                      <a:pt x="19" y="4"/>
                      <a:pt x="19" y="4"/>
                    </a:cubicBezTo>
                    <a:close/>
                    <a:moveTo>
                      <a:pt x="4" y="6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4" y="6"/>
                      <a:pt x="4" y="6"/>
                      <a:pt x="4" y="6"/>
                    </a:cubicBezTo>
                    <a:close/>
                    <a:moveTo>
                      <a:pt x="4" y="10"/>
                    </a:moveTo>
                    <a:cubicBezTo>
                      <a:pt x="4" y="12"/>
                      <a:pt x="4" y="12"/>
                      <a:pt x="4" y="12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4" y="10"/>
                      <a:pt x="4" y="10"/>
                      <a:pt x="4" y="10"/>
                    </a:cubicBezTo>
                    <a:close/>
                    <a:moveTo>
                      <a:pt x="4" y="14"/>
                    </a:moveTo>
                    <a:cubicBezTo>
                      <a:pt x="4" y="16"/>
                      <a:pt x="4" y="16"/>
                      <a:pt x="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4" y="14"/>
                      <a:pt x="4" y="14"/>
                      <a:pt x="4" y="14"/>
                    </a:cubicBezTo>
                    <a:close/>
                    <a:moveTo>
                      <a:pt x="4" y="18"/>
                    </a:moveTo>
                    <a:cubicBezTo>
                      <a:pt x="4" y="20"/>
                      <a:pt x="4" y="20"/>
                      <a:pt x="4" y="20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4" y="18"/>
                      <a:pt x="4" y="18"/>
                      <a:pt x="4" y="18"/>
                    </a:cubicBezTo>
                    <a:close/>
                    <a:moveTo>
                      <a:pt x="28" y="37"/>
                    </a:moveTo>
                    <a:cubicBezTo>
                      <a:pt x="1" y="37"/>
                      <a:pt x="1" y="37"/>
                      <a:pt x="1" y="37"/>
                    </a:cubicBezTo>
                    <a:cubicBezTo>
                      <a:pt x="0" y="37"/>
                      <a:pt x="0" y="37"/>
                      <a:pt x="0" y="36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8" y="0"/>
                      <a:pt x="19" y="0"/>
                      <a:pt x="20" y="2"/>
                    </a:cubicBezTo>
                    <a:cubicBezTo>
                      <a:pt x="28" y="9"/>
                      <a:pt x="28" y="9"/>
                      <a:pt x="28" y="9"/>
                    </a:cubicBezTo>
                    <a:cubicBezTo>
                      <a:pt x="28" y="10"/>
                      <a:pt x="29" y="10"/>
                      <a:pt x="29" y="11"/>
                    </a:cubicBezTo>
                    <a:cubicBezTo>
                      <a:pt x="29" y="36"/>
                      <a:pt x="29" y="36"/>
                      <a:pt x="29" y="36"/>
                    </a:cubicBezTo>
                    <a:cubicBezTo>
                      <a:pt x="29" y="37"/>
                      <a:pt x="28" y="37"/>
                      <a:pt x="28" y="37"/>
                    </a:cubicBezTo>
                    <a:close/>
                    <a:moveTo>
                      <a:pt x="4" y="30"/>
                    </a:moveTo>
                    <a:cubicBezTo>
                      <a:pt x="4" y="32"/>
                      <a:pt x="4" y="32"/>
                      <a:pt x="4" y="32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4" y="30"/>
                      <a:pt x="24" y="30"/>
                      <a:pt x="24" y="30"/>
                    </a:cubicBezTo>
                    <a:cubicBezTo>
                      <a:pt x="4" y="30"/>
                      <a:pt x="4" y="30"/>
                      <a:pt x="4" y="30"/>
                    </a:cubicBezTo>
                    <a:close/>
                    <a:moveTo>
                      <a:pt x="4" y="26"/>
                    </a:moveTo>
                    <a:cubicBezTo>
                      <a:pt x="4" y="28"/>
                      <a:pt x="4" y="28"/>
                      <a:pt x="4" y="28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4" y="26"/>
                      <a:pt x="4" y="26"/>
                      <a:pt x="4" y="26"/>
                    </a:cubicBezTo>
                    <a:close/>
                    <a:moveTo>
                      <a:pt x="4" y="22"/>
                    </a:moveTo>
                    <a:cubicBezTo>
                      <a:pt x="4" y="24"/>
                      <a:pt x="4" y="24"/>
                      <a:pt x="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4" y="22"/>
                      <a:pt x="4" y="22"/>
                      <a:pt x="4" y="22"/>
                    </a:cubicBezTo>
                    <a:close/>
                    <a:moveTo>
                      <a:pt x="2" y="35"/>
                    </a:move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18" y="12"/>
                      <a:pt x="18" y="12"/>
                      <a:pt x="18" y="12"/>
                    </a:cubicBezTo>
                    <a:cubicBezTo>
                      <a:pt x="18" y="12"/>
                      <a:pt x="17" y="11"/>
                      <a:pt x="17" y="11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2" y="2"/>
                      <a:pt x="2" y="2"/>
                      <a:pt x="2" y="2"/>
                    </a:cubicBez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4" name="Freeform 424"/>
              <p:cNvSpPr>
                <a:spLocks noEditPoints="1"/>
              </p:cNvSpPr>
              <p:nvPr/>
            </p:nvSpPr>
            <p:spPr bwMode="auto">
              <a:xfrm>
                <a:off x="3057879" y="2632930"/>
                <a:ext cx="175171" cy="406787"/>
              </a:xfrm>
              <a:custGeom>
                <a:avLst/>
                <a:gdLst>
                  <a:gd name="T0" fmla="*/ 11 w 16"/>
                  <a:gd name="T1" fmla="*/ 28 h 37"/>
                  <a:gd name="T2" fmla="*/ 0 w 16"/>
                  <a:gd name="T3" fmla="*/ 28 h 37"/>
                  <a:gd name="T4" fmla="*/ 0 w 16"/>
                  <a:gd name="T5" fmla="*/ 26 h 37"/>
                  <a:gd name="T6" fmla="*/ 11 w 16"/>
                  <a:gd name="T7" fmla="*/ 26 h 37"/>
                  <a:gd name="T8" fmla="*/ 11 w 16"/>
                  <a:gd name="T9" fmla="*/ 28 h 37"/>
                  <a:gd name="T10" fmla="*/ 11 w 16"/>
                  <a:gd name="T11" fmla="*/ 22 h 37"/>
                  <a:gd name="T12" fmla="*/ 0 w 16"/>
                  <a:gd name="T13" fmla="*/ 22 h 37"/>
                  <a:gd name="T14" fmla="*/ 0 w 16"/>
                  <a:gd name="T15" fmla="*/ 24 h 37"/>
                  <a:gd name="T16" fmla="*/ 11 w 16"/>
                  <a:gd name="T17" fmla="*/ 24 h 37"/>
                  <a:gd name="T18" fmla="*/ 11 w 16"/>
                  <a:gd name="T19" fmla="*/ 22 h 37"/>
                  <a:gd name="T20" fmla="*/ 2 w 16"/>
                  <a:gd name="T21" fmla="*/ 10 h 37"/>
                  <a:gd name="T22" fmla="*/ 0 w 16"/>
                  <a:gd name="T23" fmla="*/ 10 h 37"/>
                  <a:gd name="T24" fmla="*/ 0 w 16"/>
                  <a:gd name="T25" fmla="*/ 12 h 37"/>
                  <a:gd name="T26" fmla="*/ 2 w 16"/>
                  <a:gd name="T27" fmla="*/ 12 h 37"/>
                  <a:gd name="T28" fmla="*/ 2 w 16"/>
                  <a:gd name="T29" fmla="*/ 10 h 37"/>
                  <a:gd name="T30" fmla="*/ 11 w 16"/>
                  <a:gd name="T31" fmla="*/ 18 h 37"/>
                  <a:gd name="T32" fmla="*/ 0 w 16"/>
                  <a:gd name="T33" fmla="*/ 18 h 37"/>
                  <a:gd name="T34" fmla="*/ 0 w 16"/>
                  <a:gd name="T35" fmla="*/ 20 h 37"/>
                  <a:gd name="T36" fmla="*/ 11 w 16"/>
                  <a:gd name="T37" fmla="*/ 20 h 37"/>
                  <a:gd name="T38" fmla="*/ 11 w 16"/>
                  <a:gd name="T39" fmla="*/ 18 h 37"/>
                  <a:gd name="T40" fmla="*/ 11 w 16"/>
                  <a:gd name="T41" fmla="*/ 14 h 37"/>
                  <a:gd name="T42" fmla="*/ 0 w 16"/>
                  <a:gd name="T43" fmla="*/ 14 h 37"/>
                  <a:gd name="T44" fmla="*/ 0 w 16"/>
                  <a:gd name="T45" fmla="*/ 16 h 37"/>
                  <a:gd name="T46" fmla="*/ 11 w 16"/>
                  <a:gd name="T47" fmla="*/ 16 h 37"/>
                  <a:gd name="T48" fmla="*/ 11 w 16"/>
                  <a:gd name="T49" fmla="*/ 14 h 37"/>
                  <a:gd name="T50" fmla="*/ 2 w 16"/>
                  <a:gd name="T51" fmla="*/ 6 h 37"/>
                  <a:gd name="T52" fmla="*/ 0 w 16"/>
                  <a:gd name="T53" fmla="*/ 6 h 37"/>
                  <a:gd name="T54" fmla="*/ 0 w 16"/>
                  <a:gd name="T55" fmla="*/ 8 h 37"/>
                  <a:gd name="T56" fmla="*/ 2 w 16"/>
                  <a:gd name="T57" fmla="*/ 8 h 37"/>
                  <a:gd name="T58" fmla="*/ 2 w 16"/>
                  <a:gd name="T59" fmla="*/ 6 h 37"/>
                  <a:gd name="T60" fmla="*/ 11 w 16"/>
                  <a:gd name="T61" fmla="*/ 30 h 37"/>
                  <a:gd name="T62" fmla="*/ 0 w 16"/>
                  <a:gd name="T63" fmla="*/ 30 h 37"/>
                  <a:gd name="T64" fmla="*/ 0 w 16"/>
                  <a:gd name="T65" fmla="*/ 32 h 37"/>
                  <a:gd name="T66" fmla="*/ 11 w 16"/>
                  <a:gd name="T67" fmla="*/ 32 h 37"/>
                  <a:gd name="T68" fmla="*/ 11 w 16"/>
                  <a:gd name="T69" fmla="*/ 30 h 37"/>
                  <a:gd name="T70" fmla="*/ 16 w 16"/>
                  <a:gd name="T71" fmla="*/ 11 h 37"/>
                  <a:gd name="T72" fmla="*/ 16 w 16"/>
                  <a:gd name="T73" fmla="*/ 36 h 37"/>
                  <a:gd name="T74" fmla="*/ 15 w 16"/>
                  <a:gd name="T75" fmla="*/ 37 h 37"/>
                  <a:gd name="T76" fmla="*/ 0 w 16"/>
                  <a:gd name="T77" fmla="*/ 37 h 37"/>
                  <a:gd name="T78" fmla="*/ 0 w 16"/>
                  <a:gd name="T79" fmla="*/ 35 h 37"/>
                  <a:gd name="T80" fmla="*/ 14 w 16"/>
                  <a:gd name="T81" fmla="*/ 35 h 37"/>
                  <a:gd name="T82" fmla="*/ 14 w 16"/>
                  <a:gd name="T83" fmla="*/ 12 h 37"/>
                  <a:gd name="T84" fmla="*/ 5 w 16"/>
                  <a:gd name="T85" fmla="*/ 12 h 37"/>
                  <a:gd name="T86" fmla="*/ 4 w 16"/>
                  <a:gd name="T87" fmla="*/ 11 h 37"/>
                  <a:gd name="T88" fmla="*/ 4 w 16"/>
                  <a:gd name="T89" fmla="*/ 2 h 37"/>
                  <a:gd name="T90" fmla="*/ 0 w 16"/>
                  <a:gd name="T91" fmla="*/ 2 h 37"/>
                  <a:gd name="T92" fmla="*/ 0 w 16"/>
                  <a:gd name="T93" fmla="*/ 0 h 37"/>
                  <a:gd name="T94" fmla="*/ 3 w 16"/>
                  <a:gd name="T95" fmla="*/ 0 h 37"/>
                  <a:gd name="T96" fmla="*/ 7 w 16"/>
                  <a:gd name="T97" fmla="*/ 2 h 37"/>
                  <a:gd name="T98" fmla="*/ 15 w 16"/>
                  <a:gd name="T99" fmla="*/ 9 h 37"/>
                  <a:gd name="T100" fmla="*/ 16 w 16"/>
                  <a:gd name="T101" fmla="*/ 11 h 37"/>
                  <a:gd name="T102" fmla="*/ 12 w 16"/>
                  <a:gd name="T103" fmla="*/ 10 h 37"/>
                  <a:gd name="T104" fmla="*/ 6 w 16"/>
                  <a:gd name="T105" fmla="*/ 4 h 37"/>
                  <a:gd name="T106" fmla="*/ 6 w 16"/>
                  <a:gd name="T107" fmla="*/ 10 h 37"/>
                  <a:gd name="T108" fmla="*/ 12 w 16"/>
                  <a:gd name="T109" fmla="*/ 1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6" h="37">
                    <a:moveTo>
                      <a:pt x="11" y="28"/>
                    </a:moveTo>
                    <a:cubicBezTo>
                      <a:pt x="0" y="28"/>
                      <a:pt x="0" y="28"/>
                      <a:pt x="0" y="28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11" y="26"/>
                      <a:pt x="11" y="26"/>
                      <a:pt x="11" y="26"/>
                    </a:cubicBezTo>
                    <a:lnTo>
                      <a:pt x="11" y="28"/>
                    </a:lnTo>
                    <a:close/>
                    <a:moveTo>
                      <a:pt x="11" y="22"/>
                    </a:moveTo>
                    <a:cubicBezTo>
                      <a:pt x="0" y="22"/>
                      <a:pt x="0" y="22"/>
                      <a:pt x="0" y="22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1" y="24"/>
                      <a:pt x="11" y="24"/>
                      <a:pt x="11" y="24"/>
                    </a:cubicBezTo>
                    <a:lnTo>
                      <a:pt x="11" y="22"/>
                    </a:lnTo>
                    <a:close/>
                    <a:moveTo>
                      <a:pt x="2" y="10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2" y="12"/>
                      <a:pt x="2" y="12"/>
                      <a:pt x="2" y="12"/>
                    </a:cubicBezTo>
                    <a:lnTo>
                      <a:pt x="2" y="10"/>
                    </a:lnTo>
                    <a:close/>
                    <a:moveTo>
                      <a:pt x="11" y="18"/>
                    </a:moveTo>
                    <a:cubicBezTo>
                      <a:pt x="0" y="18"/>
                      <a:pt x="0" y="18"/>
                      <a:pt x="0" y="18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11" y="20"/>
                      <a:pt x="11" y="20"/>
                      <a:pt x="11" y="20"/>
                    </a:cubicBezTo>
                    <a:lnTo>
                      <a:pt x="11" y="18"/>
                    </a:lnTo>
                    <a:close/>
                    <a:moveTo>
                      <a:pt x="11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11" y="16"/>
                      <a:pt x="11" y="16"/>
                      <a:pt x="11" y="16"/>
                    </a:cubicBezTo>
                    <a:lnTo>
                      <a:pt x="11" y="14"/>
                    </a:lnTo>
                    <a:close/>
                    <a:moveTo>
                      <a:pt x="2" y="6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2" y="8"/>
                      <a:pt x="2" y="8"/>
                      <a:pt x="2" y="8"/>
                    </a:cubicBezTo>
                    <a:lnTo>
                      <a:pt x="2" y="6"/>
                    </a:lnTo>
                    <a:close/>
                    <a:moveTo>
                      <a:pt x="11" y="30"/>
                    </a:moveTo>
                    <a:cubicBezTo>
                      <a:pt x="0" y="30"/>
                      <a:pt x="0" y="30"/>
                      <a:pt x="0" y="30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11" y="32"/>
                      <a:pt x="11" y="32"/>
                      <a:pt x="11" y="32"/>
                    </a:cubicBezTo>
                    <a:lnTo>
                      <a:pt x="11" y="30"/>
                    </a:lnTo>
                    <a:close/>
                    <a:moveTo>
                      <a:pt x="16" y="11"/>
                    </a:moveTo>
                    <a:cubicBezTo>
                      <a:pt x="16" y="36"/>
                      <a:pt x="16" y="36"/>
                      <a:pt x="16" y="36"/>
                    </a:cubicBezTo>
                    <a:cubicBezTo>
                      <a:pt x="16" y="37"/>
                      <a:pt x="15" y="37"/>
                      <a:pt x="15" y="37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4" y="11"/>
                      <a:pt x="4" y="11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5" y="0"/>
                      <a:pt x="6" y="0"/>
                      <a:pt x="7" y="2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5" y="10"/>
                      <a:pt x="16" y="10"/>
                      <a:pt x="16" y="11"/>
                    </a:cubicBezTo>
                    <a:close/>
                    <a:moveTo>
                      <a:pt x="12" y="10"/>
                    </a:moveTo>
                    <a:cubicBezTo>
                      <a:pt x="6" y="4"/>
                      <a:pt x="6" y="4"/>
                      <a:pt x="6" y="4"/>
                    </a:cubicBezTo>
                    <a:cubicBezTo>
                      <a:pt x="6" y="10"/>
                      <a:pt x="6" y="10"/>
                      <a:pt x="6" y="10"/>
                    </a:cubicBezTo>
                    <a:lnTo>
                      <a:pt x="12" y="1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425"/>
              <p:cNvSpPr>
                <a:spLocks noEditPoints="1"/>
              </p:cNvSpPr>
              <p:nvPr/>
            </p:nvSpPr>
            <p:spPr bwMode="auto">
              <a:xfrm>
                <a:off x="2915795" y="2632945"/>
                <a:ext cx="142084" cy="406787"/>
              </a:xfrm>
              <a:custGeom>
                <a:avLst/>
                <a:gdLst>
                  <a:gd name="T0" fmla="*/ 13 w 13"/>
                  <a:gd name="T1" fmla="*/ 18 h 37"/>
                  <a:gd name="T2" fmla="*/ 13 w 13"/>
                  <a:gd name="T3" fmla="*/ 20 h 37"/>
                  <a:gd name="T4" fmla="*/ 4 w 13"/>
                  <a:gd name="T5" fmla="*/ 20 h 37"/>
                  <a:gd name="T6" fmla="*/ 4 w 13"/>
                  <a:gd name="T7" fmla="*/ 18 h 37"/>
                  <a:gd name="T8" fmla="*/ 13 w 13"/>
                  <a:gd name="T9" fmla="*/ 18 h 37"/>
                  <a:gd name="T10" fmla="*/ 4 w 13"/>
                  <a:gd name="T11" fmla="*/ 26 h 37"/>
                  <a:gd name="T12" fmla="*/ 4 w 13"/>
                  <a:gd name="T13" fmla="*/ 28 h 37"/>
                  <a:gd name="T14" fmla="*/ 13 w 13"/>
                  <a:gd name="T15" fmla="*/ 28 h 37"/>
                  <a:gd name="T16" fmla="*/ 13 w 13"/>
                  <a:gd name="T17" fmla="*/ 26 h 37"/>
                  <a:gd name="T18" fmla="*/ 4 w 13"/>
                  <a:gd name="T19" fmla="*/ 26 h 37"/>
                  <a:gd name="T20" fmla="*/ 4 w 13"/>
                  <a:gd name="T21" fmla="*/ 22 h 37"/>
                  <a:gd name="T22" fmla="*/ 4 w 13"/>
                  <a:gd name="T23" fmla="*/ 24 h 37"/>
                  <a:gd name="T24" fmla="*/ 13 w 13"/>
                  <a:gd name="T25" fmla="*/ 24 h 37"/>
                  <a:gd name="T26" fmla="*/ 13 w 13"/>
                  <a:gd name="T27" fmla="*/ 22 h 37"/>
                  <a:gd name="T28" fmla="*/ 4 w 13"/>
                  <a:gd name="T29" fmla="*/ 22 h 37"/>
                  <a:gd name="T30" fmla="*/ 4 w 13"/>
                  <a:gd name="T31" fmla="*/ 30 h 37"/>
                  <a:gd name="T32" fmla="*/ 4 w 13"/>
                  <a:gd name="T33" fmla="*/ 32 h 37"/>
                  <a:gd name="T34" fmla="*/ 13 w 13"/>
                  <a:gd name="T35" fmla="*/ 32 h 37"/>
                  <a:gd name="T36" fmla="*/ 13 w 13"/>
                  <a:gd name="T37" fmla="*/ 30 h 37"/>
                  <a:gd name="T38" fmla="*/ 4 w 13"/>
                  <a:gd name="T39" fmla="*/ 30 h 37"/>
                  <a:gd name="T40" fmla="*/ 4 w 13"/>
                  <a:gd name="T41" fmla="*/ 6 h 37"/>
                  <a:gd name="T42" fmla="*/ 4 w 13"/>
                  <a:gd name="T43" fmla="*/ 8 h 37"/>
                  <a:gd name="T44" fmla="*/ 13 w 13"/>
                  <a:gd name="T45" fmla="*/ 8 h 37"/>
                  <a:gd name="T46" fmla="*/ 13 w 13"/>
                  <a:gd name="T47" fmla="*/ 6 h 37"/>
                  <a:gd name="T48" fmla="*/ 4 w 13"/>
                  <a:gd name="T49" fmla="*/ 6 h 37"/>
                  <a:gd name="T50" fmla="*/ 2 w 13"/>
                  <a:gd name="T51" fmla="*/ 35 h 37"/>
                  <a:gd name="T52" fmla="*/ 2 w 13"/>
                  <a:gd name="T53" fmla="*/ 2 h 37"/>
                  <a:gd name="T54" fmla="*/ 13 w 13"/>
                  <a:gd name="T55" fmla="*/ 2 h 37"/>
                  <a:gd name="T56" fmla="*/ 13 w 13"/>
                  <a:gd name="T57" fmla="*/ 0 h 37"/>
                  <a:gd name="T58" fmla="*/ 1 w 13"/>
                  <a:gd name="T59" fmla="*/ 0 h 37"/>
                  <a:gd name="T60" fmla="*/ 0 w 13"/>
                  <a:gd name="T61" fmla="*/ 1 h 37"/>
                  <a:gd name="T62" fmla="*/ 0 w 13"/>
                  <a:gd name="T63" fmla="*/ 36 h 37"/>
                  <a:gd name="T64" fmla="*/ 1 w 13"/>
                  <a:gd name="T65" fmla="*/ 37 h 37"/>
                  <a:gd name="T66" fmla="*/ 13 w 13"/>
                  <a:gd name="T67" fmla="*/ 37 h 37"/>
                  <a:gd name="T68" fmla="*/ 13 w 13"/>
                  <a:gd name="T69" fmla="*/ 35 h 37"/>
                  <a:gd name="T70" fmla="*/ 2 w 13"/>
                  <a:gd name="T71" fmla="*/ 35 h 37"/>
                  <a:gd name="T72" fmla="*/ 4 w 13"/>
                  <a:gd name="T73" fmla="*/ 14 h 37"/>
                  <a:gd name="T74" fmla="*/ 4 w 13"/>
                  <a:gd name="T75" fmla="*/ 16 h 37"/>
                  <a:gd name="T76" fmla="*/ 13 w 13"/>
                  <a:gd name="T77" fmla="*/ 16 h 37"/>
                  <a:gd name="T78" fmla="*/ 13 w 13"/>
                  <a:gd name="T79" fmla="*/ 14 h 37"/>
                  <a:gd name="T80" fmla="*/ 4 w 13"/>
                  <a:gd name="T81" fmla="*/ 14 h 37"/>
                  <a:gd name="T82" fmla="*/ 4 w 13"/>
                  <a:gd name="T83" fmla="*/ 10 h 37"/>
                  <a:gd name="T84" fmla="*/ 4 w 13"/>
                  <a:gd name="T85" fmla="*/ 12 h 37"/>
                  <a:gd name="T86" fmla="*/ 13 w 13"/>
                  <a:gd name="T87" fmla="*/ 12 h 37"/>
                  <a:gd name="T88" fmla="*/ 13 w 13"/>
                  <a:gd name="T89" fmla="*/ 10 h 37"/>
                  <a:gd name="T90" fmla="*/ 4 w 13"/>
                  <a:gd name="T91" fmla="*/ 1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3" h="37">
                    <a:moveTo>
                      <a:pt x="13" y="18"/>
                    </a:moveTo>
                    <a:cubicBezTo>
                      <a:pt x="13" y="20"/>
                      <a:pt x="13" y="20"/>
                      <a:pt x="13" y="20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4" y="18"/>
                      <a:pt x="4" y="18"/>
                      <a:pt x="4" y="18"/>
                    </a:cubicBezTo>
                    <a:lnTo>
                      <a:pt x="13" y="18"/>
                    </a:lnTo>
                    <a:close/>
                    <a:moveTo>
                      <a:pt x="4" y="26"/>
                    </a:moveTo>
                    <a:cubicBezTo>
                      <a:pt x="4" y="28"/>
                      <a:pt x="4" y="28"/>
                      <a:pt x="4" y="28"/>
                    </a:cubicBezTo>
                    <a:cubicBezTo>
                      <a:pt x="13" y="28"/>
                      <a:pt x="13" y="28"/>
                      <a:pt x="13" y="28"/>
                    </a:cubicBezTo>
                    <a:cubicBezTo>
                      <a:pt x="13" y="26"/>
                      <a:pt x="13" y="26"/>
                      <a:pt x="13" y="26"/>
                    </a:cubicBezTo>
                    <a:lnTo>
                      <a:pt x="4" y="26"/>
                    </a:lnTo>
                    <a:close/>
                    <a:moveTo>
                      <a:pt x="4" y="22"/>
                    </a:moveTo>
                    <a:cubicBezTo>
                      <a:pt x="4" y="24"/>
                      <a:pt x="4" y="24"/>
                      <a:pt x="4" y="24"/>
                    </a:cubicBezTo>
                    <a:cubicBezTo>
                      <a:pt x="13" y="24"/>
                      <a:pt x="13" y="24"/>
                      <a:pt x="13" y="24"/>
                    </a:cubicBezTo>
                    <a:cubicBezTo>
                      <a:pt x="13" y="22"/>
                      <a:pt x="13" y="22"/>
                      <a:pt x="13" y="22"/>
                    </a:cubicBezTo>
                    <a:lnTo>
                      <a:pt x="4" y="22"/>
                    </a:lnTo>
                    <a:close/>
                    <a:moveTo>
                      <a:pt x="4" y="30"/>
                    </a:moveTo>
                    <a:cubicBezTo>
                      <a:pt x="4" y="32"/>
                      <a:pt x="4" y="32"/>
                      <a:pt x="4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0"/>
                      <a:pt x="13" y="30"/>
                      <a:pt x="13" y="30"/>
                    </a:cubicBezTo>
                    <a:lnTo>
                      <a:pt x="4" y="30"/>
                    </a:lnTo>
                    <a:close/>
                    <a:moveTo>
                      <a:pt x="4" y="6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6"/>
                      <a:pt x="13" y="6"/>
                      <a:pt x="13" y="6"/>
                    </a:cubicBezTo>
                    <a:lnTo>
                      <a:pt x="4" y="6"/>
                    </a:lnTo>
                    <a:close/>
                    <a:moveTo>
                      <a:pt x="2" y="35"/>
                    </a:moveTo>
                    <a:cubicBezTo>
                      <a:pt x="2" y="2"/>
                      <a:pt x="2" y="2"/>
                      <a:pt x="2" y="2"/>
                    </a:cubicBezTo>
                    <a:cubicBezTo>
                      <a:pt x="13" y="2"/>
                      <a:pt x="13" y="2"/>
                      <a:pt x="13" y="2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37"/>
                      <a:pt x="0" y="37"/>
                      <a:pt x="1" y="37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5"/>
                      <a:pt x="13" y="35"/>
                      <a:pt x="13" y="35"/>
                    </a:cubicBezTo>
                    <a:lnTo>
                      <a:pt x="2" y="35"/>
                    </a:lnTo>
                    <a:close/>
                    <a:moveTo>
                      <a:pt x="4" y="14"/>
                    </a:moveTo>
                    <a:cubicBezTo>
                      <a:pt x="4" y="16"/>
                      <a:pt x="4" y="16"/>
                      <a:pt x="4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4"/>
                      <a:pt x="13" y="14"/>
                      <a:pt x="13" y="14"/>
                    </a:cubicBezTo>
                    <a:lnTo>
                      <a:pt x="4" y="14"/>
                    </a:lnTo>
                    <a:close/>
                    <a:moveTo>
                      <a:pt x="4" y="10"/>
                    </a:moveTo>
                    <a:cubicBezTo>
                      <a:pt x="4" y="12"/>
                      <a:pt x="4" y="12"/>
                      <a:pt x="4" y="12"/>
                    </a:cubicBezTo>
                    <a:cubicBezTo>
                      <a:pt x="13" y="12"/>
                      <a:pt x="13" y="12"/>
                      <a:pt x="13" y="12"/>
                    </a:cubicBezTo>
                    <a:cubicBezTo>
                      <a:pt x="13" y="10"/>
                      <a:pt x="13" y="10"/>
                      <a:pt x="13" y="10"/>
                    </a:cubicBezTo>
                    <a:lnTo>
                      <a:pt x="4" y="1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08" name="矩形 107"/>
          <p:cNvSpPr/>
          <p:nvPr/>
        </p:nvSpPr>
        <p:spPr>
          <a:xfrm>
            <a:off x="0" y="435429"/>
            <a:ext cx="2249713" cy="725714"/>
          </a:xfrm>
          <a:prstGeom prst="rect">
            <a:avLst/>
          </a:prstGeom>
          <a:solidFill>
            <a:srgbClr val="C60F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矩形 108"/>
          <p:cNvSpPr/>
          <p:nvPr/>
        </p:nvSpPr>
        <p:spPr>
          <a:xfrm>
            <a:off x="2460172" y="435428"/>
            <a:ext cx="210456" cy="725714"/>
          </a:xfrm>
          <a:prstGeom prst="rect">
            <a:avLst/>
          </a:prstGeom>
          <a:solidFill>
            <a:srgbClr val="C60F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文本框 109"/>
          <p:cNvSpPr txBox="1"/>
          <p:nvPr/>
        </p:nvSpPr>
        <p:spPr>
          <a:xfrm>
            <a:off x="117365" y="292684"/>
            <a:ext cx="23560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 smtClean="0">
                <a:solidFill>
                  <a:schemeClr val="bg1"/>
                </a:solidFill>
                <a:latin typeface="Broadway" panose="04040905080B02020502" pitchFamily="82" charset="0"/>
                <a:ea typeface="微软雅黑" panose="020B0503020204020204" pitchFamily="34" charset="-122"/>
              </a:rPr>
              <a:t>what</a:t>
            </a:r>
            <a:endParaRPr lang="zh-CN" altLang="en-US" sz="5400" dirty="0">
              <a:solidFill>
                <a:schemeClr val="bg1"/>
              </a:solidFill>
              <a:latin typeface="Broadway" panose="04040905080B02020502" pitchFamily="82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45809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/>
          <p:cNvSpPr/>
          <p:nvPr/>
        </p:nvSpPr>
        <p:spPr>
          <a:xfrm>
            <a:off x="1308100" y="2246441"/>
            <a:ext cx="2365118" cy="2365118"/>
          </a:xfrm>
          <a:prstGeom prst="ellipse">
            <a:avLst/>
          </a:prstGeom>
          <a:solidFill>
            <a:srgbClr val="C60F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636362" y="2967335"/>
            <a:ext cx="17085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 smtClean="0">
                <a:solidFill>
                  <a:schemeClr val="bg1"/>
                </a:solidFill>
                <a:latin typeface="Broadway" panose="04040905080B02020502" pitchFamily="82" charset="0"/>
                <a:ea typeface="微软雅黑" panose="020B0503020204020204" pitchFamily="34" charset="-122"/>
              </a:rPr>
              <a:t>why</a:t>
            </a:r>
            <a:endParaRPr lang="zh-CN" altLang="en-US" sz="5400" dirty="0">
              <a:solidFill>
                <a:schemeClr val="bg1"/>
              </a:solidFill>
              <a:latin typeface="Broadway" panose="04040905080B02020502" pitchFamily="82" charset="0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159375" y="1775012"/>
            <a:ext cx="5042647" cy="5972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159375" y="3041586"/>
            <a:ext cx="5042647" cy="5972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159375" y="4360384"/>
            <a:ext cx="5042647" cy="5972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010733" y="1842825"/>
            <a:ext cx="13399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1</a:t>
            </a:r>
            <a:r>
              <a:rPr lang="zh-CN" altLang="en-US" sz="24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、社会</a:t>
            </a:r>
            <a:endParaRPr lang="zh-CN" altLang="en-US" sz="2400" dirty="0">
              <a:solidFill>
                <a:schemeClr val="bg1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032505" y="3109399"/>
            <a:ext cx="12963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2</a:t>
            </a:r>
            <a:r>
              <a:rPr lang="zh-CN" altLang="en-US" sz="24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、归属</a:t>
            </a:r>
            <a:endParaRPr lang="zh-CN" altLang="en-US" sz="2400" dirty="0">
              <a:solidFill>
                <a:schemeClr val="bg1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727705" y="4428196"/>
            <a:ext cx="19059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3</a:t>
            </a:r>
            <a:r>
              <a:rPr lang="zh-CN" altLang="en-US" sz="24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、认清关系</a:t>
            </a:r>
            <a:endParaRPr lang="zh-CN" altLang="en-US" sz="2400" dirty="0">
              <a:solidFill>
                <a:schemeClr val="bg1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7069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4015057" y="1573654"/>
            <a:ext cx="1469617" cy="584775"/>
          </a:xfrm>
          <a:prstGeom prst="roundRect">
            <a:avLst/>
          </a:prstGeom>
          <a:noFill/>
          <a:ln w="25400">
            <a:solidFill>
              <a:srgbClr val="ABAEA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632933" y="4780096"/>
            <a:ext cx="52153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除了个人本身，所处的环境以及环境所造成的个人对待物品的意识。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598339" y="-221119"/>
            <a:ext cx="17839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 smtClean="0">
                <a:solidFill>
                  <a:schemeClr val="bg1"/>
                </a:solidFill>
                <a:latin typeface="Broadway" panose="04040905080B02020502" pitchFamily="82" charset="0"/>
                <a:ea typeface="微软雅黑" panose="020B0503020204020204" pitchFamily="34" charset="-122"/>
              </a:rPr>
              <a:t>why</a:t>
            </a:r>
            <a:endParaRPr lang="zh-CN" altLang="en-US" sz="5400" dirty="0">
              <a:solidFill>
                <a:schemeClr val="bg1"/>
              </a:solidFill>
              <a:latin typeface="Broadway" panose="04040905080B02020502" pitchFamily="82" charset="0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0" y="1775012"/>
            <a:ext cx="1905213" cy="597291"/>
          </a:xfrm>
          <a:prstGeom prst="rect">
            <a:avLst/>
          </a:prstGeom>
          <a:solidFill>
            <a:srgbClr val="C60F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0" y="3041586"/>
            <a:ext cx="1308099" cy="597291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0" y="4360384"/>
            <a:ext cx="1307771" cy="597291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71473" y="1858414"/>
            <a:ext cx="1381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1</a:t>
            </a:r>
            <a:r>
              <a:rPr lang="zh-CN" altLang="en-US" sz="24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、社会</a:t>
            </a:r>
            <a:endParaRPr lang="zh-CN" altLang="en-US" sz="2400" dirty="0">
              <a:solidFill>
                <a:schemeClr val="bg1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-1" y="3155565"/>
            <a:ext cx="16583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2</a:t>
            </a:r>
            <a:r>
              <a:rPr lang="zh-CN" altLang="en-US" sz="24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、归属</a:t>
            </a:r>
            <a:endParaRPr lang="zh-CN" altLang="en-US" sz="2400" dirty="0">
              <a:solidFill>
                <a:schemeClr val="bg1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-1" y="4428196"/>
            <a:ext cx="20528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3</a:t>
            </a:r>
            <a:r>
              <a:rPr lang="zh-CN" altLang="en-US" sz="24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、认清关系</a:t>
            </a:r>
            <a:endParaRPr lang="zh-CN" altLang="en-US" sz="2400" dirty="0">
              <a:solidFill>
                <a:schemeClr val="bg1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3673099" y="4360384"/>
            <a:ext cx="482600" cy="636421"/>
            <a:chOff x="3672890" y="4340817"/>
            <a:chExt cx="482600" cy="636421"/>
          </a:xfrm>
        </p:grpSpPr>
        <p:sp>
          <p:nvSpPr>
            <p:cNvPr id="19" name="矩形 18"/>
            <p:cNvSpPr/>
            <p:nvPr/>
          </p:nvSpPr>
          <p:spPr>
            <a:xfrm>
              <a:off x="3672890" y="4382433"/>
              <a:ext cx="482600" cy="82322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3811481" y="4340817"/>
              <a:ext cx="205417" cy="8914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3697107" y="4512347"/>
              <a:ext cx="434166" cy="464891"/>
              <a:chOff x="3327816" y="4868863"/>
              <a:chExt cx="779489" cy="836612"/>
            </a:xfrm>
          </p:grpSpPr>
          <p:sp>
            <p:nvSpPr>
              <p:cNvPr id="25" name="圆角矩形 24"/>
              <p:cNvSpPr/>
              <p:nvPr/>
            </p:nvSpPr>
            <p:spPr>
              <a:xfrm>
                <a:off x="3327816" y="4868863"/>
                <a:ext cx="779489" cy="83661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矩形 25"/>
              <p:cNvSpPr/>
              <p:nvPr/>
            </p:nvSpPr>
            <p:spPr>
              <a:xfrm>
                <a:off x="3327816" y="4868863"/>
                <a:ext cx="779489" cy="132966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2" name="圆角矩形 21"/>
            <p:cNvSpPr/>
            <p:nvPr/>
          </p:nvSpPr>
          <p:spPr>
            <a:xfrm>
              <a:off x="3783175" y="4594669"/>
              <a:ext cx="45719" cy="33172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圆角矩形 22"/>
            <p:cNvSpPr/>
            <p:nvPr/>
          </p:nvSpPr>
          <p:spPr>
            <a:xfrm>
              <a:off x="3900473" y="4594668"/>
              <a:ext cx="45719" cy="33172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圆角矩形 23"/>
            <p:cNvSpPr/>
            <p:nvPr/>
          </p:nvSpPr>
          <p:spPr>
            <a:xfrm>
              <a:off x="4014848" y="4595786"/>
              <a:ext cx="45719" cy="33060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7" name="直接连接符 26"/>
          <p:cNvCxnSpPr/>
          <p:nvPr/>
        </p:nvCxnSpPr>
        <p:spPr>
          <a:xfrm>
            <a:off x="4632933" y="4683464"/>
            <a:ext cx="6136329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6188368" y="2299675"/>
            <a:ext cx="15094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物质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过度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泛滥的社会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420803" y="1541817"/>
            <a:ext cx="18433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属于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他人的物品，你根本没法收拾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9" name="直接箭头连接符 28"/>
          <p:cNvCxnSpPr/>
          <p:nvPr/>
        </p:nvCxnSpPr>
        <p:spPr>
          <a:xfrm flipH="1" flipV="1">
            <a:off x="5674763" y="1937278"/>
            <a:ext cx="573314" cy="269569"/>
          </a:xfrm>
          <a:prstGeom prst="straightConnector1">
            <a:avLst/>
          </a:prstGeom>
          <a:ln>
            <a:solidFill>
              <a:srgbClr val="ABAEA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3899184" y="1573654"/>
            <a:ext cx="1585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捡便宜心理</a:t>
            </a:r>
            <a:endParaRPr lang="en-US" altLang="zh-CN" dirty="0"/>
          </a:p>
          <a:p>
            <a:r>
              <a:rPr lang="zh-CN" altLang="en-US" dirty="0"/>
              <a:t>和折扣陷阱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3641133" y="3310825"/>
            <a:ext cx="2224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意识跟不上</a:t>
            </a:r>
            <a:endParaRPr lang="en-US" altLang="zh-CN" dirty="0"/>
          </a:p>
          <a:p>
            <a:r>
              <a:rPr lang="zh-CN" altLang="en-US" dirty="0"/>
              <a:t>只有进口没有出口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7995575" y="3296186"/>
            <a:ext cx="29337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淤泥沉降造成的假象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误导我们只求眼前安稳</a:t>
            </a:r>
          </a:p>
        </p:txBody>
      </p:sp>
      <p:cxnSp>
        <p:nvCxnSpPr>
          <p:cNvPr id="39" name="直接箭头连接符 38"/>
          <p:cNvCxnSpPr/>
          <p:nvPr/>
        </p:nvCxnSpPr>
        <p:spPr>
          <a:xfrm>
            <a:off x="7712670" y="3085566"/>
            <a:ext cx="458317" cy="279231"/>
          </a:xfrm>
          <a:prstGeom prst="straightConnector1">
            <a:avLst/>
          </a:prstGeom>
          <a:ln>
            <a:solidFill>
              <a:srgbClr val="ABAEA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 flipV="1">
            <a:off x="7679730" y="1937278"/>
            <a:ext cx="573314" cy="269569"/>
          </a:xfrm>
          <a:prstGeom prst="straightConnector1">
            <a:avLst/>
          </a:prstGeom>
          <a:ln>
            <a:solidFill>
              <a:srgbClr val="ABAEA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 flipH="1">
            <a:off x="5759852" y="3085567"/>
            <a:ext cx="458317" cy="279231"/>
          </a:xfrm>
          <a:prstGeom prst="straightConnector1">
            <a:avLst/>
          </a:prstGeom>
          <a:ln>
            <a:solidFill>
              <a:srgbClr val="ABAEA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0" y="435429"/>
            <a:ext cx="2249713" cy="725714"/>
          </a:xfrm>
          <a:prstGeom prst="rect">
            <a:avLst/>
          </a:prstGeom>
          <a:solidFill>
            <a:srgbClr val="C60F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2460172" y="435428"/>
            <a:ext cx="210456" cy="725714"/>
          </a:xfrm>
          <a:prstGeom prst="rect">
            <a:avLst/>
          </a:prstGeom>
          <a:solidFill>
            <a:srgbClr val="C60F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305564" y="278550"/>
            <a:ext cx="17839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 smtClean="0">
                <a:solidFill>
                  <a:schemeClr val="bg1"/>
                </a:solidFill>
                <a:latin typeface="Broadway" panose="04040905080B02020502" pitchFamily="82" charset="0"/>
                <a:ea typeface="微软雅黑" panose="020B0503020204020204" pitchFamily="34" charset="-122"/>
              </a:rPr>
              <a:t>why</a:t>
            </a:r>
            <a:endParaRPr lang="zh-CN" altLang="en-US" sz="5400" dirty="0">
              <a:solidFill>
                <a:schemeClr val="bg1"/>
              </a:solidFill>
              <a:latin typeface="Broadway" panose="04040905080B02020502" pitchFamily="82" charset="0"/>
              <a:ea typeface="微软雅黑" panose="020B0503020204020204" pitchFamily="34" charset="-122"/>
            </a:endParaRPr>
          </a:p>
        </p:txBody>
      </p:sp>
      <p:sp>
        <p:nvSpPr>
          <p:cNvPr id="47" name="Freeform 69"/>
          <p:cNvSpPr>
            <a:spLocks noEditPoints="1"/>
          </p:cNvSpPr>
          <p:nvPr/>
        </p:nvSpPr>
        <p:spPr bwMode="auto">
          <a:xfrm>
            <a:off x="3030986" y="3288772"/>
            <a:ext cx="642113" cy="589179"/>
          </a:xfrm>
          <a:custGeom>
            <a:avLst/>
            <a:gdLst>
              <a:gd name="T0" fmla="*/ 225 w 233"/>
              <a:gd name="T1" fmla="*/ 74 h 214"/>
              <a:gd name="T2" fmla="*/ 225 w 233"/>
              <a:gd name="T3" fmla="*/ 74 h 214"/>
              <a:gd name="T4" fmla="*/ 192 w 233"/>
              <a:gd name="T5" fmla="*/ 17 h 214"/>
              <a:gd name="T6" fmla="*/ 193 w 233"/>
              <a:gd name="T7" fmla="*/ 17 h 214"/>
              <a:gd name="T8" fmla="*/ 198 w 233"/>
              <a:gd name="T9" fmla="*/ 10 h 214"/>
              <a:gd name="T10" fmla="*/ 198 w 233"/>
              <a:gd name="T11" fmla="*/ 7 h 214"/>
              <a:gd name="T12" fmla="*/ 190 w 233"/>
              <a:gd name="T13" fmla="*/ 1 h 214"/>
              <a:gd name="T14" fmla="*/ 40 w 233"/>
              <a:gd name="T15" fmla="*/ 34 h 214"/>
              <a:gd name="T16" fmla="*/ 35 w 233"/>
              <a:gd name="T17" fmla="*/ 40 h 214"/>
              <a:gd name="T18" fmla="*/ 35 w 233"/>
              <a:gd name="T19" fmla="*/ 43 h 214"/>
              <a:gd name="T20" fmla="*/ 42 w 233"/>
              <a:gd name="T21" fmla="*/ 49 h 214"/>
              <a:gd name="T22" fmla="*/ 8 w 233"/>
              <a:gd name="T23" fmla="*/ 109 h 214"/>
              <a:gd name="T24" fmla="*/ 8 w 233"/>
              <a:gd name="T25" fmla="*/ 109 h 214"/>
              <a:gd name="T26" fmla="*/ 0 w 233"/>
              <a:gd name="T27" fmla="*/ 109 h 214"/>
              <a:gd name="T28" fmla="*/ 48 w 233"/>
              <a:gd name="T29" fmla="*/ 146 h 214"/>
              <a:gd name="T30" fmla="*/ 96 w 233"/>
              <a:gd name="T31" fmla="*/ 109 h 214"/>
              <a:gd name="T32" fmla="*/ 89 w 233"/>
              <a:gd name="T33" fmla="*/ 109 h 214"/>
              <a:gd name="T34" fmla="*/ 89 w 233"/>
              <a:gd name="T35" fmla="*/ 109 h 214"/>
              <a:gd name="T36" fmla="*/ 53 w 233"/>
              <a:gd name="T37" fmla="*/ 47 h 214"/>
              <a:gd name="T38" fmla="*/ 108 w 233"/>
              <a:gd name="T39" fmla="*/ 35 h 214"/>
              <a:gd name="T40" fmla="*/ 108 w 233"/>
              <a:gd name="T41" fmla="*/ 200 h 214"/>
              <a:gd name="T42" fmla="*/ 75 w 233"/>
              <a:gd name="T43" fmla="*/ 214 h 214"/>
              <a:gd name="T44" fmla="*/ 158 w 233"/>
              <a:gd name="T45" fmla="*/ 214 h 214"/>
              <a:gd name="T46" fmla="*/ 124 w 233"/>
              <a:gd name="T47" fmla="*/ 200 h 214"/>
              <a:gd name="T48" fmla="*/ 124 w 233"/>
              <a:gd name="T49" fmla="*/ 31 h 214"/>
              <a:gd name="T50" fmla="*/ 174 w 233"/>
              <a:gd name="T51" fmla="*/ 21 h 214"/>
              <a:gd name="T52" fmla="*/ 144 w 233"/>
              <a:gd name="T53" fmla="*/ 74 h 214"/>
              <a:gd name="T54" fmla="*/ 144 w 233"/>
              <a:gd name="T55" fmla="*/ 74 h 214"/>
              <a:gd name="T56" fmla="*/ 137 w 233"/>
              <a:gd name="T57" fmla="*/ 74 h 214"/>
              <a:gd name="T58" fmla="*/ 185 w 233"/>
              <a:gd name="T59" fmla="*/ 110 h 214"/>
              <a:gd name="T60" fmla="*/ 233 w 233"/>
              <a:gd name="T61" fmla="*/ 74 h 214"/>
              <a:gd name="T62" fmla="*/ 225 w 233"/>
              <a:gd name="T63" fmla="*/ 74 h 214"/>
              <a:gd name="T64" fmla="*/ 19 w 233"/>
              <a:gd name="T65" fmla="*/ 109 h 214"/>
              <a:gd name="T66" fmla="*/ 48 w 233"/>
              <a:gd name="T67" fmla="*/ 57 h 214"/>
              <a:gd name="T68" fmla="*/ 78 w 233"/>
              <a:gd name="T69" fmla="*/ 109 h 214"/>
              <a:gd name="T70" fmla="*/ 19 w 233"/>
              <a:gd name="T71" fmla="*/ 109 h 214"/>
              <a:gd name="T72" fmla="*/ 155 w 233"/>
              <a:gd name="T73" fmla="*/ 74 h 214"/>
              <a:gd name="T74" fmla="*/ 184 w 233"/>
              <a:gd name="T75" fmla="*/ 22 h 214"/>
              <a:gd name="T76" fmla="*/ 214 w 233"/>
              <a:gd name="T77" fmla="*/ 74 h 214"/>
              <a:gd name="T78" fmla="*/ 155 w 233"/>
              <a:gd name="T79" fmla="*/ 74 h 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33" h="214">
                <a:moveTo>
                  <a:pt x="225" y="74"/>
                </a:moveTo>
                <a:cubicBezTo>
                  <a:pt x="225" y="74"/>
                  <a:pt x="225" y="74"/>
                  <a:pt x="225" y="74"/>
                </a:cubicBezTo>
                <a:cubicBezTo>
                  <a:pt x="192" y="17"/>
                  <a:pt x="192" y="17"/>
                  <a:pt x="192" y="17"/>
                </a:cubicBezTo>
                <a:cubicBezTo>
                  <a:pt x="193" y="17"/>
                  <a:pt x="193" y="17"/>
                  <a:pt x="193" y="17"/>
                </a:cubicBezTo>
                <a:cubicBezTo>
                  <a:pt x="196" y="16"/>
                  <a:pt x="198" y="13"/>
                  <a:pt x="198" y="10"/>
                </a:cubicBezTo>
                <a:cubicBezTo>
                  <a:pt x="198" y="7"/>
                  <a:pt x="198" y="7"/>
                  <a:pt x="198" y="7"/>
                </a:cubicBezTo>
                <a:cubicBezTo>
                  <a:pt x="198" y="3"/>
                  <a:pt x="194" y="0"/>
                  <a:pt x="190" y="1"/>
                </a:cubicBezTo>
                <a:cubicBezTo>
                  <a:pt x="40" y="34"/>
                  <a:pt x="40" y="34"/>
                  <a:pt x="40" y="34"/>
                </a:cubicBezTo>
                <a:cubicBezTo>
                  <a:pt x="37" y="34"/>
                  <a:pt x="35" y="37"/>
                  <a:pt x="35" y="40"/>
                </a:cubicBezTo>
                <a:cubicBezTo>
                  <a:pt x="35" y="43"/>
                  <a:pt x="35" y="43"/>
                  <a:pt x="35" y="43"/>
                </a:cubicBezTo>
                <a:cubicBezTo>
                  <a:pt x="35" y="47"/>
                  <a:pt x="38" y="50"/>
                  <a:pt x="42" y="49"/>
                </a:cubicBezTo>
                <a:cubicBezTo>
                  <a:pt x="8" y="109"/>
                  <a:pt x="8" y="109"/>
                  <a:pt x="8" y="109"/>
                </a:cubicBezTo>
                <a:cubicBezTo>
                  <a:pt x="8" y="109"/>
                  <a:pt x="8" y="109"/>
                  <a:pt x="8" y="109"/>
                </a:cubicBezTo>
                <a:cubicBezTo>
                  <a:pt x="0" y="109"/>
                  <a:pt x="0" y="109"/>
                  <a:pt x="0" y="109"/>
                </a:cubicBezTo>
                <a:cubicBezTo>
                  <a:pt x="0" y="129"/>
                  <a:pt x="21" y="146"/>
                  <a:pt x="48" y="146"/>
                </a:cubicBezTo>
                <a:cubicBezTo>
                  <a:pt x="74" y="146"/>
                  <a:pt x="96" y="129"/>
                  <a:pt x="96" y="109"/>
                </a:cubicBezTo>
                <a:cubicBezTo>
                  <a:pt x="89" y="109"/>
                  <a:pt x="89" y="109"/>
                  <a:pt x="89" y="109"/>
                </a:cubicBezTo>
                <a:cubicBezTo>
                  <a:pt x="89" y="109"/>
                  <a:pt x="89" y="109"/>
                  <a:pt x="89" y="109"/>
                </a:cubicBezTo>
                <a:cubicBezTo>
                  <a:pt x="53" y="47"/>
                  <a:pt x="53" y="47"/>
                  <a:pt x="53" y="47"/>
                </a:cubicBezTo>
                <a:cubicBezTo>
                  <a:pt x="108" y="35"/>
                  <a:pt x="108" y="35"/>
                  <a:pt x="108" y="35"/>
                </a:cubicBezTo>
                <a:cubicBezTo>
                  <a:pt x="108" y="200"/>
                  <a:pt x="108" y="200"/>
                  <a:pt x="108" y="200"/>
                </a:cubicBezTo>
                <a:cubicBezTo>
                  <a:pt x="82" y="202"/>
                  <a:pt x="75" y="214"/>
                  <a:pt x="75" y="214"/>
                </a:cubicBezTo>
                <a:cubicBezTo>
                  <a:pt x="158" y="214"/>
                  <a:pt x="158" y="214"/>
                  <a:pt x="158" y="214"/>
                </a:cubicBezTo>
                <a:cubicBezTo>
                  <a:pt x="158" y="214"/>
                  <a:pt x="151" y="202"/>
                  <a:pt x="124" y="200"/>
                </a:cubicBezTo>
                <a:cubicBezTo>
                  <a:pt x="124" y="31"/>
                  <a:pt x="124" y="31"/>
                  <a:pt x="124" y="31"/>
                </a:cubicBezTo>
                <a:cubicBezTo>
                  <a:pt x="174" y="21"/>
                  <a:pt x="174" y="21"/>
                  <a:pt x="174" y="21"/>
                </a:cubicBezTo>
                <a:cubicBezTo>
                  <a:pt x="144" y="74"/>
                  <a:pt x="144" y="74"/>
                  <a:pt x="144" y="74"/>
                </a:cubicBezTo>
                <a:cubicBezTo>
                  <a:pt x="144" y="74"/>
                  <a:pt x="144" y="74"/>
                  <a:pt x="144" y="74"/>
                </a:cubicBezTo>
                <a:cubicBezTo>
                  <a:pt x="137" y="74"/>
                  <a:pt x="137" y="74"/>
                  <a:pt x="137" y="74"/>
                </a:cubicBezTo>
                <a:cubicBezTo>
                  <a:pt x="137" y="94"/>
                  <a:pt x="158" y="110"/>
                  <a:pt x="185" y="110"/>
                </a:cubicBezTo>
                <a:cubicBezTo>
                  <a:pt x="211" y="110"/>
                  <a:pt x="233" y="94"/>
                  <a:pt x="233" y="74"/>
                </a:cubicBezTo>
                <a:lnTo>
                  <a:pt x="225" y="74"/>
                </a:lnTo>
                <a:close/>
                <a:moveTo>
                  <a:pt x="19" y="109"/>
                </a:moveTo>
                <a:cubicBezTo>
                  <a:pt x="48" y="57"/>
                  <a:pt x="48" y="57"/>
                  <a:pt x="48" y="57"/>
                </a:cubicBezTo>
                <a:cubicBezTo>
                  <a:pt x="78" y="109"/>
                  <a:pt x="78" y="109"/>
                  <a:pt x="78" y="109"/>
                </a:cubicBezTo>
                <a:lnTo>
                  <a:pt x="19" y="109"/>
                </a:lnTo>
                <a:close/>
                <a:moveTo>
                  <a:pt x="155" y="74"/>
                </a:moveTo>
                <a:cubicBezTo>
                  <a:pt x="184" y="22"/>
                  <a:pt x="184" y="22"/>
                  <a:pt x="184" y="22"/>
                </a:cubicBezTo>
                <a:cubicBezTo>
                  <a:pt x="214" y="74"/>
                  <a:pt x="214" y="74"/>
                  <a:pt x="214" y="74"/>
                </a:cubicBezTo>
                <a:lnTo>
                  <a:pt x="155" y="74"/>
                </a:lnTo>
                <a:close/>
              </a:path>
            </a:pathLst>
          </a:custGeom>
          <a:solidFill>
            <a:srgbClr val="ABAEA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8" name="Freeform 11"/>
          <p:cNvSpPr>
            <a:spLocks noEditPoints="1"/>
          </p:cNvSpPr>
          <p:nvPr/>
        </p:nvSpPr>
        <p:spPr bwMode="auto">
          <a:xfrm>
            <a:off x="3368445" y="1541817"/>
            <a:ext cx="402035" cy="616612"/>
          </a:xfrm>
          <a:custGeom>
            <a:avLst/>
            <a:gdLst>
              <a:gd name="T0" fmla="*/ 123 w 141"/>
              <a:gd name="T1" fmla="*/ 96 h 218"/>
              <a:gd name="T2" fmla="*/ 92 w 141"/>
              <a:gd name="T3" fmla="*/ 66 h 218"/>
              <a:gd name="T4" fmla="*/ 95 w 141"/>
              <a:gd name="T5" fmla="*/ 66 h 218"/>
              <a:gd name="T6" fmla="*/ 99 w 141"/>
              <a:gd name="T7" fmla="*/ 61 h 218"/>
              <a:gd name="T8" fmla="*/ 95 w 141"/>
              <a:gd name="T9" fmla="*/ 56 h 218"/>
              <a:gd name="T10" fmla="*/ 87 w 141"/>
              <a:gd name="T11" fmla="*/ 56 h 218"/>
              <a:gd name="T12" fmla="*/ 108 w 141"/>
              <a:gd name="T13" fmla="*/ 32 h 218"/>
              <a:gd name="T14" fmla="*/ 96 w 141"/>
              <a:gd name="T15" fmla="*/ 17 h 218"/>
              <a:gd name="T16" fmla="*/ 76 w 141"/>
              <a:gd name="T17" fmla="*/ 0 h 218"/>
              <a:gd name="T18" fmla="*/ 62 w 141"/>
              <a:gd name="T19" fmla="*/ 7 h 218"/>
              <a:gd name="T20" fmla="*/ 52 w 141"/>
              <a:gd name="T21" fmla="*/ 4 h 218"/>
              <a:gd name="T22" fmla="*/ 32 w 141"/>
              <a:gd name="T23" fmla="*/ 24 h 218"/>
              <a:gd name="T24" fmla="*/ 56 w 141"/>
              <a:gd name="T25" fmla="*/ 56 h 218"/>
              <a:gd name="T26" fmla="*/ 46 w 141"/>
              <a:gd name="T27" fmla="*/ 56 h 218"/>
              <a:gd name="T28" fmla="*/ 41 w 141"/>
              <a:gd name="T29" fmla="*/ 61 h 218"/>
              <a:gd name="T30" fmla="*/ 46 w 141"/>
              <a:gd name="T31" fmla="*/ 66 h 218"/>
              <a:gd name="T32" fmla="*/ 48 w 141"/>
              <a:gd name="T33" fmla="*/ 66 h 218"/>
              <a:gd name="T34" fmla="*/ 18 w 141"/>
              <a:gd name="T35" fmla="*/ 96 h 218"/>
              <a:gd name="T36" fmla="*/ 0 w 141"/>
              <a:gd name="T37" fmla="*/ 167 h 218"/>
              <a:gd name="T38" fmla="*/ 70 w 141"/>
              <a:gd name="T39" fmla="*/ 218 h 218"/>
              <a:gd name="T40" fmla="*/ 141 w 141"/>
              <a:gd name="T41" fmla="*/ 167 h 218"/>
              <a:gd name="T42" fmla="*/ 123 w 141"/>
              <a:gd name="T43" fmla="*/ 96 h 218"/>
              <a:gd name="T44" fmla="*/ 89 w 141"/>
              <a:gd name="T45" fmla="*/ 128 h 218"/>
              <a:gd name="T46" fmla="*/ 82 w 141"/>
              <a:gd name="T47" fmla="*/ 124 h 218"/>
              <a:gd name="T48" fmla="*/ 70 w 141"/>
              <a:gd name="T49" fmla="*/ 118 h 218"/>
              <a:gd name="T50" fmla="*/ 60 w 141"/>
              <a:gd name="T51" fmla="*/ 126 h 218"/>
              <a:gd name="T52" fmla="*/ 71 w 141"/>
              <a:gd name="T53" fmla="*/ 136 h 218"/>
              <a:gd name="T54" fmla="*/ 90 w 141"/>
              <a:gd name="T55" fmla="*/ 157 h 218"/>
              <a:gd name="T56" fmla="*/ 75 w 141"/>
              <a:gd name="T57" fmla="*/ 173 h 218"/>
              <a:gd name="T58" fmla="*/ 75 w 141"/>
              <a:gd name="T59" fmla="*/ 178 h 218"/>
              <a:gd name="T60" fmla="*/ 70 w 141"/>
              <a:gd name="T61" fmla="*/ 183 h 218"/>
              <a:gd name="T62" fmla="*/ 66 w 141"/>
              <a:gd name="T63" fmla="*/ 178 h 218"/>
              <a:gd name="T64" fmla="*/ 66 w 141"/>
              <a:gd name="T65" fmla="*/ 173 h 218"/>
              <a:gd name="T66" fmla="*/ 49 w 141"/>
              <a:gd name="T67" fmla="*/ 160 h 218"/>
              <a:gd name="T68" fmla="*/ 52 w 141"/>
              <a:gd name="T69" fmla="*/ 154 h 218"/>
              <a:gd name="T70" fmla="*/ 58 w 141"/>
              <a:gd name="T71" fmla="*/ 157 h 218"/>
              <a:gd name="T72" fmla="*/ 70 w 141"/>
              <a:gd name="T73" fmla="*/ 164 h 218"/>
              <a:gd name="T74" fmla="*/ 80 w 141"/>
              <a:gd name="T75" fmla="*/ 156 h 218"/>
              <a:gd name="T76" fmla="*/ 69 w 141"/>
              <a:gd name="T77" fmla="*/ 145 h 218"/>
              <a:gd name="T78" fmla="*/ 51 w 141"/>
              <a:gd name="T79" fmla="*/ 125 h 218"/>
              <a:gd name="T80" fmla="*/ 66 w 141"/>
              <a:gd name="T81" fmla="*/ 109 h 218"/>
              <a:gd name="T82" fmla="*/ 66 w 141"/>
              <a:gd name="T83" fmla="*/ 103 h 218"/>
              <a:gd name="T84" fmla="*/ 70 w 141"/>
              <a:gd name="T85" fmla="*/ 98 h 218"/>
              <a:gd name="T86" fmla="*/ 75 w 141"/>
              <a:gd name="T87" fmla="*/ 103 h 218"/>
              <a:gd name="T88" fmla="*/ 75 w 141"/>
              <a:gd name="T89" fmla="*/ 109 h 218"/>
              <a:gd name="T90" fmla="*/ 92 w 141"/>
              <a:gd name="T91" fmla="*/ 121 h 218"/>
              <a:gd name="T92" fmla="*/ 89 w 141"/>
              <a:gd name="T93" fmla="*/ 128 h 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41" h="218">
                <a:moveTo>
                  <a:pt x="123" y="96"/>
                </a:moveTo>
                <a:cubicBezTo>
                  <a:pt x="116" y="85"/>
                  <a:pt x="107" y="72"/>
                  <a:pt x="92" y="66"/>
                </a:cubicBezTo>
                <a:cubicBezTo>
                  <a:pt x="95" y="66"/>
                  <a:pt x="95" y="66"/>
                  <a:pt x="95" y="66"/>
                </a:cubicBezTo>
                <a:cubicBezTo>
                  <a:pt x="97" y="66"/>
                  <a:pt x="99" y="63"/>
                  <a:pt x="99" y="61"/>
                </a:cubicBezTo>
                <a:cubicBezTo>
                  <a:pt x="99" y="58"/>
                  <a:pt x="97" y="56"/>
                  <a:pt x="95" y="56"/>
                </a:cubicBezTo>
                <a:cubicBezTo>
                  <a:pt x="87" y="56"/>
                  <a:pt x="87" y="56"/>
                  <a:pt x="87" y="56"/>
                </a:cubicBezTo>
                <a:cubicBezTo>
                  <a:pt x="98" y="50"/>
                  <a:pt x="108" y="41"/>
                  <a:pt x="108" y="32"/>
                </a:cubicBezTo>
                <a:cubicBezTo>
                  <a:pt x="108" y="25"/>
                  <a:pt x="103" y="18"/>
                  <a:pt x="96" y="17"/>
                </a:cubicBezTo>
                <a:cubicBezTo>
                  <a:pt x="94" y="7"/>
                  <a:pt x="86" y="0"/>
                  <a:pt x="76" y="0"/>
                </a:cubicBezTo>
                <a:cubicBezTo>
                  <a:pt x="71" y="0"/>
                  <a:pt x="66" y="2"/>
                  <a:pt x="62" y="7"/>
                </a:cubicBezTo>
                <a:cubicBezTo>
                  <a:pt x="59" y="5"/>
                  <a:pt x="56" y="4"/>
                  <a:pt x="52" y="4"/>
                </a:cubicBezTo>
                <a:cubicBezTo>
                  <a:pt x="41" y="4"/>
                  <a:pt x="32" y="13"/>
                  <a:pt x="32" y="24"/>
                </a:cubicBezTo>
                <a:cubicBezTo>
                  <a:pt x="32" y="34"/>
                  <a:pt x="45" y="47"/>
                  <a:pt x="56" y="56"/>
                </a:cubicBezTo>
                <a:cubicBezTo>
                  <a:pt x="46" y="56"/>
                  <a:pt x="46" y="56"/>
                  <a:pt x="46" y="56"/>
                </a:cubicBezTo>
                <a:cubicBezTo>
                  <a:pt x="44" y="56"/>
                  <a:pt x="41" y="58"/>
                  <a:pt x="41" y="61"/>
                </a:cubicBezTo>
                <a:cubicBezTo>
                  <a:pt x="41" y="63"/>
                  <a:pt x="44" y="66"/>
                  <a:pt x="46" y="66"/>
                </a:cubicBezTo>
                <a:cubicBezTo>
                  <a:pt x="48" y="66"/>
                  <a:pt x="48" y="66"/>
                  <a:pt x="48" y="66"/>
                </a:cubicBezTo>
                <a:cubicBezTo>
                  <a:pt x="34" y="72"/>
                  <a:pt x="24" y="85"/>
                  <a:pt x="18" y="96"/>
                </a:cubicBezTo>
                <a:cubicBezTo>
                  <a:pt x="7" y="116"/>
                  <a:pt x="0" y="142"/>
                  <a:pt x="0" y="167"/>
                </a:cubicBezTo>
                <a:cubicBezTo>
                  <a:pt x="0" y="197"/>
                  <a:pt x="29" y="218"/>
                  <a:pt x="70" y="218"/>
                </a:cubicBezTo>
                <a:cubicBezTo>
                  <a:pt x="112" y="218"/>
                  <a:pt x="141" y="197"/>
                  <a:pt x="141" y="167"/>
                </a:cubicBezTo>
                <a:cubicBezTo>
                  <a:pt x="141" y="142"/>
                  <a:pt x="134" y="116"/>
                  <a:pt x="123" y="96"/>
                </a:cubicBezTo>
                <a:close/>
                <a:moveTo>
                  <a:pt x="89" y="128"/>
                </a:moveTo>
                <a:cubicBezTo>
                  <a:pt x="86" y="128"/>
                  <a:pt x="83" y="127"/>
                  <a:pt x="82" y="124"/>
                </a:cubicBezTo>
                <a:cubicBezTo>
                  <a:pt x="81" y="121"/>
                  <a:pt x="78" y="118"/>
                  <a:pt x="70" y="118"/>
                </a:cubicBezTo>
                <a:cubicBezTo>
                  <a:pt x="64" y="118"/>
                  <a:pt x="61" y="122"/>
                  <a:pt x="60" y="126"/>
                </a:cubicBezTo>
                <a:cubicBezTo>
                  <a:pt x="60" y="131"/>
                  <a:pt x="64" y="134"/>
                  <a:pt x="71" y="136"/>
                </a:cubicBezTo>
                <a:cubicBezTo>
                  <a:pt x="86" y="139"/>
                  <a:pt x="91" y="149"/>
                  <a:pt x="90" y="157"/>
                </a:cubicBezTo>
                <a:cubicBezTo>
                  <a:pt x="89" y="164"/>
                  <a:pt x="83" y="171"/>
                  <a:pt x="75" y="173"/>
                </a:cubicBezTo>
                <a:cubicBezTo>
                  <a:pt x="75" y="178"/>
                  <a:pt x="75" y="178"/>
                  <a:pt x="75" y="178"/>
                </a:cubicBezTo>
                <a:cubicBezTo>
                  <a:pt x="75" y="181"/>
                  <a:pt x="73" y="183"/>
                  <a:pt x="70" y="183"/>
                </a:cubicBezTo>
                <a:cubicBezTo>
                  <a:pt x="68" y="183"/>
                  <a:pt x="66" y="181"/>
                  <a:pt x="66" y="178"/>
                </a:cubicBezTo>
                <a:cubicBezTo>
                  <a:pt x="66" y="173"/>
                  <a:pt x="66" y="173"/>
                  <a:pt x="66" y="173"/>
                </a:cubicBezTo>
                <a:cubicBezTo>
                  <a:pt x="56" y="171"/>
                  <a:pt x="51" y="165"/>
                  <a:pt x="49" y="160"/>
                </a:cubicBezTo>
                <a:cubicBezTo>
                  <a:pt x="48" y="157"/>
                  <a:pt x="50" y="155"/>
                  <a:pt x="52" y="154"/>
                </a:cubicBezTo>
                <a:cubicBezTo>
                  <a:pt x="55" y="153"/>
                  <a:pt x="57" y="154"/>
                  <a:pt x="58" y="157"/>
                </a:cubicBezTo>
                <a:cubicBezTo>
                  <a:pt x="59" y="160"/>
                  <a:pt x="63" y="164"/>
                  <a:pt x="70" y="164"/>
                </a:cubicBezTo>
                <a:cubicBezTo>
                  <a:pt x="76" y="164"/>
                  <a:pt x="80" y="160"/>
                  <a:pt x="80" y="156"/>
                </a:cubicBezTo>
                <a:cubicBezTo>
                  <a:pt x="81" y="151"/>
                  <a:pt x="77" y="147"/>
                  <a:pt x="69" y="145"/>
                </a:cubicBezTo>
                <a:cubicBezTo>
                  <a:pt x="55" y="142"/>
                  <a:pt x="50" y="132"/>
                  <a:pt x="51" y="125"/>
                </a:cubicBezTo>
                <a:cubicBezTo>
                  <a:pt x="52" y="117"/>
                  <a:pt x="58" y="111"/>
                  <a:pt x="66" y="109"/>
                </a:cubicBezTo>
                <a:cubicBezTo>
                  <a:pt x="66" y="103"/>
                  <a:pt x="66" y="103"/>
                  <a:pt x="66" y="103"/>
                </a:cubicBezTo>
                <a:cubicBezTo>
                  <a:pt x="66" y="101"/>
                  <a:pt x="68" y="98"/>
                  <a:pt x="70" y="98"/>
                </a:cubicBezTo>
                <a:cubicBezTo>
                  <a:pt x="73" y="98"/>
                  <a:pt x="75" y="101"/>
                  <a:pt x="75" y="103"/>
                </a:cubicBezTo>
                <a:cubicBezTo>
                  <a:pt x="75" y="109"/>
                  <a:pt x="75" y="109"/>
                  <a:pt x="75" y="109"/>
                </a:cubicBezTo>
                <a:cubicBezTo>
                  <a:pt x="84" y="110"/>
                  <a:pt x="90" y="116"/>
                  <a:pt x="92" y="121"/>
                </a:cubicBezTo>
                <a:cubicBezTo>
                  <a:pt x="92" y="124"/>
                  <a:pt x="91" y="127"/>
                  <a:pt x="89" y="128"/>
                </a:cubicBezTo>
                <a:close/>
              </a:path>
            </a:pathLst>
          </a:custGeom>
          <a:solidFill>
            <a:srgbClr val="ABAEA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9" name="Freeform 108"/>
          <p:cNvSpPr>
            <a:spLocks/>
          </p:cNvSpPr>
          <p:nvPr/>
        </p:nvSpPr>
        <p:spPr bwMode="auto">
          <a:xfrm>
            <a:off x="10879162" y="3296185"/>
            <a:ext cx="395691" cy="576817"/>
          </a:xfrm>
          <a:custGeom>
            <a:avLst/>
            <a:gdLst>
              <a:gd name="T0" fmla="*/ 19 w 20"/>
              <a:gd name="T1" fmla="*/ 29 h 29"/>
              <a:gd name="T2" fmla="*/ 14 w 20"/>
              <a:gd name="T3" fmla="*/ 22 h 29"/>
              <a:gd name="T4" fmla="*/ 12 w 20"/>
              <a:gd name="T5" fmla="*/ 20 h 29"/>
              <a:gd name="T6" fmla="*/ 12 w 20"/>
              <a:gd name="T7" fmla="*/ 11 h 29"/>
              <a:gd name="T8" fmla="*/ 12 w 20"/>
              <a:gd name="T9" fmla="*/ 11 h 29"/>
              <a:gd name="T10" fmla="*/ 17 w 20"/>
              <a:gd name="T11" fmla="*/ 11 h 29"/>
              <a:gd name="T12" fmla="*/ 18 w 20"/>
              <a:gd name="T13" fmla="*/ 10 h 29"/>
              <a:gd name="T14" fmla="*/ 18 w 20"/>
              <a:gd name="T15" fmla="*/ 7 h 29"/>
              <a:gd name="T16" fmla="*/ 17 w 20"/>
              <a:gd name="T17" fmla="*/ 7 h 29"/>
              <a:gd name="T18" fmla="*/ 12 w 20"/>
              <a:gd name="T19" fmla="*/ 7 h 29"/>
              <a:gd name="T20" fmla="*/ 12 w 20"/>
              <a:gd name="T21" fmla="*/ 6 h 29"/>
              <a:gd name="T22" fmla="*/ 12 w 20"/>
              <a:gd name="T23" fmla="*/ 1 h 29"/>
              <a:gd name="T24" fmla="*/ 11 w 20"/>
              <a:gd name="T25" fmla="*/ 0 h 29"/>
              <a:gd name="T26" fmla="*/ 8 w 20"/>
              <a:gd name="T27" fmla="*/ 0 h 29"/>
              <a:gd name="T28" fmla="*/ 8 w 20"/>
              <a:gd name="T29" fmla="*/ 1 h 29"/>
              <a:gd name="T30" fmla="*/ 8 w 20"/>
              <a:gd name="T31" fmla="*/ 6 h 29"/>
              <a:gd name="T32" fmla="*/ 7 w 20"/>
              <a:gd name="T33" fmla="*/ 7 h 29"/>
              <a:gd name="T34" fmla="*/ 3 w 20"/>
              <a:gd name="T35" fmla="*/ 7 h 29"/>
              <a:gd name="T36" fmla="*/ 2 w 20"/>
              <a:gd name="T37" fmla="*/ 7 h 29"/>
              <a:gd name="T38" fmla="*/ 2 w 20"/>
              <a:gd name="T39" fmla="*/ 10 h 29"/>
              <a:gd name="T40" fmla="*/ 3 w 20"/>
              <a:gd name="T41" fmla="*/ 11 h 29"/>
              <a:gd name="T42" fmla="*/ 7 w 20"/>
              <a:gd name="T43" fmla="*/ 11 h 29"/>
              <a:gd name="T44" fmla="*/ 8 w 20"/>
              <a:gd name="T45" fmla="*/ 11 h 29"/>
              <a:gd name="T46" fmla="*/ 8 w 20"/>
              <a:gd name="T47" fmla="*/ 20 h 29"/>
              <a:gd name="T48" fmla="*/ 6 w 20"/>
              <a:gd name="T49" fmla="*/ 22 h 29"/>
              <a:gd name="T50" fmla="*/ 0 w 20"/>
              <a:gd name="T51" fmla="*/ 29 h 29"/>
              <a:gd name="T52" fmla="*/ 1 w 20"/>
              <a:gd name="T53" fmla="*/ 29 h 29"/>
              <a:gd name="T54" fmla="*/ 19 w 20"/>
              <a:gd name="T55" fmla="*/ 29 h 29"/>
              <a:gd name="T56" fmla="*/ 19 w 20"/>
              <a:gd name="T57" fmla="*/ 29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0" h="29">
                <a:moveTo>
                  <a:pt x="19" y="29"/>
                </a:moveTo>
                <a:cubicBezTo>
                  <a:pt x="20" y="25"/>
                  <a:pt x="17" y="23"/>
                  <a:pt x="14" y="22"/>
                </a:cubicBezTo>
                <a:cubicBezTo>
                  <a:pt x="13" y="22"/>
                  <a:pt x="12" y="21"/>
                  <a:pt x="12" y="20"/>
                </a:cubicBezTo>
                <a:cubicBezTo>
                  <a:pt x="12" y="11"/>
                  <a:pt x="12" y="11"/>
                  <a:pt x="12" y="11"/>
                </a:cubicBezTo>
                <a:cubicBezTo>
                  <a:pt x="12" y="11"/>
                  <a:pt x="12" y="11"/>
                  <a:pt x="12" y="11"/>
                </a:cubicBezTo>
                <a:cubicBezTo>
                  <a:pt x="17" y="11"/>
                  <a:pt x="17" y="11"/>
                  <a:pt x="17" y="11"/>
                </a:cubicBezTo>
                <a:cubicBezTo>
                  <a:pt x="17" y="11"/>
                  <a:pt x="18" y="10"/>
                  <a:pt x="18" y="10"/>
                </a:cubicBezTo>
                <a:cubicBezTo>
                  <a:pt x="18" y="7"/>
                  <a:pt x="18" y="7"/>
                  <a:pt x="18" y="7"/>
                </a:cubicBezTo>
                <a:cubicBezTo>
                  <a:pt x="18" y="7"/>
                  <a:pt x="17" y="7"/>
                  <a:pt x="17" y="7"/>
                </a:cubicBezTo>
                <a:cubicBezTo>
                  <a:pt x="12" y="7"/>
                  <a:pt x="12" y="7"/>
                  <a:pt x="12" y="7"/>
                </a:cubicBezTo>
                <a:cubicBezTo>
                  <a:pt x="12" y="7"/>
                  <a:pt x="12" y="6"/>
                  <a:pt x="12" y="6"/>
                </a:cubicBezTo>
                <a:cubicBezTo>
                  <a:pt x="12" y="1"/>
                  <a:pt x="12" y="1"/>
                  <a:pt x="12" y="1"/>
                </a:cubicBezTo>
                <a:cubicBezTo>
                  <a:pt x="12" y="1"/>
                  <a:pt x="12" y="0"/>
                  <a:pt x="11" y="0"/>
                </a:cubicBezTo>
                <a:cubicBezTo>
                  <a:pt x="8" y="0"/>
                  <a:pt x="8" y="0"/>
                  <a:pt x="8" y="0"/>
                </a:cubicBezTo>
                <a:cubicBezTo>
                  <a:pt x="8" y="0"/>
                  <a:pt x="8" y="1"/>
                  <a:pt x="8" y="1"/>
                </a:cubicBezTo>
                <a:cubicBezTo>
                  <a:pt x="8" y="6"/>
                  <a:pt x="8" y="6"/>
                  <a:pt x="8" y="6"/>
                </a:cubicBezTo>
                <a:cubicBezTo>
                  <a:pt x="8" y="6"/>
                  <a:pt x="7" y="7"/>
                  <a:pt x="7" y="7"/>
                </a:cubicBezTo>
                <a:cubicBezTo>
                  <a:pt x="3" y="7"/>
                  <a:pt x="3" y="7"/>
                  <a:pt x="3" y="7"/>
                </a:cubicBezTo>
                <a:cubicBezTo>
                  <a:pt x="2" y="7"/>
                  <a:pt x="2" y="7"/>
                  <a:pt x="2" y="7"/>
                </a:cubicBezTo>
                <a:cubicBezTo>
                  <a:pt x="2" y="10"/>
                  <a:pt x="2" y="10"/>
                  <a:pt x="2" y="10"/>
                </a:cubicBezTo>
                <a:cubicBezTo>
                  <a:pt x="2" y="10"/>
                  <a:pt x="2" y="11"/>
                  <a:pt x="3" y="11"/>
                </a:cubicBezTo>
                <a:cubicBezTo>
                  <a:pt x="7" y="11"/>
                  <a:pt x="7" y="11"/>
                  <a:pt x="7" y="11"/>
                </a:cubicBezTo>
                <a:cubicBezTo>
                  <a:pt x="7" y="11"/>
                  <a:pt x="8" y="11"/>
                  <a:pt x="8" y="11"/>
                </a:cubicBezTo>
                <a:cubicBezTo>
                  <a:pt x="8" y="14"/>
                  <a:pt x="8" y="17"/>
                  <a:pt x="8" y="20"/>
                </a:cubicBezTo>
                <a:cubicBezTo>
                  <a:pt x="8" y="21"/>
                  <a:pt x="7" y="22"/>
                  <a:pt x="6" y="22"/>
                </a:cubicBezTo>
                <a:cubicBezTo>
                  <a:pt x="3" y="23"/>
                  <a:pt x="0" y="25"/>
                  <a:pt x="0" y="29"/>
                </a:cubicBezTo>
                <a:cubicBezTo>
                  <a:pt x="0" y="29"/>
                  <a:pt x="0" y="29"/>
                  <a:pt x="1" y="29"/>
                </a:cubicBezTo>
                <a:cubicBezTo>
                  <a:pt x="19" y="29"/>
                  <a:pt x="19" y="29"/>
                  <a:pt x="19" y="29"/>
                </a:cubicBezTo>
                <a:cubicBezTo>
                  <a:pt x="19" y="29"/>
                  <a:pt x="19" y="29"/>
                  <a:pt x="19" y="29"/>
                </a:cubicBezTo>
                <a:close/>
              </a:path>
            </a:pathLst>
          </a:custGeom>
          <a:solidFill>
            <a:srgbClr val="ABAEAF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10425770" y="1521977"/>
            <a:ext cx="728405" cy="584775"/>
            <a:chOff x="10590440" y="785079"/>
            <a:chExt cx="1224190" cy="982799"/>
          </a:xfrm>
        </p:grpSpPr>
        <p:sp>
          <p:nvSpPr>
            <p:cNvPr id="51" name="Freeform 639"/>
            <p:cNvSpPr>
              <a:spLocks noEditPoints="1"/>
            </p:cNvSpPr>
            <p:nvPr/>
          </p:nvSpPr>
          <p:spPr bwMode="auto">
            <a:xfrm>
              <a:off x="10590440" y="785079"/>
              <a:ext cx="1224190" cy="982799"/>
            </a:xfrm>
            <a:custGeom>
              <a:avLst/>
              <a:gdLst>
                <a:gd name="T0" fmla="*/ 3 w 30"/>
                <a:gd name="T1" fmla="*/ 4 h 24"/>
                <a:gd name="T2" fmla="*/ 27 w 30"/>
                <a:gd name="T3" fmla="*/ 4 h 24"/>
                <a:gd name="T4" fmla="*/ 30 w 30"/>
                <a:gd name="T5" fmla="*/ 7 h 24"/>
                <a:gd name="T6" fmla="*/ 30 w 30"/>
                <a:gd name="T7" fmla="*/ 12 h 24"/>
                <a:gd name="T8" fmla="*/ 29 w 30"/>
                <a:gd name="T9" fmla="*/ 14 h 24"/>
                <a:gd name="T10" fmla="*/ 1 w 30"/>
                <a:gd name="T11" fmla="*/ 14 h 24"/>
                <a:gd name="T12" fmla="*/ 0 w 30"/>
                <a:gd name="T13" fmla="*/ 12 h 24"/>
                <a:gd name="T14" fmla="*/ 0 w 30"/>
                <a:gd name="T15" fmla="*/ 7 h 24"/>
                <a:gd name="T16" fmla="*/ 3 w 30"/>
                <a:gd name="T17" fmla="*/ 4 h 24"/>
                <a:gd name="T18" fmla="*/ 13 w 30"/>
                <a:gd name="T19" fmla="*/ 15 h 24"/>
                <a:gd name="T20" fmla="*/ 17 w 30"/>
                <a:gd name="T21" fmla="*/ 15 h 24"/>
                <a:gd name="T22" fmla="*/ 17 w 30"/>
                <a:gd name="T23" fmla="*/ 16 h 24"/>
                <a:gd name="T24" fmla="*/ 13 w 30"/>
                <a:gd name="T25" fmla="*/ 16 h 24"/>
                <a:gd name="T26" fmla="*/ 13 w 30"/>
                <a:gd name="T27" fmla="*/ 15 h 24"/>
                <a:gd name="T28" fmla="*/ 30 w 30"/>
                <a:gd name="T29" fmla="*/ 16 h 24"/>
                <a:gd name="T30" fmla="*/ 30 w 30"/>
                <a:gd name="T31" fmla="*/ 21 h 24"/>
                <a:gd name="T32" fmla="*/ 27 w 30"/>
                <a:gd name="T33" fmla="*/ 24 h 24"/>
                <a:gd name="T34" fmla="*/ 3 w 30"/>
                <a:gd name="T35" fmla="*/ 24 h 24"/>
                <a:gd name="T36" fmla="*/ 0 w 30"/>
                <a:gd name="T37" fmla="*/ 21 h 24"/>
                <a:gd name="T38" fmla="*/ 0 w 30"/>
                <a:gd name="T39" fmla="*/ 16 h 24"/>
                <a:gd name="T40" fmla="*/ 1 w 30"/>
                <a:gd name="T41" fmla="*/ 14 h 24"/>
                <a:gd name="T42" fmla="*/ 29 w 30"/>
                <a:gd name="T43" fmla="*/ 14 h 24"/>
                <a:gd name="T44" fmla="*/ 30 w 30"/>
                <a:gd name="T45" fmla="*/ 16 h 24"/>
                <a:gd name="T46" fmla="*/ 12 w 30"/>
                <a:gd name="T47" fmla="*/ 0 h 24"/>
                <a:gd name="T48" fmla="*/ 18 w 30"/>
                <a:gd name="T49" fmla="*/ 0 h 24"/>
                <a:gd name="T50" fmla="*/ 20 w 30"/>
                <a:gd name="T51" fmla="*/ 1 h 24"/>
                <a:gd name="T52" fmla="*/ 20 w 30"/>
                <a:gd name="T53" fmla="*/ 3 h 24"/>
                <a:gd name="T54" fmla="*/ 19 w 30"/>
                <a:gd name="T55" fmla="*/ 4 h 24"/>
                <a:gd name="T56" fmla="*/ 18 w 30"/>
                <a:gd name="T57" fmla="*/ 4 h 24"/>
                <a:gd name="T58" fmla="*/ 18 w 30"/>
                <a:gd name="T59" fmla="*/ 3 h 24"/>
                <a:gd name="T60" fmla="*/ 18 w 30"/>
                <a:gd name="T61" fmla="*/ 2 h 24"/>
                <a:gd name="T62" fmla="*/ 18 w 30"/>
                <a:gd name="T63" fmla="*/ 1 h 24"/>
                <a:gd name="T64" fmla="*/ 12 w 30"/>
                <a:gd name="T65" fmla="*/ 1 h 24"/>
                <a:gd name="T66" fmla="*/ 12 w 30"/>
                <a:gd name="T67" fmla="*/ 2 h 24"/>
                <a:gd name="T68" fmla="*/ 12 w 30"/>
                <a:gd name="T69" fmla="*/ 3 h 24"/>
                <a:gd name="T70" fmla="*/ 12 w 30"/>
                <a:gd name="T71" fmla="*/ 4 h 24"/>
                <a:gd name="T72" fmla="*/ 11 w 30"/>
                <a:gd name="T73" fmla="*/ 4 h 24"/>
                <a:gd name="T74" fmla="*/ 10 w 30"/>
                <a:gd name="T75" fmla="*/ 3 h 24"/>
                <a:gd name="T76" fmla="*/ 10 w 30"/>
                <a:gd name="T77" fmla="*/ 1 h 24"/>
                <a:gd name="T78" fmla="*/ 12 w 30"/>
                <a:gd name="T7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0" h="24">
                  <a:moveTo>
                    <a:pt x="3" y="4"/>
                  </a:moveTo>
                  <a:cubicBezTo>
                    <a:pt x="27" y="4"/>
                    <a:pt x="27" y="4"/>
                    <a:pt x="27" y="4"/>
                  </a:cubicBezTo>
                  <a:cubicBezTo>
                    <a:pt x="29" y="4"/>
                    <a:pt x="30" y="6"/>
                    <a:pt x="30" y="7"/>
                  </a:cubicBezTo>
                  <a:cubicBezTo>
                    <a:pt x="30" y="9"/>
                    <a:pt x="30" y="10"/>
                    <a:pt x="30" y="12"/>
                  </a:cubicBezTo>
                  <a:cubicBezTo>
                    <a:pt x="30" y="14"/>
                    <a:pt x="30" y="14"/>
                    <a:pt x="29" y="14"/>
                  </a:cubicBezTo>
                  <a:cubicBezTo>
                    <a:pt x="20" y="14"/>
                    <a:pt x="10" y="14"/>
                    <a:pt x="1" y="14"/>
                  </a:cubicBezTo>
                  <a:cubicBezTo>
                    <a:pt x="0" y="14"/>
                    <a:pt x="0" y="13"/>
                    <a:pt x="0" y="12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2" y="4"/>
                    <a:pt x="3" y="4"/>
                  </a:cubicBezTo>
                  <a:close/>
                  <a:moveTo>
                    <a:pt x="13" y="15"/>
                  </a:moveTo>
                  <a:cubicBezTo>
                    <a:pt x="17" y="15"/>
                    <a:pt x="17" y="15"/>
                    <a:pt x="17" y="15"/>
                  </a:cubicBezTo>
                  <a:cubicBezTo>
                    <a:pt x="18" y="15"/>
                    <a:pt x="18" y="16"/>
                    <a:pt x="17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2" y="16"/>
                    <a:pt x="12" y="15"/>
                    <a:pt x="13" y="15"/>
                  </a:cubicBezTo>
                  <a:close/>
                  <a:moveTo>
                    <a:pt x="30" y="16"/>
                  </a:moveTo>
                  <a:cubicBezTo>
                    <a:pt x="30" y="21"/>
                    <a:pt x="30" y="21"/>
                    <a:pt x="30" y="21"/>
                  </a:cubicBezTo>
                  <a:cubicBezTo>
                    <a:pt x="30" y="23"/>
                    <a:pt x="29" y="24"/>
                    <a:pt x="27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2" y="24"/>
                    <a:pt x="0" y="23"/>
                    <a:pt x="0" y="21"/>
                  </a:cubicBezTo>
                  <a:cubicBezTo>
                    <a:pt x="0" y="19"/>
                    <a:pt x="0" y="17"/>
                    <a:pt x="0" y="16"/>
                  </a:cubicBezTo>
                  <a:cubicBezTo>
                    <a:pt x="0" y="14"/>
                    <a:pt x="0" y="14"/>
                    <a:pt x="1" y="14"/>
                  </a:cubicBezTo>
                  <a:cubicBezTo>
                    <a:pt x="10" y="14"/>
                    <a:pt x="19" y="14"/>
                    <a:pt x="29" y="14"/>
                  </a:cubicBezTo>
                  <a:cubicBezTo>
                    <a:pt x="30" y="14"/>
                    <a:pt x="30" y="14"/>
                    <a:pt x="30" y="16"/>
                  </a:cubicBezTo>
                  <a:close/>
                  <a:moveTo>
                    <a:pt x="12" y="0"/>
                  </a:moveTo>
                  <a:cubicBezTo>
                    <a:pt x="14" y="0"/>
                    <a:pt x="16" y="0"/>
                    <a:pt x="18" y="0"/>
                  </a:cubicBezTo>
                  <a:cubicBezTo>
                    <a:pt x="19" y="0"/>
                    <a:pt x="20" y="0"/>
                    <a:pt x="20" y="1"/>
                  </a:cubicBezTo>
                  <a:cubicBezTo>
                    <a:pt x="20" y="2"/>
                    <a:pt x="20" y="3"/>
                    <a:pt x="20" y="3"/>
                  </a:cubicBezTo>
                  <a:cubicBezTo>
                    <a:pt x="20" y="4"/>
                    <a:pt x="20" y="4"/>
                    <a:pt x="19" y="4"/>
                  </a:cubicBezTo>
                  <a:cubicBezTo>
                    <a:pt x="19" y="4"/>
                    <a:pt x="19" y="4"/>
                    <a:pt x="18" y="4"/>
                  </a:cubicBezTo>
                  <a:cubicBezTo>
                    <a:pt x="18" y="4"/>
                    <a:pt x="18" y="4"/>
                    <a:pt x="18" y="3"/>
                  </a:cubicBezTo>
                  <a:cubicBezTo>
                    <a:pt x="18" y="3"/>
                    <a:pt x="18" y="2"/>
                    <a:pt x="18" y="2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6" y="1"/>
                    <a:pt x="14" y="1"/>
                    <a:pt x="12" y="1"/>
                  </a:cubicBezTo>
                  <a:cubicBezTo>
                    <a:pt x="12" y="1"/>
                    <a:pt x="12" y="1"/>
                    <a:pt x="12" y="2"/>
                  </a:cubicBezTo>
                  <a:cubicBezTo>
                    <a:pt x="12" y="2"/>
                    <a:pt x="12" y="3"/>
                    <a:pt x="12" y="3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0" y="4"/>
                    <a:pt x="10" y="4"/>
                    <a:pt x="10" y="3"/>
                  </a:cubicBezTo>
                  <a:cubicBezTo>
                    <a:pt x="10" y="3"/>
                    <a:pt x="10" y="2"/>
                    <a:pt x="10" y="1"/>
                  </a:cubicBezTo>
                  <a:cubicBezTo>
                    <a:pt x="10" y="0"/>
                    <a:pt x="11" y="0"/>
                    <a:pt x="12" y="0"/>
                  </a:cubicBezTo>
                  <a:close/>
                </a:path>
              </a:pathLst>
            </a:custGeom>
            <a:solidFill>
              <a:srgbClr val="ABAEAF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 rot="2700000">
              <a:off x="10854415" y="1290303"/>
              <a:ext cx="713014" cy="1451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/>
            <p:cNvSpPr/>
            <p:nvPr/>
          </p:nvSpPr>
          <p:spPr>
            <a:xfrm rot="8100000">
              <a:off x="10847161" y="1283049"/>
              <a:ext cx="713014" cy="1451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3" name="圆角矩形 52"/>
          <p:cNvSpPr/>
          <p:nvPr/>
        </p:nvSpPr>
        <p:spPr>
          <a:xfrm>
            <a:off x="3900493" y="3293177"/>
            <a:ext cx="1774270" cy="584775"/>
          </a:xfrm>
          <a:prstGeom prst="roundRect">
            <a:avLst/>
          </a:prstGeom>
          <a:noFill/>
          <a:ln w="25400">
            <a:solidFill>
              <a:srgbClr val="ABAEA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圆角矩形 53"/>
          <p:cNvSpPr/>
          <p:nvPr/>
        </p:nvSpPr>
        <p:spPr>
          <a:xfrm>
            <a:off x="8420803" y="1521978"/>
            <a:ext cx="1714194" cy="584775"/>
          </a:xfrm>
          <a:prstGeom prst="roundRect">
            <a:avLst/>
          </a:prstGeom>
          <a:noFill/>
          <a:ln w="25400">
            <a:solidFill>
              <a:srgbClr val="ABAEA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圆角矩形 54"/>
          <p:cNvSpPr/>
          <p:nvPr/>
        </p:nvSpPr>
        <p:spPr>
          <a:xfrm>
            <a:off x="8314735" y="3293176"/>
            <a:ext cx="2295383" cy="584775"/>
          </a:xfrm>
          <a:prstGeom prst="roundRect">
            <a:avLst/>
          </a:prstGeom>
          <a:noFill/>
          <a:ln w="25400">
            <a:solidFill>
              <a:srgbClr val="ABAEA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圆角矩形 55"/>
          <p:cNvSpPr/>
          <p:nvPr/>
        </p:nvSpPr>
        <p:spPr>
          <a:xfrm>
            <a:off x="6096000" y="2320079"/>
            <a:ext cx="1680927" cy="670761"/>
          </a:xfrm>
          <a:prstGeom prst="roundRect">
            <a:avLst/>
          </a:prstGeom>
          <a:noFill/>
          <a:ln w="25400">
            <a:solidFill>
              <a:srgbClr val="ABAEA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9028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椭圆 129"/>
          <p:cNvSpPr/>
          <p:nvPr/>
        </p:nvSpPr>
        <p:spPr>
          <a:xfrm>
            <a:off x="4343302" y="1163240"/>
            <a:ext cx="4708270" cy="4708270"/>
          </a:xfrm>
          <a:prstGeom prst="ellipse">
            <a:avLst/>
          </a:prstGeom>
          <a:noFill/>
          <a:ln w="25400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矩形 132"/>
          <p:cNvSpPr/>
          <p:nvPr/>
        </p:nvSpPr>
        <p:spPr>
          <a:xfrm>
            <a:off x="2217859" y="3881422"/>
            <a:ext cx="3784070" cy="1295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矩形 131"/>
          <p:cNvSpPr/>
          <p:nvPr/>
        </p:nvSpPr>
        <p:spPr>
          <a:xfrm>
            <a:off x="7392945" y="3881422"/>
            <a:ext cx="3784070" cy="1295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矩形 130"/>
          <p:cNvSpPr/>
          <p:nvPr/>
        </p:nvSpPr>
        <p:spPr>
          <a:xfrm>
            <a:off x="4855978" y="655114"/>
            <a:ext cx="3784070" cy="1295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598339" y="-221119"/>
            <a:ext cx="17839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 smtClean="0">
                <a:solidFill>
                  <a:schemeClr val="bg1"/>
                </a:solidFill>
                <a:latin typeface="Broadway" panose="04040905080B02020502" pitchFamily="82" charset="0"/>
                <a:ea typeface="微软雅黑" panose="020B0503020204020204" pitchFamily="34" charset="-122"/>
              </a:rPr>
              <a:t>why</a:t>
            </a:r>
            <a:endParaRPr lang="zh-CN" altLang="en-US" sz="5400" dirty="0">
              <a:solidFill>
                <a:schemeClr val="bg1"/>
              </a:solidFill>
              <a:latin typeface="Broadway" panose="04040905080B02020502" pitchFamily="82" charset="0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0" y="1775012"/>
            <a:ext cx="1307771" cy="597291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0" y="3041586"/>
            <a:ext cx="1905213" cy="597291"/>
          </a:xfrm>
          <a:prstGeom prst="rect">
            <a:avLst/>
          </a:prstGeom>
          <a:solidFill>
            <a:srgbClr val="C60F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0" y="4360384"/>
            <a:ext cx="1307771" cy="597291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-1" y="1858414"/>
            <a:ext cx="1381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1</a:t>
            </a:r>
            <a:r>
              <a:rPr lang="zh-CN" altLang="en-US" sz="24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、社会</a:t>
            </a:r>
            <a:endParaRPr lang="zh-CN" altLang="en-US" sz="2400" dirty="0">
              <a:solidFill>
                <a:schemeClr val="bg1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53885" y="3109398"/>
            <a:ext cx="16583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2</a:t>
            </a:r>
            <a:r>
              <a:rPr lang="zh-CN" altLang="en-US" sz="24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、归属</a:t>
            </a:r>
            <a:endParaRPr lang="zh-CN" altLang="en-US" sz="2400" dirty="0">
              <a:solidFill>
                <a:schemeClr val="bg1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0" y="4428196"/>
            <a:ext cx="2045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3</a:t>
            </a:r>
            <a:r>
              <a:rPr lang="zh-CN" altLang="en-US" sz="24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、认清关系</a:t>
            </a:r>
            <a:endParaRPr lang="zh-CN" altLang="en-US" sz="2400" dirty="0">
              <a:solidFill>
                <a:schemeClr val="bg1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pic>
        <p:nvPicPr>
          <p:cNvPr id="113" name="图片 1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3474" y="4229837"/>
            <a:ext cx="451143" cy="499915"/>
          </a:xfrm>
          <a:prstGeom prst="rect">
            <a:avLst/>
          </a:prstGeom>
          <a:scene3d>
            <a:camera prst="isometricOffAxis1Top"/>
            <a:lightRig rig="threePt" dir="t"/>
          </a:scene3d>
        </p:spPr>
      </p:pic>
      <p:pic>
        <p:nvPicPr>
          <p:cNvPr id="114" name="图片 1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5917" y="4282290"/>
            <a:ext cx="603556" cy="499915"/>
          </a:xfrm>
          <a:prstGeom prst="rect">
            <a:avLst/>
          </a:prstGeom>
          <a:scene3d>
            <a:camera prst="isometricOffAxis2Top"/>
            <a:lightRig rig="threePt" dir="t"/>
          </a:scene3d>
        </p:spPr>
      </p:pic>
      <p:pic>
        <p:nvPicPr>
          <p:cNvPr id="115" name="图片 1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9423" y="4174974"/>
            <a:ext cx="725487" cy="493819"/>
          </a:xfrm>
          <a:prstGeom prst="rect">
            <a:avLst/>
          </a:prstGeom>
          <a:scene3d>
            <a:camera prst="isometricTopUp"/>
            <a:lightRig rig="threePt" dir="t"/>
          </a:scene3d>
        </p:spPr>
      </p:pic>
      <p:grpSp>
        <p:nvGrpSpPr>
          <p:cNvPr id="118" name="组合 117"/>
          <p:cNvGrpSpPr/>
          <p:nvPr/>
        </p:nvGrpSpPr>
        <p:grpSpPr>
          <a:xfrm>
            <a:off x="5801522" y="2454068"/>
            <a:ext cx="1741637" cy="1741637"/>
            <a:chOff x="4875273" y="2251303"/>
            <a:chExt cx="2398426" cy="2398426"/>
          </a:xfrm>
        </p:grpSpPr>
        <p:grpSp>
          <p:nvGrpSpPr>
            <p:cNvPr id="102" name="组合 101"/>
            <p:cNvGrpSpPr/>
            <p:nvPr/>
          </p:nvGrpSpPr>
          <p:grpSpPr>
            <a:xfrm rot="18044640">
              <a:off x="4875273" y="2251303"/>
              <a:ext cx="2398426" cy="2398426"/>
              <a:chOff x="4875273" y="2251303"/>
              <a:chExt cx="2398426" cy="2398426"/>
            </a:xfrm>
          </p:grpSpPr>
          <p:grpSp>
            <p:nvGrpSpPr>
              <p:cNvPr id="94" name="组合 93"/>
              <p:cNvGrpSpPr/>
              <p:nvPr/>
            </p:nvGrpSpPr>
            <p:grpSpPr>
              <a:xfrm rot="3600000">
                <a:off x="4875273" y="2251303"/>
                <a:ext cx="2398426" cy="2398426"/>
                <a:chOff x="4875273" y="2251303"/>
                <a:chExt cx="2398426" cy="2398426"/>
              </a:xfrm>
            </p:grpSpPr>
            <p:grpSp>
              <p:nvGrpSpPr>
                <p:cNvPr id="73" name="组合 72"/>
                <p:cNvGrpSpPr/>
                <p:nvPr/>
              </p:nvGrpSpPr>
              <p:grpSpPr>
                <a:xfrm rot="2700000">
                  <a:off x="4875273" y="2251303"/>
                  <a:ext cx="2398426" cy="2398426"/>
                  <a:chOff x="4896787" y="2260602"/>
                  <a:chExt cx="2398426" cy="2398426"/>
                </a:xfrm>
              </p:grpSpPr>
              <p:sp>
                <p:nvSpPr>
                  <p:cNvPr id="71" name="椭圆 70"/>
                  <p:cNvSpPr/>
                  <p:nvPr/>
                </p:nvSpPr>
                <p:spPr>
                  <a:xfrm>
                    <a:off x="4896787" y="2260602"/>
                    <a:ext cx="2398426" cy="2398426"/>
                  </a:xfrm>
                  <a:prstGeom prst="ellipse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2" name="椭圆 71"/>
                  <p:cNvSpPr/>
                  <p:nvPr/>
                </p:nvSpPr>
                <p:spPr>
                  <a:xfrm>
                    <a:off x="4982563" y="2346378"/>
                    <a:ext cx="2226874" cy="2226874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4" name="椭圆 73"/>
                <p:cNvSpPr/>
                <p:nvPr/>
              </p:nvSpPr>
              <p:spPr>
                <a:xfrm rot="2700000">
                  <a:off x="6026693" y="3359145"/>
                  <a:ext cx="139164" cy="139164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78" name="组合 77"/>
                <p:cNvGrpSpPr/>
                <p:nvPr/>
              </p:nvGrpSpPr>
              <p:grpSpPr>
                <a:xfrm rot="3600000">
                  <a:off x="5034326" y="3395370"/>
                  <a:ext cx="2113587" cy="61113"/>
                  <a:chOff x="5033581" y="3400109"/>
                  <a:chExt cx="2113587" cy="61113"/>
                </a:xfrm>
              </p:grpSpPr>
              <p:sp>
                <p:nvSpPr>
                  <p:cNvPr id="76" name="矩形 75"/>
                  <p:cNvSpPr/>
                  <p:nvPr/>
                </p:nvSpPr>
                <p:spPr>
                  <a:xfrm>
                    <a:off x="5033581" y="3403440"/>
                    <a:ext cx="210314" cy="57782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" name="矩形 76"/>
                  <p:cNvSpPr/>
                  <p:nvPr/>
                </p:nvSpPr>
                <p:spPr>
                  <a:xfrm>
                    <a:off x="6936854" y="3400109"/>
                    <a:ext cx="210314" cy="57782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79" name="组合 78"/>
                <p:cNvGrpSpPr/>
                <p:nvPr/>
              </p:nvGrpSpPr>
              <p:grpSpPr>
                <a:xfrm rot="19800000" flipV="1">
                  <a:off x="5021642" y="3421188"/>
                  <a:ext cx="2113587" cy="61113"/>
                  <a:chOff x="5033581" y="3400109"/>
                  <a:chExt cx="2113587" cy="61113"/>
                </a:xfrm>
              </p:grpSpPr>
              <p:sp>
                <p:nvSpPr>
                  <p:cNvPr id="80" name="矩形 79"/>
                  <p:cNvSpPr/>
                  <p:nvPr/>
                </p:nvSpPr>
                <p:spPr>
                  <a:xfrm>
                    <a:off x="5033581" y="3403440"/>
                    <a:ext cx="210314" cy="57782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1" name="矩形 80"/>
                  <p:cNvSpPr/>
                  <p:nvPr/>
                </p:nvSpPr>
                <p:spPr>
                  <a:xfrm>
                    <a:off x="6936854" y="3400109"/>
                    <a:ext cx="210314" cy="57782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89" name="组合 88"/>
                <p:cNvGrpSpPr/>
                <p:nvPr/>
              </p:nvGrpSpPr>
              <p:grpSpPr>
                <a:xfrm>
                  <a:off x="5017692" y="2393722"/>
                  <a:ext cx="2113587" cy="2113587"/>
                  <a:chOff x="5017692" y="2393722"/>
                  <a:chExt cx="2113587" cy="2113587"/>
                </a:xfrm>
              </p:grpSpPr>
              <p:grpSp>
                <p:nvGrpSpPr>
                  <p:cNvPr id="83" name="组合 82"/>
                  <p:cNvGrpSpPr/>
                  <p:nvPr/>
                </p:nvGrpSpPr>
                <p:grpSpPr>
                  <a:xfrm>
                    <a:off x="5017692" y="3400161"/>
                    <a:ext cx="2113587" cy="61113"/>
                    <a:chOff x="5033581" y="3400109"/>
                    <a:chExt cx="2113587" cy="61113"/>
                  </a:xfrm>
                </p:grpSpPr>
                <p:sp>
                  <p:nvSpPr>
                    <p:cNvPr id="84" name="矩形 83"/>
                    <p:cNvSpPr/>
                    <p:nvPr/>
                  </p:nvSpPr>
                  <p:spPr>
                    <a:xfrm>
                      <a:off x="5033581" y="3403440"/>
                      <a:ext cx="210314" cy="57782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5" name="矩形 84"/>
                    <p:cNvSpPr/>
                    <p:nvPr/>
                  </p:nvSpPr>
                  <p:spPr>
                    <a:xfrm>
                      <a:off x="6936854" y="3400109"/>
                      <a:ext cx="210314" cy="57782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86" name="组合 85"/>
                  <p:cNvGrpSpPr/>
                  <p:nvPr/>
                </p:nvGrpSpPr>
                <p:grpSpPr>
                  <a:xfrm rot="16200000">
                    <a:off x="5039206" y="3419959"/>
                    <a:ext cx="2113587" cy="61113"/>
                    <a:chOff x="5033581" y="3400109"/>
                    <a:chExt cx="2113587" cy="61113"/>
                  </a:xfrm>
                </p:grpSpPr>
                <p:sp>
                  <p:nvSpPr>
                    <p:cNvPr id="87" name="矩形 86"/>
                    <p:cNvSpPr/>
                    <p:nvPr/>
                  </p:nvSpPr>
                  <p:spPr>
                    <a:xfrm>
                      <a:off x="5033581" y="3403440"/>
                      <a:ext cx="210314" cy="57782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8" name="矩形 87"/>
                    <p:cNvSpPr/>
                    <p:nvPr/>
                  </p:nvSpPr>
                  <p:spPr>
                    <a:xfrm>
                      <a:off x="6936854" y="3400109"/>
                      <a:ext cx="210314" cy="57782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</p:grpSp>
            <p:sp>
              <p:nvSpPr>
                <p:cNvPr id="90" name="文本框 89"/>
                <p:cNvSpPr txBox="1"/>
                <p:nvPr/>
              </p:nvSpPr>
              <p:spPr>
                <a:xfrm rot="1867751">
                  <a:off x="5766039" y="3895996"/>
                  <a:ext cx="672549" cy="4662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600" dirty="0" smtClean="0">
                      <a:latin typeface="方正粗倩简体" panose="03000509000000000000" pitchFamily="65" charset="-122"/>
                      <a:ea typeface="方正粗倩简体" panose="03000509000000000000" pitchFamily="65" charset="-122"/>
                    </a:rPr>
                    <a:t>12</a:t>
                  </a:r>
                  <a:endParaRPr lang="zh-CN" altLang="en-US" sz="1600" dirty="0">
                    <a:latin typeface="方正粗倩简体" panose="03000509000000000000" pitchFamily="65" charset="-122"/>
                    <a:ea typeface="方正粗倩简体" panose="03000509000000000000" pitchFamily="65" charset="-122"/>
                  </a:endParaRPr>
                </a:p>
              </p:txBody>
            </p:sp>
            <p:sp>
              <p:nvSpPr>
                <p:cNvPr id="91" name="文本框 90"/>
                <p:cNvSpPr txBox="1"/>
                <p:nvPr/>
              </p:nvSpPr>
              <p:spPr>
                <a:xfrm rot="10800000">
                  <a:off x="6288194" y="3494382"/>
                  <a:ext cx="672549" cy="36933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 smtClean="0">
                      <a:latin typeface="方正粗倩简体" panose="03000509000000000000" pitchFamily="65" charset="-122"/>
                      <a:ea typeface="方正粗倩简体" panose="03000509000000000000" pitchFamily="65" charset="-122"/>
                    </a:rPr>
                    <a:t>3</a:t>
                  </a:r>
                  <a:endParaRPr lang="zh-CN" altLang="en-US" dirty="0">
                    <a:latin typeface="方正粗倩简体" panose="03000509000000000000" pitchFamily="65" charset="-122"/>
                    <a:ea typeface="方正粗倩简体" panose="03000509000000000000" pitchFamily="65" charset="-122"/>
                  </a:endParaRPr>
                </a:p>
              </p:txBody>
            </p:sp>
            <p:sp>
              <p:nvSpPr>
                <p:cNvPr id="93" name="文本框 92"/>
                <p:cNvSpPr txBox="1"/>
                <p:nvPr/>
              </p:nvSpPr>
              <p:spPr>
                <a:xfrm>
                  <a:off x="6198121" y="3755929"/>
                  <a:ext cx="365598" cy="36933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 smtClean="0">
                      <a:latin typeface="方正粗倩简体" panose="03000509000000000000" pitchFamily="65" charset="-122"/>
                      <a:ea typeface="方正粗倩简体" panose="03000509000000000000" pitchFamily="65" charset="-122"/>
                    </a:rPr>
                    <a:t>5</a:t>
                  </a:r>
                  <a:endParaRPr lang="zh-CN" altLang="en-US" dirty="0">
                    <a:latin typeface="方正粗倩简体" panose="03000509000000000000" pitchFamily="65" charset="-122"/>
                    <a:ea typeface="方正粗倩简体" panose="03000509000000000000" pitchFamily="65" charset="-122"/>
                  </a:endParaRPr>
                </a:p>
              </p:txBody>
            </p:sp>
          </p:grpSp>
          <p:grpSp>
            <p:nvGrpSpPr>
              <p:cNvPr id="98" name="组合 97"/>
              <p:cNvGrpSpPr/>
              <p:nvPr/>
            </p:nvGrpSpPr>
            <p:grpSpPr>
              <a:xfrm>
                <a:off x="6075359" y="2395085"/>
                <a:ext cx="57782" cy="2099765"/>
                <a:chOff x="6075359" y="2395085"/>
                <a:chExt cx="57782" cy="2099765"/>
              </a:xfrm>
            </p:grpSpPr>
            <p:sp>
              <p:nvSpPr>
                <p:cNvPr id="96" name="矩形 95"/>
                <p:cNvSpPr/>
                <p:nvPr/>
              </p:nvSpPr>
              <p:spPr>
                <a:xfrm rot="5400000">
                  <a:off x="5999093" y="4360802"/>
                  <a:ext cx="210314" cy="57782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7" name="矩形 96"/>
                <p:cNvSpPr/>
                <p:nvPr/>
              </p:nvSpPr>
              <p:spPr>
                <a:xfrm rot="5400000">
                  <a:off x="5999093" y="2471351"/>
                  <a:ext cx="210314" cy="57782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99" name="组合 98"/>
              <p:cNvGrpSpPr/>
              <p:nvPr/>
            </p:nvGrpSpPr>
            <p:grpSpPr>
              <a:xfrm rot="16200000">
                <a:off x="6045595" y="2399333"/>
                <a:ext cx="57782" cy="2099765"/>
                <a:chOff x="6075359" y="2395085"/>
                <a:chExt cx="57782" cy="2099765"/>
              </a:xfrm>
            </p:grpSpPr>
            <p:sp>
              <p:nvSpPr>
                <p:cNvPr id="100" name="矩形 99"/>
                <p:cNvSpPr/>
                <p:nvPr/>
              </p:nvSpPr>
              <p:spPr>
                <a:xfrm rot="5400000">
                  <a:off x="5999093" y="4360802"/>
                  <a:ext cx="210314" cy="57782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1" name="矩形 100"/>
                <p:cNvSpPr/>
                <p:nvPr/>
              </p:nvSpPr>
              <p:spPr>
                <a:xfrm rot="5400000">
                  <a:off x="5999093" y="2471351"/>
                  <a:ext cx="210314" cy="57782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117" name="组合 116"/>
            <p:cNvGrpSpPr/>
            <p:nvPr/>
          </p:nvGrpSpPr>
          <p:grpSpPr>
            <a:xfrm>
              <a:off x="5096135" y="2665517"/>
              <a:ext cx="1758914" cy="1569559"/>
              <a:chOff x="5096135" y="2665517"/>
              <a:chExt cx="1758914" cy="1569559"/>
            </a:xfrm>
          </p:grpSpPr>
          <p:sp>
            <p:nvSpPr>
              <p:cNvPr id="104" name="文本框 103"/>
              <p:cNvSpPr txBox="1"/>
              <p:nvPr/>
            </p:nvSpPr>
            <p:spPr>
              <a:xfrm rot="5125995">
                <a:off x="5496964" y="3867611"/>
                <a:ext cx="3655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 smtClean="0">
                    <a:latin typeface="方正粗倩简体" panose="03000509000000000000" pitchFamily="65" charset="-122"/>
                    <a:ea typeface="方正粗倩简体" panose="03000509000000000000" pitchFamily="65" charset="-122"/>
                  </a:rPr>
                  <a:t>7</a:t>
                </a:r>
                <a:endParaRPr lang="zh-CN" altLang="en-US" dirty="0">
                  <a:latin typeface="方正粗倩简体" panose="03000509000000000000" pitchFamily="65" charset="-122"/>
                  <a:ea typeface="方正粗倩简体" panose="03000509000000000000" pitchFamily="65" charset="-122"/>
                </a:endParaRPr>
              </a:p>
            </p:txBody>
          </p:sp>
          <p:sp>
            <p:nvSpPr>
              <p:cNvPr id="105" name="文本框 104"/>
              <p:cNvSpPr txBox="1"/>
              <p:nvPr/>
            </p:nvSpPr>
            <p:spPr>
              <a:xfrm rot="44640">
                <a:off x="5429087" y="3629001"/>
                <a:ext cx="365598" cy="369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 smtClean="0">
                    <a:latin typeface="方正粗倩简体" panose="03000509000000000000" pitchFamily="65" charset="-122"/>
                    <a:ea typeface="方正粗倩简体" panose="03000509000000000000" pitchFamily="65" charset="-122"/>
                  </a:rPr>
                  <a:t>8</a:t>
                </a:r>
                <a:endParaRPr lang="zh-CN" altLang="en-US" dirty="0">
                  <a:latin typeface="方正粗倩简体" panose="03000509000000000000" pitchFamily="65" charset="-122"/>
                  <a:ea typeface="方正粗倩简体" panose="03000509000000000000" pitchFamily="65" charset="-122"/>
                </a:endParaRPr>
              </a:p>
            </p:txBody>
          </p:sp>
          <p:sp>
            <p:nvSpPr>
              <p:cNvPr id="106" name="文本框 105"/>
              <p:cNvSpPr txBox="1"/>
              <p:nvPr/>
            </p:nvSpPr>
            <p:spPr>
              <a:xfrm rot="18064774">
                <a:off x="5098002" y="3764599"/>
                <a:ext cx="365598" cy="369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 smtClean="0">
                    <a:latin typeface="方正粗倩简体" panose="03000509000000000000" pitchFamily="65" charset="-122"/>
                    <a:ea typeface="方正粗倩简体" panose="03000509000000000000" pitchFamily="65" charset="-122"/>
                  </a:rPr>
                  <a:t>9</a:t>
                </a:r>
                <a:endParaRPr lang="zh-CN" altLang="en-US" dirty="0">
                  <a:latin typeface="方正粗倩简体" panose="03000509000000000000" pitchFamily="65" charset="-122"/>
                  <a:ea typeface="方正粗倩简体" panose="03000509000000000000" pitchFamily="65" charset="-122"/>
                </a:endParaRPr>
              </a:p>
            </p:txBody>
          </p:sp>
          <p:sp>
            <p:nvSpPr>
              <p:cNvPr id="107" name="文本框 106"/>
              <p:cNvSpPr txBox="1"/>
              <p:nvPr/>
            </p:nvSpPr>
            <p:spPr>
              <a:xfrm rot="2926141">
                <a:off x="5180684" y="2884249"/>
                <a:ext cx="748056" cy="4662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 smtClean="0">
                    <a:latin typeface="方正粗倩简体" panose="03000509000000000000" pitchFamily="65" charset="-122"/>
                    <a:ea typeface="方正粗倩简体" panose="03000509000000000000" pitchFamily="65" charset="-122"/>
                  </a:rPr>
                  <a:t>10</a:t>
                </a:r>
                <a:endParaRPr lang="zh-CN" altLang="en-US" sz="1600" dirty="0">
                  <a:latin typeface="方正粗倩简体" panose="03000509000000000000" pitchFamily="65" charset="-122"/>
                  <a:ea typeface="方正粗倩简体" panose="03000509000000000000" pitchFamily="65" charset="-122"/>
                </a:endParaRPr>
              </a:p>
            </p:txBody>
          </p:sp>
          <p:sp>
            <p:nvSpPr>
              <p:cNvPr id="109" name="文本框 108"/>
              <p:cNvSpPr txBox="1"/>
              <p:nvPr/>
            </p:nvSpPr>
            <p:spPr>
              <a:xfrm rot="44640">
                <a:off x="6258266" y="2665517"/>
                <a:ext cx="3655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 smtClean="0">
                    <a:latin typeface="方正粗倩简体" panose="03000509000000000000" pitchFamily="65" charset="-122"/>
                    <a:ea typeface="方正粗倩简体" panose="03000509000000000000" pitchFamily="65" charset="-122"/>
                  </a:rPr>
                  <a:t>1</a:t>
                </a:r>
                <a:endParaRPr lang="zh-CN" altLang="en-US" dirty="0">
                  <a:latin typeface="方正粗倩简体" panose="03000509000000000000" pitchFamily="65" charset="-122"/>
                  <a:ea typeface="方正粗倩简体" panose="03000509000000000000" pitchFamily="65" charset="-122"/>
                </a:endParaRPr>
              </a:p>
            </p:txBody>
          </p:sp>
          <p:sp>
            <p:nvSpPr>
              <p:cNvPr id="110" name="文本框 109"/>
              <p:cNvSpPr txBox="1"/>
              <p:nvPr/>
            </p:nvSpPr>
            <p:spPr>
              <a:xfrm rot="44640">
                <a:off x="6489451" y="2859866"/>
                <a:ext cx="3655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 smtClean="0">
                    <a:latin typeface="方正粗倩简体" panose="03000509000000000000" pitchFamily="65" charset="-122"/>
                    <a:ea typeface="方正粗倩简体" panose="03000509000000000000" pitchFamily="65" charset="-122"/>
                  </a:rPr>
                  <a:t>2</a:t>
                </a:r>
                <a:endParaRPr lang="zh-CN" altLang="en-US" dirty="0">
                  <a:latin typeface="方正粗倩简体" panose="03000509000000000000" pitchFamily="65" charset="-122"/>
                  <a:ea typeface="方正粗倩简体" panose="03000509000000000000" pitchFamily="65" charset="-122"/>
                </a:endParaRPr>
              </a:p>
            </p:txBody>
          </p:sp>
          <p:sp>
            <p:nvSpPr>
              <p:cNvPr id="111" name="矩形 110"/>
              <p:cNvSpPr/>
              <p:nvPr/>
            </p:nvSpPr>
            <p:spPr>
              <a:xfrm>
                <a:off x="6074688" y="3441810"/>
                <a:ext cx="51638" cy="433379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2" name="矩形 111"/>
              <p:cNvSpPr/>
              <p:nvPr/>
            </p:nvSpPr>
            <p:spPr>
              <a:xfrm rot="1800000">
                <a:off x="5543798" y="3252662"/>
                <a:ext cx="586526" cy="45719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6" name="矩形 115"/>
              <p:cNvSpPr/>
              <p:nvPr/>
            </p:nvSpPr>
            <p:spPr>
              <a:xfrm rot="6363188">
                <a:off x="5920599" y="3125383"/>
                <a:ext cx="540000" cy="18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29" name="组合 128"/>
          <p:cNvGrpSpPr/>
          <p:nvPr/>
        </p:nvGrpSpPr>
        <p:grpSpPr>
          <a:xfrm>
            <a:off x="5112224" y="837662"/>
            <a:ext cx="3287916" cy="930106"/>
            <a:chOff x="4879783" y="1402848"/>
            <a:chExt cx="3287916" cy="930106"/>
          </a:xfrm>
        </p:grpSpPr>
        <p:sp>
          <p:nvSpPr>
            <p:cNvPr id="124" name="圆角矩形 123"/>
            <p:cNvSpPr/>
            <p:nvPr/>
          </p:nvSpPr>
          <p:spPr>
            <a:xfrm>
              <a:off x="4945633" y="1402848"/>
              <a:ext cx="3156216" cy="930106"/>
            </a:xfrm>
            <a:prstGeom prst="roundRect">
              <a:avLst/>
            </a:prstGeom>
            <a:solidFill>
              <a:schemeClr val="tx1">
                <a:lumMod val="50000"/>
                <a:lumOff val="5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文本框 120"/>
            <p:cNvSpPr txBox="1"/>
            <p:nvPr/>
          </p:nvSpPr>
          <p:spPr>
            <a:xfrm>
              <a:off x="4879783" y="1483181"/>
              <a:ext cx="328791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逃避现实型</a:t>
              </a:r>
              <a:endPara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总之我就是不想待在家里</a:t>
              </a:r>
            </a:p>
          </p:txBody>
        </p:sp>
      </p:grpSp>
      <p:grpSp>
        <p:nvGrpSpPr>
          <p:cNvPr id="128" name="组合 127"/>
          <p:cNvGrpSpPr/>
          <p:nvPr/>
        </p:nvGrpSpPr>
        <p:grpSpPr>
          <a:xfrm>
            <a:off x="2463057" y="4055638"/>
            <a:ext cx="3287916" cy="930106"/>
            <a:chOff x="7264238" y="2484078"/>
            <a:chExt cx="3287916" cy="930106"/>
          </a:xfrm>
        </p:grpSpPr>
        <p:sp>
          <p:nvSpPr>
            <p:cNvPr id="125" name="圆角矩形 124"/>
            <p:cNvSpPr/>
            <p:nvPr/>
          </p:nvSpPr>
          <p:spPr>
            <a:xfrm>
              <a:off x="7330088" y="2484078"/>
              <a:ext cx="3156216" cy="930106"/>
            </a:xfrm>
            <a:prstGeom prst="roundRect">
              <a:avLst/>
            </a:prstGeom>
            <a:solidFill>
              <a:schemeClr val="tx1">
                <a:lumMod val="50000"/>
                <a:lumOff val="5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" name="文本框 121"/>
            <p:cNvSpPr txBox="1"/>
            <p:nvPr/>
          </p:nvSpPr>
          <p:spPr>
            <a:xfrm>
              <a:off x="7264238" y="2564411"/>
              <a:ext cx="328791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执着过去型</a:t>
              </a:r>
              <a:endPara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那些回不去的幸福时光</a:t>
              </a:r>
            </a:p>
          </p:txBody>
        </p:sp>
      </p:grpSp>
      <p:grpSp>
        <p:nvGrpSpPr>
          <p:cNvPr id="127" name="组合 126"/>
          <p:cNvGrpSpPr/>
          <p:nvPr/>
        </p:nvGrpSpPr>
        <p:grpSpPr>
          <a:xfrm>
            <a:off x="7643900" y="4055638"/>
            <a:ext cx="3287916" cy="930106"/>
            <a:chOff x="7239248" y="4114557"/>
            <a:chExt cx="3287916" cy="930106"/>
          </a:xfrm>
        </p:grpSpPr>
        <p:sp>
          <p:nvSpPr>
            <p:cNvPr id="126" name="圆角矩形 125"/>
            <p:cNvSpPr/>
            <p:nvPr/>
          </p:nvSpPr>
          <p:spPr>
            <a:xfrm>
              <a:off x="7305098" y="4114557"/>
              <a:ext cx="3156216" cy="930106"/>
            </a:xfrm>
            <a:prstGeom prst="roundRect">
              <a:avLst/>
            </a:prstGeom>
            <a:solidFill>
              <a:schemeClr val="tx1">
                <a:lumMod val="50000"/>
                <a:lumOff val="5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" name="文本框 122"/>
            <p:cNvSpPr txBox="1"/>
            <p:nvPr/>
          </p:nvSpPr>
          <p:spPr>
            <a:xfrm>
              <a:off x="7239248" y="4194890"/>
              <a:ext cx="328791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担忧未来型</a:t>
              </a:r>
              <a:endPara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没有了就会不安</a:t>
              </a:r>
            </a:p>
          </p:txBody>
        </p:sp>
      </p:grpSp>
      <p:sp>
        <p:nvSpPr>
          <p:cNvPr id="66" name="矩形 65"/>
          <p:cNvSpPr/>
          <p:nvPr/>
        </p:nvSpPr>
        <p:spPr>
          <a:xfrm>
            <a:off x="0" y="435429"/>
            <a:ext cx="2249713" cy="725714"/>
          </a:xfrm>
          <a:prstGeom prst="rect">
            <a:avLst/>
          </a:prstGeom>
          <a:solidFill>
            <a:srgbClr val="C60F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2460172" y="435428"/>
            <a:ext cx="210456" cy="725714"/>
          </a:xfrm>
          <a:prstGeom prst="rect">
            <a:avLst/>
          </a:prstGeom>
          <a:solidFill>
            <a:srgbClr val="C60F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文本框 67"/>
          <p:cNvSpPr txBox="1"/>
          <p:nvPr/>
        </p:nvSpPr>
        <p:spPr>
          <a:xfrm>
            <a:off x="305564" y="278550"/>
            <a:ext cx="17839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 smtClean="0">
                <a:solidFill>
                  <a:schemeClr val="bg1"/>
                </a:solidFill>
                <a:latin typeface="Broadway" panose="04040905080B02020502" pitchFamily="82" charset="0"/>
                <a:ea typeface="微软雅黑" panose="020B0503020204020204" pitchFamily="34" charset="-122"/>
              </a:rPr>
              <a:t>why</a:t>
            </a:r>
            <a:endParaRPr lang="zh-CN" altLang="en-US" sz="5400" dirty="0">
              <a:solidFill>
                <a:schemeClr val="bg1"/>
              </a:solidFill>
              <a:latin typeface="Broadway" panose="04040905080B02020502" pitchFamily="82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77281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等腰三角形 8"/>
          <p:cNvSpPr/>
          <p:nvPr/>
        </p:nvSpPr>
        <p:spPr>
          <a:xfrm>
            <a:off x="4271885" y="666684"/>
            <a:ext cx="4492172" cy="5524631"/>
          </a:xfrm>
          <a:prstGeom prst="triangle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2" name="任意多边形 11"/>
          <p:cNvSpPr/>
          <p:nvPr/>
        </p:nvSpPr>
        <p:spPr>
          <a:xfrm>
            <a:off x="5778759" y="659363"/>
            <a:ext cx="1486678" cy="1828800"/>
          </a:xfrm>
          <a:custGeom>
            <a:avLst/>
            <a:gdLst>
              <a:gd name="connsiteX0" fmla="*/ 734008 w 1486678"/>
              <a:gd name="connsiteY0" fmla="*/ 0 h 1828800"/>
              <a:gd name="connsiteX1" fmla="*/ 0 w 1486678"/>
              <a:gd name="connsiteY1" fmla="*/ 1822580 h 1828800"/>
              <a:gd name="connsiteX2" fmla="*/ 1486678 w 1486678"/>
              <a:gd name="connsiteY2" fmla="*/ 1828800 h 1828800"/>
              <a:gd name="connsiteX3" fmla="*/ 734008 w 1486678"/>
              <a:gd name="connsiteY3" fmla="*/ 0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6678" h="1828800">
                <a:moveTo>
                  <a:pt x="734008" y="0"/>
                </a:moveTo>
                <a:lnTo>
                  <a:pt x="0" y="1822580"/>
                </a:lnTo>
                <a:lnTo>
                  <a:pt x="1486678" y="1828800"/>
                </a:lnTo>
                <a:lnTo>
                  <a:pt x="734008" y="0"/>
                </a:lnTo>
                <a:close/>
              </a:path>
            </a:pathLst>
          </a:cu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6140600" y="1596571"/>
            <a:ext cx="75474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3803799" y="652170"/>
            <a:ext cx="272868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3789285" y="2488227"/>
            <a:ext cx="346891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7399714" y="2479997"/>
            <a:ext cx="2325914" cy="823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8187114" y="943429"/>
            <a:ext cx="972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active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 rot="5400000">
            <a:off x="8383448" y="1198824"/>
            <a:ext cx="391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187114" y="1625599"/>
            <a:ext cx="1330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使用中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8187114" y="2766726"/>
            <a:ext cx="1175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inactive</a:t>
            </a:r>
          </a:p>
        </p:txBody>
      </p:sp>
      <p:sp>
        <p:nvSpPr>
          <p:cNvPr id="23" name="文本框 22"/>
          <p:cNvSpPr txBox="1"/>
          <p:nvPr/>
        </p:nvSpPr>
        <p:spPr>
          <a:xfrm rot="5400000">
            <a:off x="8383448" y="3022121"/>
            <a:ext cx="391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712293" y="3424438"/>
            <a:ext cx="2521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愧疚和不安的积累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963457" y="1312761"/>
            <a:ext cx="12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现在区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3963457" y="3079565"/>
            <a:ext cx="1233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过去和未来区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4599737" y="3300539"/>
            <a:ext cx="378741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“总有一天会扔的。”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好可惜啊。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“总有一天能用得着的。”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处理它们太麻烦了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“虽然用不着，可是也不想扔。”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dirty="0" smtClean="0">
                <a:ea typeface="微软雅黑" panose="020B0503020204020204" pitchFamily="34" charset="-122"/>
              </a:rPr>
              <a:t>……</a:t>
            </a:r>
          </a:p>
          <a:p>
            <a:pPr algn="ctr"/>
            <a:endParaRPr lang="en-US" altLang="zh-CN" sz="2800" dirty="0" smtClean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ctr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停滞运、腐朽运的根基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椭圆形标注 27"/>
          <p:cNvSpPr/>
          <p:nvPr/>
        </p:nvSpPr>
        <p:spPr>
          <a:xfrm>
            <a:off x="8343747" y="5603677"/>
            <a:ext cx="2208377" cy="1168209"/>
          </a:xfrm>
          <a:prstGeom prst="wedgeEllipseCallout">
            <a:avLst>
              <a:gd name="adj1" fmla="val -24119"/>
              <a:gd name="adj2" fmla="val -78817"/>
            </a:avLst>
          </a:prstGeom>
          <a:solidFill>
            <a:schemeClr val="bg1"/>
          </a:solidFill>
          <a:ln w="254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343747" y="5805142"/>
            <a:ext cx="21118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active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的物品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其实只占不到</a:t>
            </a:r>
            <a:r>
              <a:rPr lang="zh-CN" altLang="en-US" b="1" dirty="0">
                <a:solidFill>
                  <a:srgbClr val="C60F1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两成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3963457" y="112686"/>
            <a:ext cx="6193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现在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区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•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过去与未来区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存在的关系，结束的关系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6398408" y="5151516"/>
            <a:ext cx="297182" cy="351738"/>
            <a:chOff x="5990022" y="4936028"/>
            <a:chExt cx="297182" cy="351738"/>
          </a:xfrm>
        </p:grpSpPr>
        <p:grpSp>
          <p:nvGrpSpPr>
            <p:cNvPr id="32" name="组合 31"/>
            <p:cNvGrpSpPr/>
            <p:nvPr/>
          </p:nvGrpSpPr>
          <p:grpSpPr>
            <a:xfrm>
              <a:off x="6048029" y="4936028"/>
              <a:ext cx="91720" cy="305963"/>
              <a:chOff x="11238900" y="2486392"/>
              <a:chExt cx="173944" cy="610812"/>
            </a:xfrm>
          </p:grpSpPr>
          <p:sp>
            <p:nvSpPr>
              <p:cNvPr id="41" name="圆角矩形 40"/>
              <p:cNvSpPr/>
              <p:nvPr/>
            </p:nvSpPr>
            <p:spPr>
              <a:xfrm>
                <a:off x="11238900" y="2565119"/>
                <a:ext cx="173944" cy="453358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42" name="椭圆 41"/>
              <p:cNvSpPr/>
              <p:nvPr/>
            </p:nvSpPr>
            <p:spPr>
              <a:xfrm>
                <a:off x="11239169" y="2919296"/>
                <a:ext cx="172800" cy="17790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43" name="椭圆 42"/>
              <p:cNvSpPr/>
              <p:nvPr/>
            </p:nvSpPr>
            <p:spPr>
              <a:xfrm>
                <a:off x="11238900" y="2486392"/>
                <a:ext cx="172800" cy="17790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 rot="2700000">
              <a:off x="6126642" y="5037820"/>
              <a:ext cx="71178" cy="249946"/>
              <a:chOff x="11238900" y="2486392"/>
              <a:chExt cx="173944" cy="610812"/>
            </a:xfrm>
          </p:grpSpPr>
          <p:sp>
            <p:nvSpPr>
              <p:cNvPr id="38" name="圆角矩形 37"/>
              <p:cNvSpPr/>
              <p:nvPr/>
            </p:nvSpPr>
            <p:spPr>
              <a:xfrm>
                <a:off x="11238900" y="2565119"/>
                <a:ext cx="173944" cy="453358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39" name="椭圆 38"/>
              <p:cNvSpPr/>
              <p:nvPr/>
            </p:nvSpPr>
            <p:spPr>
              <a:xfrm>
                <a:off x="11239169" y="2919296"/>
                <a:ext cx="172800" cy="17790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40" name="椭圆 39"/>
              <p:cNvSpPr/>
              <p:nvPr/>
            </p:nvSpPr>
            <p:spPr>
              <a:xfrm>
                <a:off x="11238900" y="2486392"/>
                <a:ext cx="172800" cy="17790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 rot="18900000">
              <a:off x="5990022" y="5037820"/>
              <a:ext cx="71178" cy="249946"/>
              <a:chOff x="11238900" y="2486392"/>
              <a:chExt cx="173944" cy="610812"/>
            </a:xfrm>
          </p:grpSpPr>
          <p:sp>
            <p:nvSpPr>
              <p:cNvPr id="35" name="圆角矩形 34"/>
              <p:cNvSpPr/>
              <p:nvPr/>
            </p:nvSpPr>
            <p:spPr>
              <a:xfrm>
                <a:off x="11238900" y="2565119"/>
                <a:ext cx="173944" cy="453358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椭圆 35"/>
              <p:cNvSpPr/>
              <p:nvPr/>
            </p:nvSpPr>
            <p:spPr>
              <a:xfrm>
                <a:off x="11239169" y="2919296"/>
                <a:ext cx="172800" cy="17790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37" name="椭圆 36"/>
              <p:cNvSpPr/>
              <p:nvPr/>
            </p:nvSpPr>
            <p:spPr>
              <a:xfrm>
                <a:off x="11238900" y="2486392"/>
                <a:ext cx="172800" cy="17790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46" name="文本框 45"/>
          <p:cNvSpPr txBox="1"/>
          <p:nvPr/>
        </p:nvSpPr>
        <p:spPr>
          <a:xfrm>
            <a:off x="1598339" y="-221119"/>
            <a:ext cx="17839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 smtClean="0">
                <a:solidFill>
                  <a:schemeClr val="bg1"/>
                </a:solidFill>
                <a:latin typeface="Broadway" panose="04040905080B02020502" pitchFamily="82" charset="0"/>
                <a:ea typeface="微软雅黑" panose="020B0503020204020204" pitchFamily="34" charset="-122"/>
              </a:rPr>
              <a:t>why</a:t>
            </a:r>
            <a:endParaRPr lang="zh-CN" altLang="en-US" sz="5400" dirty="0">
              <a:solidFill>
                <a:schemeClr val="bg1"/>
              </a:solidFill>
              <a:latin typeface="Broadway" panose="04040905080B02020502" pitchFamily="82" charset="0"/>
              <a:ea typeface="微软雅黑" panose="020B0503020204020204" pitchFamily="3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0" y="1775012"/>
            <a:ext cx="1307771" cy="597291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0" y="3041586"/>
            <a:ext cx="1307771" cy="597291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0" y="4360384"/>
            <a:ext cx="1905213" cy="597291"/>
          </a:xfrm>
          <a:prstGeom prst="rect">
            <a:avLst/>
          </a:prstGeom>
          <a:solidFill>
            <a:srgbClr val="C60F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-1" y="1858414"/>
            <a:ext cx="1381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1</a:t>
            </a:r>
            <a:r>
              <a:rPr lang="zh-CN" altLang="en-US" sz="24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、社会</a:t>
            </a:r>
            <a:endParaRPr lang="zh-CN" altLang="en-US" sz="2400" dirty="0">
              <a:solidFill>
                <a:schemeClr val="bg1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0" y="3109398"/>
            <a:ext cx="16583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2</a:t>
            </a:r>
            <a:r>
              <a:rPr lang="zh-CN" altLang="en-US" sz="24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、归属</a:t>
            </a:r>
            <a:endParaRPr lang="zh-CN" altLang="en-US" sz="2400" dirty="0">
              <a:solidFill>
                <a:schemeClr val="bg1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0" y="4428196"/>
            <a:ext cx="2045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3</a:t>
            </a:r>
            <a:r>
              <a:rPr lang="zh-CN" altLang="en-US" sz="24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、认清关系</a:t>
            </a:r>
            <a:endParaRPr lang="zh-CN" altLang="en-US" sz="2400" dirty="0">
              <a:solidFill>
                <a:schemeClr val="bg1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140599" y="1312761"/>
            <a:ext cx="10849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非日常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5959501" y="1929029"/>
            <a:ext cx="10849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日常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0" y="435429"/>
            <a:ext cx="2249713" cy="725714"/>
          </a:xfrm>
          <a:prstGeom prst="rect">
            <a:avLst/>
          </a:prstGeom>
          <a:solidFill>
            <a:srgbClr val="C60F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/>
          <p:cNvSpPr/>
          <p:nvPr/>
        </p:nvSpPr>
        <p:spPr>
          <a:xfrm>
            <a:off x="2460172" y="435428"/>
            <a:ext cx="210456" cy="725714"/>
          </a:xfrm>
          <a:prstGeom prst="rect">
            <a:avLst/>
          </a:prstGeom>
          <a:solidFill>
            <a:srgbClr val="C60F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/>
        </p:nvSpPr>
        <p:spPr>
          <a:xfrm>
            <a:off x="305564" y="278550"/>
            <a:ext cx="17839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 smtClean="0">
                <a:solidFill>
                  <a:schemeClr val="bg1"/>
                </a:solidFill>
                <a:latin typeface="Broadway" panose="04040905080B02020502" pitchFamily="82" charset="0"/>
                <a:ea typeface="微软雅黑" panose="020B0503020204020204" pitchFamily="34" charset="-122"/>
              </a:rPr>
              <a:t>why</a:t>
            </a:r>
            <a:endParaRPr lang="zh-CN" altLang="en-US" sz="5400" dirty="0">
              <a:solidFill>
                <a:schemeClr val="bg1"/>
              </a:solidFill>
              <a:latin typeface="Broadway" panose="04040905080B02020502" pitchFamily="82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69237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/>
          <p:cNvSpPr/>
          <p:nvPr/>
        </p:nvSpPr>
        <p:spPr>
          <a:xfrm>
            <a:off x="1308100" y="2246441"/>
            <a:ext cx="2365118" cy="2365118"/>
          </a:xfrm>
          <a:prstGeom prst="ellipse">
            <a:avLst/>
          </a:prstGeom>
          <a:solidFill>
            <a:srgbClr val="C60F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60F13"/>
              </a:solidFill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636362" y="2967335"/>
            <a:ext cx="17085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 smtClean="0">
                <a:solidFill>
                  <a:schemeClr val="bg1"/>
                </a:solidFill>
                <a:latin typeface="Broadway" panose="04040905080B02020502" pitchFamily="82" charset="0"/>
                <a:ea typeface="微软雅黑" panose="020B0503020204020204" pitchFamily="34" charset="-122"/>
              </a:rPr>
              <a:t>how</a:t>
            </a:r>
            <a:endParaRPr lang="zh-CN" altLang="en-US" sz="5400" dirty="0">
              <a:solidFill>
                <a:schemeClr val="bg1"/>
              </a:solidFill>
              <a:latin typeface="Broadway" panose="04040905080B02020502" pitchFamily="82" charset="0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159375" y="1775012"/>
            <a:ext cx="5042647" cy="5972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159375" y="3041586"/>
            <a:ext cx="5042647" cy="5972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159375" y="4360384"/>
            <a:ext cx="5042647" cy="5972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726157" y="1842824"/>
            <a:ext cx="1909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1</a:t>
            </a:r>
            <a:r>
              <a:rPr lang="zh-CN" altLang="en-US" sz="24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、思考法则</a:t>
            </a:r>
            <a:endParaRPr lang="zh-CN" altLang="en-US" sz="2400" dirty="0">
              <a:solidFill>
                <a:schemeClr val="bg1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733414" y="3109398"/>
            <a:ext cx="1894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2</a:t>
            </a:r>
            <a:r>
              <a:rPr lang="zh-CN" altLang="en-US" sz="24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、实践方法</a:t>
            </a:r>
            <a:endParaRPr lang="zh-CN" altLang="en-US" sz="2400" dirty="0">
              <a:solidFill>
                <a:schemeClr val="bg1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733414" y="4428196"/>
            <a:ext cx="18945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3</a:t>
            </a:r>
            <a:r>
              <a:rPr lang="zh-CN" altLang="en-US" sz="24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、内在提升</a:t>
            </a:r>
            <a:endParaRPr lang="zh-CN" altLang="en-US" sz="2400" dirty="0">
              <a:solidFill>
                <a:schemeClr val="bg1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995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1598339" y="-221119"/>
            <a:ext cx="17839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 smtClean="0">
                <a:solidFill>
                  <a:schemeClr val="bg1"/>
                </a:solidFill>
                <a:latin typeface="Broadway" panose="04040905080B02020502" pitchFamily="82" charset="0"/>
                <a:ea typeface="微软雅黑" panose="020B0503020204020204" pitchFamily="34" charset="-122"/>
              </a:rPr>
              <a:t>how</a:t>
            </a:r>
            <a:endParaRPr lang="zh-CN" altLang="en-US" sz="5400" dirty="0">
              <a:solidFill>
                <a:schemeClr val="bg1"/>
              </a:solidFill>
              <a:latin typeface="Broadway" panose="04040905080B02020502" pitchFamily="82" charset="0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0" y="1775012"/>
            <a:ext cx="1905213" cy="597291"/>
          </a:xfrm>
          <a:prstGeom prst="rect">
            <a:avLst/>
          </a:prstGeom>
          <a:solidFill>
            <a:srgbClr val="C60F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0" y="3041586"/>
            <a:ext cx="1308099" cy="597291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0" y="4360384"/>
            <a:ext cx="1307771" cy="597291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0481" y="1836767"/>
            <a:ext cx="2231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1</a:t>
            </a:r>
            <a:r>
              <a:rPr lang="zh-CN" altLang="en-US" sz="24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、思考法则</a:t>
            </a:r>
            <a:endParaRPr lang="zh-CN" altLang="en-US" sz="2400" dirty="0">
              <a:solidFill>
                <a:schemeClr val="bg1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-1" y="3155565"/>
            <a:ext cx="20528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2</a:t>
            </a:r>
            <a:r>
              <a:rPr lang="zh-CN" altLang="en-US" sz="24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、实践方法</a:t>
            </a:r>
            <a:endParaRPr lang="zh-CN" altLang="en-US" sz="2400" dirty="0">
              <a:solidFill>
                <a:schemeClr val="bg1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-1" y="4428196"/>
            <a:ext cx="2321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3</a:t>
            </a:r>
            <a:r>
              <a:rPr lang="zh-CN" altLang="en-US" sz="24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、内在提升</a:t>
            </a:r>
            <a:endParaRPr lang="zh-CN" altLang="en-US" sz="2400" dirty="0">
              <a:solidFill>
                <a:schemeClr val="bg1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310522" y="1862903"/>
            <a:ext cx="5956186" cy="3094772"/>
            <a:chOff x="4169522" y="1862903"/>
            <a:chExt cx="5956186" cy="3094772"/>
          </a:xfrm>
        </p:grpSpPr>
        <p:sp>
          <p:nvSpPr>
            <p:cNvPr id="4" name="矩形 3"/>
            <p:cNvSpPr/>
            <p:nvPr/>
          </p:nvSpPr>
          <p:spPr>
            <a:xfrm>
              <a:off x="4578310" y="1862903"/>
              <a:ext cx="5547398" cy="3094772"/>
            </a:xfrm>
            <a:prstGeom prst="rect">
              <a:avLst/>
            </a:prstGeom>
            <a:noFill/>
            <a:ln w="25400"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4219713" y="2082113"/>
              <a:ext cx="522514" cy="4725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/>
          </p:nvSpPr>
          <p:spPr>
            <a:xfrm>
              <a:off x="4169522" y="3458028"/>
              <a:ext cx="522514" cy="6607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4211584" y="4321773"/>
              <a:ext cx="522514" cy="4725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4367372" y="1862903"/>
              <a:ext cx="4963887" cy="30469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200" b="1" dirty="0" smtClean="0">
                  <a:latin typeface="方正北魏楷书简体" panose="03000509000000000000" pitchFamily="65" charset="-122"/>
                  <a:ea typeface="方正北魏楷书简体" panose="03000509000000000000" pitchFamily="65" charset="-122"/>
                </a:rPr>
                <a:t>1</a:t>
              </a:r>
              <a:r>
                <a:rPr lang="zh-CN" altLang="en-US" sz="3200" b="1" dirty="0" smtClean="0">
                  <a:latin typeface="方正北魏楷书简体" panose="03000509000000000000" pitchFamily="65" charset="-122"/>
                  <a:ea typeface="方正北魏楷书简体" panose="03000509000000000000" pitchFamily="65" charset="-122"/>
                </a:rPr>
                <a:t>、以自我为轴心，</a:t>
              </a:r>
              <a:endParaRPr lang="en-US" altLang="zh-CN" sz="3200" b="1" dirty="0" smtClean="0">
                <a:latin typeface="方正北魏楷书简体" panose="03000509000000000000" pitchFamily="65" charset="-122"/>
                <a:ea typeface="方正北魏楷书简体" panose="03000509000000000000" pitchFamily="65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3200" b="1" dirty="0" smtClean="0">
                  <a:latin typeface="方正北魏楷书简体" panose="03000509000000000000" pitchFamily="65" charset="-122"/>
                  <a:ea typeface="方正北魏楷书简体" panose="03000509000000000000" pitchFamily="65" charset="-122"/>
                </a:rPr>
                <a:t>     把时间轴放在当下</a:t>
              </a:r>
              <a:endParaRPr lang="en-US" altLang="zh-CN" sz="3200" b="1" dirty="0" smtClean="0">
                <a:latin typeface="方正北魏楷书简体" panose="03000509000000000000" pitchFamily="65" charset="-122"/>
                <a:ea typeface="方正北魏楷书简体" panose="03000509000000000000" pitchFamily="65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3200" b="1" dirty="0" smtClean="0">
                  <a:latin typeface="方正北魏楷书简体" panose="03000509000000000000" pitchFamily="65" charset="-122"/>
                  <a:ea typeface="方正北魏楷书简体" panose="03000509000000000000" pitchFamily="65" charset="-122"/>
                </a:rPr>
                <a:t>2</a:t>
              </a:r>
              <a:r>
                <a:rPr lang="zh-CN" altLang="en-US" sz="3200" b="1" dirty="0" smtClean="0">
                  <a:latin typeface="方正北魏楷书简体" panose="03000509000000000000" pitchFamily="65" charset="-122"/>
                  <a:ea typeface="方正北魏楷书简体" panose="03000509000000000000" pitchFamily="65" charset="-122"/>
                </a:rPr>
                <a:t>、理</a:t>
              </a:r>
              <a:r>
                <a:rPr lang="zh-CN" altLang="en-US" sz="3200" b="1" dirty="0">
                  <a:latin typeface="方正北魏楷书简体" panose="03000509000000000000" pitchFamily="65" charset="-122"/>
                  <a:ea typeface="方正北魏楷书简体" panose="03000509000000000000" pitchFamily="65" charset="-122"/>
                </a:rPr>
                <a:t>清</a:t>
              </a:r>
              <a:r>
                <a:rPr lang="zh-CN" altLang="en-US" sz="3200" b="1" dirty="0" smtClean="0">
                  <a:latin typeface="方正北魏楷书简体" panose="03000509000000000000" pitchFamily="65" charset="-122"/>
                  <a:ea typeface="方正北魏楷书简体" panose="03000509000000000000" pitchFamily="65" charset="-122"/>
                </a:rPr>
                <a:t>扫除</a:t>
              </a:r>
              <a:r>
                <a:rPr lang="zh-CN" altLang="en-US" sz="3200" b="1" dirty="0">
                  <a:latin typeface="方正北魏楷书简体" panose="03000509000000000000" pitchFamily="65" charset="-122"/>
                  <a:ea typeface="方正北魏楷书简体" panose="03000509000000000000" pitchFamily="65" charset="-122"/>
                </a:rPr>
                <a:t>的整体</a:t>
              </a:r>
              <a:r>
                <a:rPr lang="zh-CN" altLang="en-US" sz="3200" b="1" dirty="0" smtClean="0">
                  <a:latin typeface="方正北魏楷书简体" panose="03000509000000000000" pitchFamily="65" charset="-122"/>
                  <a:ea typeface="方正北魏楷书简体" panose="03000509000000000000" pitchFamily="65" charset="-122"/>
                </a:rPr>
                <a:t>概念</a:t>
              </a:r>
              <a:endParaRPr lang="en-US" altLang="zh-CN" sz="3200" b="1" dirty="0" smtClean="0">
                <a:latin typeface="方正北魏楷书简体" panose="03000509000000000000" pitchFamily="65" charset="-122"/>
                <a:ea typeface="方正北魏楷书简体" panose="03000509000000000000" pitchFamily="65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3200" b="1" dirty="0" smtClean="0">
                  <a:latin typeface="方正北魏楷书简体" panose="03000509000000000000" pitchFamily="65" charset="-122"/>
                  <a:ea typeface="方正北魏楷书简体" panose="03000509000000000000" pitchFamily="65" charset="-122"/>
                </a:rPr>
                <a:t>3</a:t>
              </a:r>
              <a:r>
                <a:rPr lang="zh-CN" altLang="en-US" sz="3200" b="1" dirty="0" smtClean="0">
                  <a:latin typeface="方正北魏楷书简体" panose="03000509000000000000" pitchFamily="65" charset="-122"/>
                  <a:ea typeface="方正北魏楷书简体" panose="03000509000000000000" pitchFamily="65" charset="-122"/>
                </a:rPr>
                <a:t>、知</a:t>
              </a:r>
              <a:r>
                <a:rPr lang="zh-CN" altLang="en-US" sz="3200" b="1" dirty="0">
                  <a:latin typeface="方正北魏楷书简体" panose="03000509000000000000" pitchFamily="65" charset="-122"/>
                  <a:ea typeface="方正北魏楷书简体" panose="03000509000000000000" pitchFamily="65" charset="-122"/>
                </a:rPr>
                <a:t>行合一</a:t>
              </a:r>
            </a:p>
          </p:txBody>
        </p:sp>
      </p:grpSp>
      <p:sp>
        <p:nvSpPr>
          <p:cNvPr id="61" name="椭圆 60"/>
          <p:cNvSpPr/>
          <p:nvPr/>
        </p:nvSpPr>
        <p:spPr>
          <a:xfrm>
            <a:off x="10713191" y="3860599"/>
            <a:ext cx="1039875" cy="1039875"/>
          </a:xfrm>
          <a:prstGeom prst="ellipse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任意多边形 61"/>
          <p:cNvSpPr/>
          <p:nvPr/>
        </p:nvSpPr>
        <p:spPr>
          <a:xfrm>
            <a:off x="10370899" y="4917190"/>
            <a:ext cx="1513596" cy="739466"/>
          </a:xfrm>
          <a:custGeom>
            <a:avLst/>
            <a:gdLst>
              <a:gd name="connsiteX0" fmla="*/ 1465943 w 1901372"/>
              <a:gd name="connsiteY0" fmla="*/ 188686 h 928914"/>
              <a:gd name="connsiteX1" fmla="*/ 0 w 1901372"/>
              <a:gd name="connsiteY1" fmla="*/ 0 h 928914"/>
              <a:gd name="connsiteX2" fmla="*/ 696686 w 1901372"/>
              <a:gd name="connsiteY2" fmla="*/ 420914 h 928914"/>
              <a:gd name="connsiteX3" fmla="*/ 943429 w 1901372"/>
              <a:gd name="connsiteY3" fmla="*/ 928914 h 928914"/>
              <a:gd name="connsiteX4" fmla="*/ 1901372 w 1901372"/>
              <a:gd name="connsiteY4" fmla="*/ 928914 h 928914"/>
              <a:gd name="connsiteX5" fmla="*/ 1465943 w 1901372"/>
              <a:gd name="connsiteY5" fmla="*/ 188686 h 928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01372" h="928914">
                <a:moveTo>
                  <a:pt x="1465943" y="188686"/>
                </a:moveTo>
                <a:lnTo>
                  <a:pt x="0" y="0"/>
                </a:lnTo>
                <a:lnTo>
                  <a:pt x="696686" y="420914"/>
                </a:lnTo>
                <a:lnTo>
                  <a:pt x="943429" y="928914"/>
                </a:lnTo>
                <a:lnTo>
                  <a:pt x="1901372" y="928914"/>
                </a:lnTo>
                <a:lnTo>
                  <a:pt x="1465943" y="188686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任意多边形 62"/>
          <p:cNvSpPr/>
          <p:nvPr/>
        </p:nvSpPr>
        <p:spPr>
          <a:xfrm>
            <a:off x="10994825" y="5668654"/>
            <a:ext cx="889670" cy="1039875"/>
          </a:xfrm>
          <a:custGeom>
            <a:avLst/>
            <a:gdLst>
              <a:gd name="connsiteX0" fmla="*/ 43543 w 1016000"/>
              <a:gd name="connsiteY0" fmla="*/ 0 h 899886"/>
              <a:gd name="connsiteX1" fmla="*/ 0 w 1016000"/>
              <a:gd name="connsiteY1" fmla="*/ 841829 h 899886"/>
              <a:gd name="connsiteX2" fmla="*/ 551543 w 1016000"/>
              <a:gd name="connsiteY2" fmla="*/ 246743 h 899886"/>
              <a:gd name="connsiteX3" fmla="*/ 972457 w 1016000"/>
              <a:gd name="connsiteY3" fmla="*/ 899886 h 899886"/>
              <a:gd name="connsiteX4" fmla="*/ 1016000 w 1016000"/>
              <a:gd name="connsiteY4" fmla="*/ 58057 h 899886"/>
              <a:gd name="connsiteX5" fmla="*/ 43543 w 1016000"/>
              <a:gd name="connsiteY5" fmla="*/ 0 h 899886"/>
              <a:gd name="connsiteX0" fmla="*/ 43543 w 1030514"/>
              <a:gd name="connsiteY0" fmla="*/ 58057 h 957943"/>
              <a:gd name="connsiteX1" fmla="*/ 0 w 1030514"/>
              <a:gd name="connsiteY1" fmla="*/ 899886 h 957943"/>
              <a:gd name="connsiteX2" fmla="*/ 551543 w 1030514"/>
              <a:gd name="connsiteY2" fmla="*/ 304800 h 957943"/>
              <a:gd name="connsiteX3" fmla="*/ 972457 w 1030514"/>
              <a:gd name="connsiteY3" fmla="*/ 957943 h 957943"/>
              <a:gd name="connsiteX4" fmla="*/ 1030514 w 1030514"/>
              <a:gd name="connsiteY4" fmla="*/ 0 h 957943"/>
              <a:gd name="connsiteX5" fmla="*/ 43543 w 1030514"/>
              <a:gd name="connsiteY5" fmla="*/ 58057 h 957943"/>
              <a:gd name="connsiteX0" fmla="*/ 72571 w 1030514"/>
              <a:gd name="connsiteY0" fmla="*/ 0 h 972458"/>
              <a:gd name="connsiteX1" fmla="*/ 0 w 1030514"/>
              <a:gd name="connsiteY1" fmla="*/ 914401 h 972458"/>
              <a:gd name="connsiteX2" fmla="*/ 551543 w 1030514"/>
              <a:gd name="connsiteY2" fmla="*/ 319315 h 972458"/>
              <a:gd name="connsiteX3" fmla="*/ 972457 w 1030514"/>
              <a:gd name="connsiteY3" fmla="*/ 972458 h 972458"/>
              <a:gd name="connsiteX4" fmla="*/ 1030514 w 1030514"/>
              <a:gd name="connsiteY4" fmla="*/ 14515 h 972458"/>
              <a:gd name="connsiteX5" fmla="*/ 72571 w 1030514"/>
              <a:gd name="connsiteY5" fmla="*/ 0 h 972458"/>
              <a:gd name="connsiteX0" fmla="*/ 159656 w 1117599"/>
              <a:gd name="connsiteY0" fmla="*/ 0 h 1219201"/>
              <a:gd name="connsiteX1" fmla="*/ 0 w 1117599"/>
              <a:gd name="connsiteY1" fmla="*/ 1219201 h 1219201"/>
              <a:gd name="connsiteX2" fmla="*/ 638628 w 1117599"/>
              <a:gd name="connsiteY2" fmla="*/ 319315 h 1219201"/>
              <a:gd name="connsiteX3" fmla="*/ 1059542 w 1117599"/>
              <a:gd name="connsiteY3" fmla="*/ 972458 h 1219201"/>
              <a:gd name="connsiteX4" fmla="*/ 1117599 w 1117599"/>
              <a:gd name="connsiteY4" fmla="*/ 14515 h 1219201"/>
              <a:gd name="connsiteX5" fmla="*/ 159656 w 1117599"/>
              <a:gd name="connsiteY5" fmla="*/ 0 h 1219201"/>
              <a:gd name="connsiteX0" fmla="*/ 159656 w 1117599"/>
              <a:gd name="connsiteY0" fmla="*/ 0 h 1306286"/>
              <a:gd name="connsiteX1" fmla="*/ 0 w 1117599"/>
              <a:gd name="connsiteY1" fmla="*/ 1219201 h 1306286"/>
              <a:gd name="connsiteX2" fmla="*/ 638628 w 1117599"/>
              <a:gd name="connsiteY2" fmla="*/ 319315 h 1306286"/>
              <a:gd name="connsiteX3" fmla="*/ 1015999 w 1117599"/>
              <a:gd name="connsiteY3" fmla="*/ 1306286 h 1306286"/>
              <a:gd name="connsiteX4" fmla="*/ 1117599 w 1117599"/>
              <a:gd name="connsiteY4" fmla="*/ 14515 h 1306286"/>
              <a:gd name="connsiteX5" fmla="*/ 159656 w 1117599"/>
              <a:gd name="connsiteY5" fmla="*/ 0 h 1306286"/>
              <a:gd name="connsiteX0" fmla="*/ 159656 w 1117599"/>
              <a:gd name="connsiteY0" fmla="*/ 0 h 1306286"/>
              <a:gd name="connsiteX1" fmla="*/ 0 w 1117599"/>
              <a:gd name="connsiteY1" fmla="*/ 1219201 h 1306286"/>
              <a:gd name="connsiteX2" fmla="*/ 653143 w 1117599"/>
              <a:gd name="connsiteY2" fmla="*/ 464458 h 1306286"/>
              <a:gd name="connsiteX3" fmla="*/ 1015999 w 1117599"/>
              <a:gd name="connsiteY3" fmla="*/ 1306286 h 1306286"/>
              <a:gd name="connsiteX4" fmla="*/ 1117599 w 1117599"/>
              <a:gd name="connsiteY4" fmla="*/ 14515 h 1306286"/>
              <a:gd name="connsiteX5" fmla="*/ 159656 w 1117599"/>
              <a:gd name="connsiteY5" fmla="*/ 0 h 1306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17599" h="1306286">
                <a:moveTo>
                  <a:pt x="159656" y="0"/>
                </a:moveTo>
                <a:lnTo>
                  <a:pt x="0" y="1219201"/>
                </a:lnTo>
                <a:lnTo>
                  <a:pt x="653143" y="464458"/>
                </a:lnTo>
                <a:lnTo>
                  <a:pt x="1015999" y="1306286"/>
                </a:lnTo>
                <a:lnTo>
                  <a:pt x="1117599" y="14515"/>
                </a:lnTo>
                <a:lnTo>
                  <a:pt x="159656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任意多边形 63"/>
          <p:cNvSpPr/>
          <p:nvPr/>
        </p:nvSpPr>
        <p:spPr>
          <a:xfrm>
            <a:off x="9985279" y="5149430"/>
            <a:ext cx="647033" cy="335071"/>
          </a:xfrm>
          <a:custGeom>
            <a:avLst/>
            <a:gdLst>
              <a:gd name="connsiteX0" fmla="*/ 87086 w 812800"/>
              <a:gd name="connsiteY0" fmla="*/ 0 h 420914"/>
              <a:gd name="connsiteX1" fmla="*/ 420914 w 812800"/>
              <a:gd name="connsiteY1" fmla="*/ 145143 h 420914"/>
              <a:gd name="connsiteX2" fmla="*/ 812800 w 812800"/>
              <a:gd name="connsiteY2" fmla="*/ 43543 h 420914"/>
              <a:gd name="connsiteX3" fmla="*/ 725714 w 812800"/>
              <a:gd name="connsiteY3" fmla="*/ 377371 h 420914"/>
              <a:gd name="connsiteX4" fmla="*/ 261257 w 812800"/>
              <a:gd name="connsiteY4" fmla="*/ 420914 h 420914"/>
              <a:gd name="connsiteX5" fmla="*/ 0 w 812800"/>
              <a:gd name="connsiteY5" fmla="*/ 377371 h 420914"/>
              <a:gd name="connsiteX6" fmla="*/ 87086 w 812800"/>
              <a:gd name="connsiteY6" fmla="*/ 0 h 420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12800" h="420914">
                <a:moveTo>
                  <a:pt x="87086" y="0"/>
                </a:moveTo>
                <a:lnTo>
                  <a:pt x="420914" y="145143"/>
                </a:lnTo>
                <a:lnTo>
                  <a:pt x="812800" y="43543"/>
                </a:lnTo>
                <a:lnTo>
                  <a:pt x="725714" y="377371"/>
                </a:lnTo>
                <a:lnTo>
                  <a:pt x="261257" y="420914"/>
                </a:lnTo>
                <a:lnTo>
                  <a:pt x="0" y="377371"/>
                </a:lnTo>
                <a:lnTo>
                  <a:pt x="87086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5" name="直接连接符 64"/>
          <p:cNvCxnSpPr/>
          <p:nvPr/>
        </p:nvCxnSpPr>
        <p:spPr>
          <a:xfrm>
            <a:off x="9739086" y="5668654"/>
            <a:ext cx="1062983" cy="0"/>
          </a:xfrm>
          <a:prstGeom prst="line">
            <a:avLst/>
          </a:prstGeom>
          <a:ln w="127000" cap="rnd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任意多边形 65"/>
          <p:cNvSpPr/>
          <p:nvPr/>
        </p:nvSpPr>
        <p:spPr>
          <a:xfrm>
            <a:off x="9754195" y="5741126"/>
            <a:ext cx="1062984" cy="910345"/>
          </a:xfrm>
          <a:custGeom>
            <a:avLst/>
            <a:gdLst>
              <a:gd name="connsiteX0" fmla="*/ 0 w 1335315"/>
              <a:gd name="connsiteY0" fmla="*/ 0 h 1175657"/>
              <a:gd name="connsiteX1" fmla="*/ 145143 w 1335315"/>
              <a:gd name="connsiteY1" fmla="*/ 1175657 h 1175657"/>
              <a:gd name="connsiteX2" fmla="*/ 1190172 w 1335315"/>
              <a:gd name="connsiteY2" fmla="*/ 1175657 h 1175657"/>
              <a:gd name="connsiteX3" fmla="*/ 1335315 w 1335315"/>
              <a:gd name="connsiteY3" fmla="*/ 0 h 1175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5315" h="1175657">
                <a:moveTo>
                  <a:pt x="0" y="0"/>
                </a:moveTo>
                <a:lnTo>
                  <a:pt x="145143" y="1175657"/>
                </a:lnTo>
                <a:lnTo>
                  <a:pt x="1190172" y="1175657"/>
                </a:lnTo>
                <a:lnTo>
                  <a:pt x="1335315" y="0"/>
                </a:lnTo>
              </a:path>
            </a:pathLst>
          </a:custGeom>
          <a:ln w="381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7" name="直接连接符 66"/>
          <p:cNvCxnSpPr/>
          <p:nvPr/>
        </p:nvCxnSpPr>
        <p:spPr>
          <a:xfrm>
            <a:off x="9758194" y="5888896"/>
            <a:ext cx="1039875" cy="0"/>
          </a:xfrm>
          <a:prstGeom prst="line">
            <a:avLst/>
          </a:prstGeom>
          <a:ln w="381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>
          <a:xfrm>
            <a:off x="9794635" y="6047988"/>
            <a:ext cx="999436" cy="3999"/>
          </a:xfrm>
          <a:prstGeom prst="line">
            <a:avLst/>
          </a:prstGeom>
          <a:ln w="381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9822632" y="6211968"/>
            <a:ext cx="931887" cy="0"/>
          </a:xfrm>
          <a:prstGeom prst="line">
            <a:avLst/>
          </a:prstGeom>
          <a:ln w="381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/>
          <p:nvPr/>
        </p:nvCxnSpPr>
        <p:spPr>
          <a:xfrm>
            <a:off x="9834630" y="6331954"/>
            <a:ext cx="911890" cy="0"/>
          </a:xfrm>
          <a:prstGeom prst="line">
            <a:avLst/>
          </a:prstGeom>
          <a:ln w="381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>
            <a:off x="9830631" y="6443940"/>
            <a:ext cx="890559" cy="7999"/>
          </a:xfrm>
          <a:prstGeom prst="line">
            <a:avLst/>
          </a:prstGeom>
          <a:ln w="381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>
            <a:off x="9842629" y="6555926"/>
            <a:ext cx="882560" cy="0"/>
          </a:xfrm>
          <a:prstGeom prst="line">
            <a:avLst/>
          </a:prstGeom>
          <a:ln w="381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>
            <a:off x="9904911" y="5741126"/>
            <a:ext cx="80368" cy="910345"/>
          </a:xfrm>
          <a:prstGeom prst="line">
            <a:avLst/>
          </a:prstGeom>
          <a:ln w="381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 flipH="1">
            <a:off x="10578542" y="5741126"/>
            <a:ext cx="53770" cy="910345"/>
          </a:xfrm>
          <a:prstGeom prst="line">
            <a:avLst/>
          </a:prstGeom>
          <a:ln w="381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 flipH="1">
            <a:off x="10438559" y="5741126"/>
            <a:ext cx="28055" cy="910345"/>
          </a:xfrm>
          <a:prstGeom prst="line">
            <a:avLst/>
          </a:prstGeom>
          <a:ln w="381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>
            <a:off x="10045337" y="5741126"/>
            <a:ext cx="80370" cy="910345"/>
          </a:xfrm>
          <a:prstGeom prst="line">
            <a:avLst/>
          </a:prstGeom>
          <a:ln w="381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10251077" y="5741126"/>
            <a:ext cx="32832" cy="910345"/>
          </a:xfrm>
          <a:prstGeom prst="line">
            <a:avLst/>
          </a:prstGeom>
          <a:ln w="381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0" y="435429"/>
            <a:ext cx="2249713" cy="725714"/>
          </a:xfrm>
          <a:prstGeom prst="rect">
            <a:avLst/>
          </a:prstGeom>
          <a:solidFill>
            <a:srgbClr val="C60F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2460172" y="435428"/>
            <a:ext cx="210456" cy="725714"/>
          </a:xfrm>
          <a:prstGeom prst="rect">
            <a:avLst/>
          </a:prstGeom>
          <a:solidFill>
            <a:srgbClr val="C60F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305564" y="278550"/>
            <a:ext cx="17839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 smtClean="0">
                <a:solidFill>
                  <a:schemeClr val="bg1"/>
                </a:solidFill>
                <a:latin typeface="Broadway" panose="04040905080B02020502" pitchFamily="82" charset="0"/>
                <a:ea typeface="微软雅黑" panose="020B0503020204020204" pitchFamily="34" charset="-122"/>
              </a:rPr>
              <a:t>how</a:t>
            </a:r>
            <a:endParaRPr lang="zh-CN" altLang="en-US" sz="5400" dirty="0">
              <a:solidFill>
                <a:schemeClr val="bg1"/>
              </a:solidFill>
              <a:latin typeface="Broadway" panose="04040905080B02020502" pitchFamily="82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0471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标注 7"/>
          <p:cNvSpPr/>
          <p:nvPr/>
        </p:nvSpPr>
        <p:spPr>
          <a:xfrm>
            <a:off x="3479363" y="1854754"/>
            <a:ext cx="2297323" cy="592874"/>
          </a:xfrm>
          <a:prstGeom prst="wedgeRoundRectCallout">
            <a:avLst>
              <a:gd name="adj1" fmla="val -58959"/>
              <a:gd name="adj2" fmla="val -30406"/>
              <a:gd name="adj3" fmla="val 16667"/>
            </a:avLst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52128" y="743177"/>
            <a:ext cx="80877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“自我轴心”的窍门</a:t>
            </a:r>
            <a:r>
              <a:rPr lang="en-US" altLang="zh-CN" sz="32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——</a:t>
            </a:r>
            <a:r>
              <a:rPr lang="zh-CN" altLang="en-US" sz="32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注意提问时的主语</a:t>
            </a:r>
            <a:endParaRPr lang="zh-CN" altLang="en-US" sz="3200" dirty="0"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3086327" y="4873948"/>
            <a:ext cx="6019346" cy="1192896"/>
          </a:xfrm>
          <a:prstGeom prst="round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693885" y="5173851"/>
            <a:ext cx="48042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方正北魏楷书简体" panose="03000509000000000000" pitchFamily="65" charset="-122"/>
                <a:ea typeface="方正北魏楷书简体" panose="03000509000000000000" pitchFamily="65" charset="-122"/>
              </a:rPr>
              <a:t>在考虑物品是否应该被留下时，思考的主语是“</a:t>
            </a:r>
            <a:r>
              <a:rPr lang="zh-CN" altLang="en-US" sz="2000" b="1" dirty="0" smtClean="0">
                <a:solidFill>
                  <a:srgbClr val="C60F13"/>
                </a:solidFill>
                <a:latin typeface="方正北魏楷书简体" panose="03000509000000000000" pitchFamily="65" charset="-122"/>
                <a:ea typeface="方正北魏楷书简体" panose="03000509000000000000" pitchFamily="65" charset="-122"/>
              </a:rPr>
              <a:t>我</a:t>
            </a:r>
            <a:r>
              <a:rPr lang="zh-CN" altLang="en-US" sz="2000" dirty="0" smtClean="0">
                <a:latin typeface="方正北魏楷书简体" panose="03000509000000000000" pitchFamily="65" charset="-122"/>
                <a:ea typeface="方正北魏楷书简体" panose="03000509000000000000" pitchFamily="65" charset="-122"/>
              </a:rPr>
              <a:t>”，而不是物品。</a:t>
            </a:r>
            <a:endParaRPr lang="zh-CN" altLang="en-US" sz="2000" dirty="0">
              <a:latin typeface="方正北魏楷书简体" panose="03000509000000000000" pitchFamily="65" charset="-122"/>
              <a:ea typeface="方正北魏楷书简体" panose="03000509000000000000" pitchFamily="65" charset="-122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2500993" y="740"/>
            <a:ext cx="7190014" cy="898809"/>
            <a:chOff x="1308100" y="740"/>
            <a:chExt cx="7190014" cy="898809"/>
          </a:xfrm>
        </p:grpSpPr>
        <p:sp>
          <p:nvSpPr>
            <p:cNvPr id="6" name="矩形 5"/>
            <p:cNvSpPr/>
            <p:nvPr/>
          </p:nvSpPr>
          <p:spPr>
            <a:xfrm>
              <a:off x="1308100" y="740"/>
              <a:ext cx="6892471" cy="597291"/>
            </a:xfrm>
            <a:prstGeom prst="rect">
              <a:avLst/>
            </a:prstGeom>
            <a:solidFill>
              <a:srgbClr val="C60F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C60F13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529431" y="68552"/>
              <a:ext cx="696868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思考法则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——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以</a:t>
              </a: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自我为轴心，把时间轴放在当下</a:t>
              </a:r>
              <a:endPara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zh-CN" altLang="en-US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1692502" y="5024059"/>
            <a:ext cx="1201741" cy="892674"/>
            <a:chOff x="874295" y="4800600"/>
            <a:chExt cx="1592179" cy="1122947"/>
          </a:xfrm>
        </p:grpSpPr>
        <p:sp>
          <p:nvSpPr>
            <p:cNvPr id="63" name="任意多边形 62"/>
            <p:cNvSpPr/>
            <p:nvPr/>
          </p:nvSpPr>
          <p:spPr>
            <a:xfrm>
              <a:off x="1006642" y="4884821"/>
              <a:ext cx="1287379" cy="280737"/>
            </a:xfrm>
            <a:custGeom>
              <a:avLst/>
              <a:gdLst>
                <a:gd name="connsiteX0" fmla="*/ 0 w 1287379"/>
                <a:gd name="connsiteY0" fmla="*/ 0 h 280737"/>
                <a:gd name="connsiteX1" fmla="*/ 0 w 1287379"/>
                <a:gd name="connsiteY1" fmla="*/ 280737 h 280737"/>
                <a:gd name="connsiteX2" fmla="*/ 1287379 w 1287379"/>
                <a:gd name="connsiteY2" fmla="*/ 160421 h 280737"/>
                <a:gd name="connsiteX3" fmla="*/ 1287379 w 1287379"/>
                <a:gd name="connsiteY3" fmla="*/ 104274 h 280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7379" h="280737">
                  <a:moveTo>
                    <a:pt x="0" y="0"/>
                  </a:moveTo>
                  <a:lnTo>
                    <a:pt x="0" y="280737"/>
                  </a:lnTo>
                  <a:lnTo>
                    <a:pt x="1287379" y="160421"/>
                  </a:lnTo>
                  <a:lnTo>
                    <a:pt x="1287379" y="104274"/>
                  </a:ln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任意多边形 63"/>
            <p:cNvSpPr/>
            <p:nvPr/>
          </p:nvSpPr>
          <p:spPr>
            <a:xfrm>
              <a:off x="1082842" y="4840705"/>
              <a:ext cx="1223211" cy="88232"/>
            </a:xfrm>
            <a:custGeom>
              <a:avLst/>
              <a:gdLst>
                <a:gd name="connsiteX0" fmla="*/ 0 w 1223211"/>
                <a:gd name="connsiteY0" fmla="*/ 88232 h 88232"/>
                <a:gd name="connsiteX1" fmla="*/ 1223211 w 1223211"/>
                <a:gd name="connsiteY1" fmla="*/ 0 h 8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3211" h="88232">
                  <a:moveTo>
                    <a:pt x="0" y="88232"/>
                  </a:moveTo>
                  <a:lnTo>
                    <a:pt x="1223211" y="0"/>
                  </a:ln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任意多边形 64"/>
            <p:cNvSpPr/>
            <p:nvPr/>
          </p:nvSpPr>
          <p:spPr>
            <a:xfrm>
              <a:off x="1002632" y="4973053"/>
              <a:ext cx="56147" cy="192505"/>
            </a:xfrm>
            <a:custGeom>
              <a:avLst/>
              <a:gdLst>
                <a:gd name="connsiteX0" fmla="*/ 0 w 56147"/>
                <a:gd name="connsiteY0" fmla="*/ 0 h 192505"/>
                <a:gd name="connsiteX1" fmla="*/ 56147 w 56147"/>
                <a:gd name="connsiteY1" fmla="*/ 0 h 192505"/>
                <a:gd name="connsiteX2" fmla="*/ 56147 w 56147"/>
                <a:gd name="connsiteY2" fmla="*/ 192505 h 192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147" h="192505">
                  <a:moveTo>
                    <a:pt x="0" y="0"/>
                  </a:moveTo>
                  <a:lnTo>
                    <a:pt x="56147" y="0"/>
                  </a:lnTo>
                  <a:lnTo>
                    <a:pt x="56147" y="192505"/>
                  </a:ln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任意多边形 65"/>
            <p:cNvSpPr/>
            <p:nvPr/>
          </p:nvSpPr>
          <p:spPr>
            <a:xfrm>
              <a:off x="998621" y="5646821"/>
              <a:ext cx="224590" cy="168442"/>
            </a:xfrm>
            <a:custGeom>
              <a:avLst/>
              <a:gdLst>
                <a:gd name="connsiteX0" fmla="*/ 208547 w 224590"/>
                <a:gd name="connsiteY0" fmla="*/ 168442 h 168442"/>
                <a:gd name="connsiteX1" fmla="*/ 0 w 224590"/>
                <a:gd name="connsiteY1" fmla="*/ 80211 h 168442"/>
                <a:gd name="connsiteX2" fmla="*/ 8021 w 224590"/>
                <a:gd name="connsiteY2" fmla="*/ 0 h 168442"/>
                <a:gd name="connsiteX3" fmla="*/ 224590 w 224590"/>
                <a:gd name="connsiteY3" fmla="*/ 88232 h 168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4590" h="168442">
                  <a:moveTo>
                    <a:pt x="208547" y="168442"/>
                  </a:moveTo>
                  <a:lnTo>
                    <a:pt x="0" y="80211"/>
                  </a:lnTo>
                  <a:lnTo>
                    <a:pt x="8021" y="0"/>
                  </a:lnTo>
                  <a:lnTo>
                    <a:pt x="224590" y="88232"/>
                  </a:ln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任意多边形 66"/>
            <p:cNvSpPr/>
            <p:nvPr/>
          </p:nvSpPr>
          <p:spPr>
            <a:xfrm>
              <a:off x="874295" y="5157537"/>
              <a:ext cx="256673" cy="713874"/>
            </a:xfrm>
            <a:custGeom>
              <a:avLst/>
              <a:gdLst>
                <a:gd name="connsiteX0" fmla="*/ 256673 w 256673"/>
                <a:gd name="connsiteY0" fmla="*/ 316831 h 713874"/>
                <a:gd name="connsiteX1" fmla="*/ 188494 w 256673"/>
                <a:gd name="connsiteY1" fmla="*/ 513347 h 713874"/>
                <a:gd name="connsiteX2" fmla="*/ 132347 w 256673"/>
                <a:gd name="connsiteY2" fmla="*/ 493295 h 713874"/>
                <a:gd name="connsiteX3" fmla="*/ 124326 w 256673"/>
                <a:gd name="connsiteY3" fmla="*/ 569495 h 713874"/>
                <a:gd name="connsiteX4" fmla="*/ 176463 w 256673"/>
                <a:gd name="connsiteY4" fmla="*/ 597568 h 713874"/>
                <a:gd name="connsiteX5" fmla="*/ 132347 w 256673"/>
                <a:gd name="connsiteY5" fmla="*/ 709863 h 713874"/>
                <a:gd name="connsiteX6" fmla="*/ 0 w 256673"/>
                <a:gd name="connsiteY6" fmla="*/ 713874 h 713874"/>
                <a:gd name="connsiteX7" fmla="*/ 240631 w 256673"/>
                <a:gd name="connsiteY7" fmla="*/ 0 h 713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6673" h="713874">
                  <a:moveTo>
                    <a:pt x="256673" y="316831"/>
                  </a:moveTo>
                  <a:lnTo>
                    <a:pt x="188494" y="513347"/>
                  </a:lnTo>
                  <a:lnTo>
                    <a:pt x="132347" y="493295"/>
                  </a:lnTo>
                  <a:lnTo>
                    <a:pt x="124326" y="569495"/>
                  </a:lnTo>
                  <a:lnTo>
                    <a:pt x="176463" y="597568"/>
                  </a:lnTo>
                  <a:lnTo>
                    <a:pt x="132347" y="709863"/>
                  </a:lnTo>
                  <a:lnTo>
                    <a:pt x="0" y="713874"/>
                  </a:lnTo>
                  <a:lnTo>
                    <a:pt x="240631" y="0"/>
                  </a:ln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任意多边形 67"/>
            <p:cNvSpPr/>
            <p:nvPr/>
          </p:nvSpPr>
          <p:spPr>
            <a:xfrm>
              <a:off x="1110916" y="5157537"/>
              <a:ext cx="112295" cy="316831"/>
            </a:xfrm>
            <a:custGeom>
              <a:avLst/>
              <a:gdLst>
                <a:gd name="connsiteX0" fmla="*/ 112295 w 112295"/>
                <a:gd name="connsiteY0" fmla="*/ 284747 h 316831"/>
                <a:gd name="connsiteX1" fmla="*/ 0 w 112295"/>
                <a:gd name="connsiteY1" fmla="*/ 316831 h 316831"/>
                <a:gd name="connsiteX2" fmla="*/ 0 w 112295"/>
                <a:gd name="connsiteY2" fmla="*/ 0 h 316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295" h="316831">
                  <a:moveTo>
                    <a:pt x="112295" y="284747"/>
                  </a:moveTo>
                  <a:lnTo>
                    <a:pt x="0" y="316831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任意多边形 68"/>
            <p:cNvSpPr/>
            <p:nvPr/>
          </p:nvSpPr>
          <p:spPr>
            <a:xfrm>
              <a:off x="2069432" y="4997116"/>
              <a:ext cx="397042" cy="898358"/>
            </a:xfrm>
            <a:custGeom>
              <a:avLst/>
              <a:gdLst>
                <a:gd name="connsiteX0" fmla="*/ 0 w 397042"/>
                <a:gd name="connsiteY0" fmla="*/ 8021 h 898358"/>
                <a:gd name="connsiteX1" fmla="*/ 248652 w 397042"/>
                <a:gd name="connsiteY1" fmla="*/ 898358 h 898358"/>
                <a:gd name="connsiteX2" fmla="*/ 397042 w 397042"/>
                <a:gd name="connsiteY2" fmla="*/ 894347 h 898358"/>
                <a:gd name="connsiteX3" fmla="*/ 140368 w 397042"/>
                <a:gd name="connsiteY3" fmla="*/ 0 h 898358"/>
                <a:gd name="connsiteX4" fmla="*/ 0 w 397042"/>
                <a:gd name="connsiteY4" fmla="*/ 8021 h 898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7042" h="898358">
                  <a:moveTo>
                    <a:pt x="0" y="8021"/>
                  </a:moveTo>
                  <a:lnTo>
                    <a:pt x="248652" y="898358"/>
                  </a:lnTo>
                  <a:lnTo>
                    <a:pt x="397042" y="894347"/>
                  </a:lnTo>
                  <a:lnTo>
                    <a:pt x="140368" y="0"/>
                  </a:lnTo>
                  <a:lnTo>
                    <a:pt x="0" y="8021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任意多边形 69"/>
            <p:cNvSpPr/>
            <p:nvPr/>
          </p:nvSpPr>
          <p:spPr>
            <a:xfrm>
              <a:off x="2017295" y="5073316"/>
              <a:ext cx="136358" cy="794084"/>
            </a:xfrm>
            <a:custGeom>
              <a:avLst/>
              <a:gdLst>
                <a:gd name="connsiteX0" fmla="*/ 0 w 136358"/>
                <a:gd name="connsiteY0" fmla="*/ 0 h 794084"/>
                <a:gd name="connsiteX1" fmla="*/ 24063 w 136358"/>
                <a:gd name="connsiteY1" fmla="*/ 794084 h 794084"/>
                <a:gd name="connsiteX2" fmla="*/ 136358 w 136358"/>
                <a:gd name="connsiteY2" fmla="*/ 790073 h 794084"/>
                <a:gd name="connsiteX3" fmla="*/ 116305 w 136358"/>
                <a:gd name="connsiteY3" fmla="*/ 132347 h 794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358" h="794084">
                  <a:moveTo>
                    <a:pt x="0" y="0"/>
                  </a:moveTo>
                  <a:lnTo>
                    <a:pt x="24063" y="794084"/>
                  </a:lnTo>
                  <a:lnTo>
                    <a:pt x="136358" y="790073"/>
                  </a:lnTo>
                  <a:lnTo>
                    <a:pt x="116305" y="132347"/>
                  </a:ln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任意多边形 70"/>
            <p:cNvSpPr/>
            <p:nvPr/>
          </p:nvSpPr>
          <p:spPr>
            <a:xfrm>
              <a:off x="1098884" y="5622758"/>
              <a:ext cx="1167063" cy="116305"/>
            </a:xfrm>
            <a:custGeom>
              <a:avLst/>
              <a:gdLst>
                <a:gd name="connsiteX0" fmla="*/ 1167063 w 1167063"/>
                <a:gd name="connsiteY0" fmla="*/ 116305 h 116305"/>
                <a:gd name="connsiteX1" fmla="*/ 1042737 w 1167063"/>
                <a:gd name="connsiteY1" fmla="*/ 0 h 116305"/>
                <a:gd name="connsiteX2" fmla="*/ 1018674 w 1167063"/>
                <a:gd name="connsiteY2" fmla="*/ 12031 h 116305"/>
                <a:gd name="connsiteX3" fmla="*/ 0 w 1167063"/>
                <a:gd name="connsiteY3" fmla="*/ 64168 h 116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063" h="116305">
                  <a:moveTo>
                    <a:pt x="1167063" y="116305"/>
                  </a:moveTo>
                  <a:lnTo>
                    <a:pt x="1042737" y="0"/>
                  </a:lnTo>
                  <a:lnTo>
                    <a:pt x="1018674" y="12031"/>
                  </a:lnTo>
                  <a:lnTo>
                    <a:pt x="0" y="64168"/>
                  </a:ln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任意多边形 71"/>
            <p:cNvSpPr/>
            <p:nvPr/>
          </p:nvSpPr>
          <p:spPr>
            <a:xfrm>
              <a:off x="1399674" y="5747084"/>
              <a:ext cx="870284" cy="52137"/>
            </a:xfrm>
            <a:custGeom>
              <a:avLst/>
              <a:gdLst>
                <a:gd name="connsiteX0" fmla="*/ 0 w 870284"/>
                <a:gd name="connsiteY0" fmla="*/ 52137 h 52137"/>
                <a:gd name="connsiteX1" fmla="*/ 870284 w 870284"/>
                <a:gd name="connsiteY1" fmla="*/ 0 h 52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70284" h="52137">
                  <a:moveTo>
                    <a:pt x="0" y="52137"/>
                  </a:moveTo>
                  <a:lnTo>
                    <a:pt x="870284" y="0"/>
                  </a:ln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309437" y="5089358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2136810" y="5031607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椭圆 74"/>
            <p:cNvSpPr/>
            <p:nvPr/>
          </p:nvSpPr>
          <p:spPr>
            <a:xfrm>
              <a:off x="1150218" y="5379320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椭圆 75"/>
            <p:cNvSpPr/>
            <p:nvPr/>
          </p:nvSpPr>
          <p:spPr>
            <a:xfrm>
              <a:off x="1150219" y="5293095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椭圆 76"/>
            <p:cNvSpPr/>
            <p:nvPr/>
          </p:nvSpPr>
          <p:spPr>
            <a:xfrm>
              <a:off x="1145496" y="5192029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任意多边形 77"/>
            <p:cNvSpPr/>
            <p:nvPr/>
          </p:nvSpPr>
          <p:spPr>
            <a:xfrm>
              <a:off x="1377616" y="5713796"/>
              <a:ext cx="870284" cy="52137"/>
            </a:xfrm>
            <a:custGeom>
              <a:avLst/>
              <a:gdLst>
                <a:gd name="connsiteX0" fmla="*/ 0 w 870284"/>
                <a:gd name="connsiteY0" fmla="*/ 52137 h 52137"/>
                <a:gd name="connsiteX1" fmla="*/ 870284 w 870284"/>
                <a:gd name="connsiteY1" fmla="*/ 0 h 52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70284" h="52137">
                  <a:moveTo>
                    <a:pt x="0" y="52137"/>
                  </a:moveTo>
                  <a:lnTo>
                    <a:pt x="870284" y="0"/>
                  </a:ln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任意多边形 78"/>
            <p:cNvSpPr/>
            <p:nvPr/>
          </p:nvSpPr>
          <p:spPr>
            <a:xfrm>
              <a:off x="1352349" y="5694546"/>
              <a:ext cx="870284" cy="52137"/>
            </a:xfrm>
            <a:custGeom>
              <a:avLst/>
              <a:gdLst>
                <a:gd name="connsiteX0" fmla="*/ 0 w 870284"/>
                <a:gd name="connsiteY0" fmla="*/ 52137 h 52137"/>
                <a:gd name="connsiteX1" fmla="*/ 870284 w 870284"/>
                <a:gd name="connsiteY1" fmla="*/ 0 h 52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70284" h="52137">
                  <a:moveTo>
                    <a:pt x="0" y="52137"/>
                  </a:moveTo>
                  <a:lnTo>
                    <a:pt x="870284" y="0"/>
                  </a:ln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任意多边形 79"/>
            <p:cNvSpPr/>
            <p:nvPr/>
          </p:nvSpPr>
          <p:spPr>
            <a:xfrm>
              <a:off x="1332296" y="5670082"/>
              <a:ext cx="870284" cy="52137"/>
            </a:xfrm>
            <a:custGeom>
              <a:avLst/>
              <a:gdLst>
                <a:gd name="connsiteX0" fmla="*/ 0 w 870284"/>
                <a:gd name="connsiteY0" fmla="*/ 52137 h 52137"/>
                <a:gd name="connsiteX1" fmla="*/ 870284 w 870284"/>
                <a:gd name="connsiteY1" fmla="*/ 0 h 52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70284" h="52137">
                  <a:moveTo>
                    <a:pt x="0" y="52137"/>
                  </a:moveTo>
                  <a:lnTo>
                    <a:pt x="870284" y="0"/>
                  </a:ln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任意多边形 80"/>
            <p:cNvSpPr/>
            <p:nvPr/>
          </p:nvSpPr>
          <p:spPr>
            <a:xfrm>
              <a:off x="1308100" y="5649628"/>
              <a:ext cx="870284" cy="52137"/>
            </a:xfrm>
            <a:custGeom>
              <a:avLst/>
              <a:gdLst>
                <a:gd name="connsiteX0" fmla="*/ 0 w 870284"/>
                <a:gd name="connsiteY0" fmla="*/ 52137 h 52137"/>
                <a:gd name="connsiteX1" fmla="*/ 870284 w 870284"/>
                <a:gd name="connsiteY1" fmla="*/ 0 h 52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70284" h="52137">
                  <a:moveTo>
                    <a:pt x="0" y="52137"/>
                  </a:moveTo>
                  <a:lnTo>
                    <a:pt x="870284" y="0"/>
                  </a:ln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任意多边形 81"/>
            <p:cNvSpPr/>
            <p:nvPr/>
          </p:nvSpPr>
          <p:spPr>
            <a:xfrm>
              <a:off x="1388759" y="5730240"/>
              <a:ext cx="870284" cy="52137"/>
            </a:xfrm>
            <a:custGeom>
              <a:avLst/>
              <a:gdLst>
                <a:gd name="connsiteX0" fmla="*/ 0 w 870284"/>
                <a:gd name="connsiteY0" fmla="*/ 52137 h 52137"/>
                <a:gd name="connsiteX1" fmla="*/ 870284 w 870284"/>
                <a:gd name="connsiteY1" fmla="*/ 0 h 52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70284" h="52137">
                  <a:moveTo>
                    <a:pt x="0" y="52137"/>
                  </a:moveTo>
                  <a:lnTo>
                    <a:pt x="870284" y="0"/>
                  </a:ln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任意多边形 82"/>
            <p:cNvSpPr/>
            <p:nvPr/>
          </p:nvSpPr>
          <p:spPr>
            <a:xfrm>
              <a:off x="1255295" y="5065295"/>
              <a:ext cx="140368" cy="858252"/>
            </a:xfrm>
            <a:custGeom>
              <a:avLst/>
              <a:gdLst>
                <a:gd name="connsiteX0" fmla="*/ 0 w 140368"/>
                <a:gd name="connsiteY0" fmla="*/ 12031 h 858252"/>
                <a:gd name="connsiteX1" fmla="*/ 0 w 140368"/>
                <a:gd name="connsiteY1" fmla="*/ 858252 h 858252"/>
                <a:gd name="connsiteX2" fmla="*/ 140368 w 140368"/>
                <a:gd name="connsiteY2" fmla="*/ 838200 h 858252"/>
                <a:gd name="connsiteX3" fmla="*/ 140368 w 140368"/>
                <a:gd name="connsiteY3" fmla="*/ 0 h 858252"/>
                <a:gd name="connsiteX4" fmla="*/ 0 w 140368"/>
                <a:gd name="connsiteY4" fmla="*/ 12031 h 85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368" h="858252">
                  <a:moveTo>
                    <a:pt x="0" y="12031"/>
                  </a:moveTo>
                  <a:lnTo>
                    <a:pt x="0" y="858252"/>
                  </a:lnTo>
                  <a:lnTo>
                    <a:pt x="140368" y="838200"/>
                  </a:lnTo>
                  <a:lnTo>
                    <a:pt x="140368" y="0"/>
                  </a:lnTo>
                  <a:lnTo>
                    <a:pt x="0" y="12031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任意多边形 83"/>
            <p:cNvSpPr/>
            <p:nvPr/>
          </p:nvSpPr>
          <p:spPr>
            <a:xfrm>
              <a:off x="1018674" y="4800600"/>
              <a:ext cx="1291389" cy="288758"/>
            </a:xfrm>
            <a:custGeom>
              <a:avLst/>
              <a:gdLst>
                <a:gd name="connsiteX0" fmla="*/ 0 w 1291389"/>
                <a:gd name="connsiteY0" fmla="*/ 84221 h 288758"/>
                <a:gd name="connsiteX1" fmla="*/ 1147010 w 1291389"/>
                <a:gd name="connsiteY1" fmla="*/ 0 h 288758"/>
                <a:gd name="connsiteX2" fmla="*/ 1283368 w 1291389"/>
                <a:gd name="connsiteY2" fmla="*/ 40105 h 288758"/>
                <a:gd name="connsiteX3" fmla="*/ 1291389 w 1291389"/>
                <a:gd name="connsiteY3" fmla="*/ 180474 h 288758"/>
                <a:gd name="connsiteX4" fmla="*/ 68179 w 1291389"/>
                <a:gd name="connsiteY4" fmla="*/ 288758 h 288758"/>
                <a:gd name="connsiteX5" fmla="*/ 68179 w 1291389"/>
                <a:gd name="connsiteY5" fmla="*/ 120316 h 288758"/>
                <a:gd name="connsiteX6" fmla="*/ 0 w 1291389"/>
                <a:gd name="connsiteY6" fmla="*/ 84221 h 288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91389" h="288758">
                  <a:moveTo>
                    <a:pt x="0" y="84221"/>
                  </a:moveTo>
                  <a:lnTo>
                    <a:pt x="1147010" y="0"/>
                  </a:lnTo>
                  <a:lnTo>
                    <a:pt x="1283368" y="40105"/>
                  </a:lnTo>
                  <a:lnTo>
                    <a:pt x="1291389" y="180474"/>
                  </a:lnTo>
                  <a:lnTo>
                    <a:pt x="68179" y="288758"/>
                  </a:lnTo>
                  <a:lnTo>
                    <a:pt x="68179" y="120316"/>
                  </a:lnTo>
                  <a:lnTo>
                    <a:pt x="0" y="84221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任意多边形 84"/>
            <p:cNvSpPr/>
            <p:nvPr/>
          </p:nvSpPr>
          <p:spPr>
            <a:xfrm>
              <a:off x="1086853" y="4840705"/>
              <a:ext cx="1227221" cy="80211"/>
            </a:xfrm>
            <a:custGeom>
              <a:avLst/>
              <a:gdLst>
                <a:gd name="connsiteX0" fmla="*/ 0 w 1227221"/>
                <a:gd name="connsiteY0" fmla="*/ 80211 h 80211"/>
                <a:gd name="connsiteX1" fmla="*/ 1227221 w 1227221"/>
                <a:gd name="connsiteY1" fmla="*/ 0 h 80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7221" h="80211">
                  <a:moveTo>
                    <a:pt x="0" y="80211"/>
                  </a:moveTo>
                  <a:lnTo>
                    <a:pt x="1227221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椭圆 85"/>
            <p:cNvSpPr/>
            <p:nvPr/>
          </p:nvSpPr>
          <p:spPr>
            <a:xfrm>
              <a:off x="1308100" y="5116228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任意多边形 86"/>
            <p:cNvSpPr/>
            <p:nvPr/>
          </p:nvSpPr>
          <p:spPr>
            <a:xfrm>
              <a:off x="1213184" y="5077326"/>
              <a:ext cx="52137" cy="846221"/>
            </a:xfrm>
            <a:custGeom>
              <a:avLst/>
              <a:gdLst>
                <a:gd name="connsiteX0" fmla="*/ 52137 w 52137"/>
                <a:gd name="connsiteY0" fmla="*/ 846221 h 846221"/>
                <a:gd name="connsiteX1" fmla="*/ 0 w 52137"/>
                <a:gd name="connsiteY1" fmla="*/ 826169 h 846221"/>
                <a:gd name="connsiteX2" fmla="*/ 16042 w 52137"/>
                <a:gd name="connsiteY2" fmla="*/ 0 h 846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137" h="846221">
                  <a:moveTo>
                    <a:pt x="52137" y="846221"/>
                  </a:moveTo>
                  <a:lnTo>
                    <a:pt x="0" y="826169"/>
                  </a:lnTo>
                  <a:lnTo>
                    <a:pt x="16042" y="0"/>
                  </a:ln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7" name="Freeform 9"/>
          <p:cNvSpPr>
            <a:spLocks noEditPoints="1"/>
          </p:cNvSpPr>
          <p:nvPr/>
        </p:nvSpPr>
        <p:spPr bwMode="auto">
          <a:xfrm flipH="1">
            <a:off x="1393886" y="687053"/>
            <a:ext cx="597231" cy="636385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551825" y="1951136"/>
            <a:ext cx="22248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这副眼镜能用吗？</a:t>
            </a:r>
          </a:p>
        </p:txBody>
      </p:sp>
      <p:sp>
        <p:nvSpPr>
          <p:cNvPr id="59" name="圆角矩形标注 58"/>
          <p:cNvSpPr/>
          <p:nvPr/>
        </p:nvSpPr>
        <p:spPr>
          <a:xfrm>
            <a:off x="6413720" y="2380413"/>
            <a:ext cx="2311400" cy="592874"/>
          </a:xfrm>
          <a:prstGeom prst="wedgeRoundRectCallout">
            <a:avLst>
              <a:gd name="adj1" fmla="val 59046"/>
              <a:gd name="adj2" fmla="val -30406"/>
              <a:gd name="adj3" fmla="val 16667"/>
            </a:avLst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6413719" y="2476795"/>
            <a:ext cx="238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能用，但我不需要。</a:t>
            </a:r>
          </a:p>
        </p:txBody>
      </p:sp>
      <p:sp>
        <p:nvSpPr>
          <p:cNvPr id="88" name="圆角矩形标注 87"/>
          <p:cNvSpPr/>
          <p:nvPr/>
        </p:nvSpPr>
        <p:spPr>
          <a:xfrm>
            <a:off x="3466881" y="3059336"/>
            <a:ext cx="2309805" cy="592874"/>
          </a:xfrm>
          <a:prstGeom prst="wedgeRoundRectCallout">
            <a:avLst>
              <a:gd name="adj1" fmla="val -58959"/>
              <a:gd name="adj2" fmla="val -30406"/>
              <a:gd name="adj3" fmla="val 16667"/>
            </a:avLst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3551825" y="3155718"/>
            <a:ext cx="21357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这副筷子能用吗？</a:t>
            </a:r>
          </a:p>
        </p:txBody>
      </p:sp>
      <p:sp>
        <p:nvSpPr>
          <p:cNvPr id="90" name="圆角矩形标注 89"/>
          <p:cNvSpPr/>
          <p:nvPr/>
        </p:nvSpPr>
        <p:spPr>
          <a:xfrm>
            <a:off x="6413719" y="3584995"/>
            <a:ext cx="2311401" cy="592874"/>
          </a:xfrm>
          <a:prstGeom prst="wedgeRoundRectCallout">
            <a:avLst>
              <a:gd name="adj1" fmla="val 59046"/>
              <a:gd name="adj2" fmla="val -30406"/>
              <a:gd name="adj3" fmla="val 16667"/>
            </a:avLst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6413719" y="3681377"/>
            <a:ext cx="2235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能用，但我不需要。</a:t>
            </a:r>
          </a:p>
        </p:txBody>
      </p:sp>
      <p:sp>
        <p:nvSpPr>
          <p:cNvPr id="43" name="圆角矩形 42"/>
          <p:cNvSpPr/>
          <p:nvPr/>
        </p:nvSpPr>
        <p:spPr>
          <a:xfrm>
            <a:off x="1692502" y="1623341"/>
            <a:ext cx="8778648" cy="2843729"/>
          </a:xfrm>
          <a:prstGeom prst="roundRect">
            <a:avLst/>
          </a:prstGeom>
          <a:noFill/>
          <a:ln w="254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712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720850" y="743177"/>
            <a:ext cx="8750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将与物品的关系比作人际关系，了解当下的含义</a:t>
            </a:r>
            <a:endParaRPr lang="zh-CN" altLang="en-US" sz="3200" dirty="0"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416628" y="2682909"/>
            <a:ext cx="73587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满屋子都是陌生人，这是不是让你觉得很不舒服呢？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四下全都是外国人，碰上本国同胞是否会松口气呢？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3099775" y="4868863"/>
            <a:ext cx="6019346" cy="1170754"/>
          </a:xfrm>
          <a:prstGeom prst="round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236148" y="4946408"/>
            <a:ext cx="53749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方正北魏楷书简体" panose="03000509000000000000" pitchFamily="65" charset="-122"/>
                <a:ea typeface="方正北魏楷书简体" panose="03000509000000000000" pitchFamily="65" charset="-122"/>
              </a:rPr>
              <a:t>需要确认能不能把对方叫做朋友的阶段，引入时间轴的概念，选择对</a:t>
            </a:r>
            <a:r>
              <a:rPr lang="zh-CN" altLang="en-US" sz="2000" b="1" dirty="0" smtClean="0">
                <a:solidFill>
                  <a:srgbClr val="C60F13"/>
                </a:solidFill>
                <a:latin typeface="方正北魏楷书简体" panose="03000509000000000000" pitchFamily="65" charset="-122"/>
                <a:ea typeface="方正北魏楷书简体" panose="03000509000000000000" pitchFamily="65" charset="-122"/>
              </a:rPr>
              <a:t>当下</a:t>
            </a:r>
            <a:r>
              <a:rPr lang="zh-CN" altLang="en-US" sz="2000" dirty="0" smtClean="0">
                <a:latin typeface="方正北魏楷书简体" panose="03000509000000000000" pitchFamily="65" charset="-122"/>
                <a:ea typeface="方正北魏楷书简体" panose="03000509000000000000" pitchFamily="65" charset="-122"/>
              </a:rPr>
              <a:t>的我来说最必要的朋友。</a:t>
            </a:r>
            <a:endParaRPr lang="zh-CN" altLang="en-US" sz="2000" dirty="0">
              <a:latin typeface="方正北魏楷书简体" panose="03000509000000000000" pitchFamily="65" charset="-122"/>
              <a:ea typeface="方正北魏楷书简体" panose="03000509000000000000" pitchFamily="65" charset="-122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2500993" y="740"/>
            <a:ext cx="7190014" cy="898809"/>
            <a:chOff x="1308100" y="740"/>
            <a:chExt cx="7190014" cy="898809"/>
          </a:xfrm>
        </p:grpSpPr>
        <p:sp>
          <p:nvSpPr>
            <p:cNvPr id="9" name="矩形 8"/>
            <p:cNvSpPr/>
            <p:nvPr/>
          </p:nvSpPr>
          <p:spPr>
            <a:xfrm>
              <a:off x="1308100" y="740"/>
              <a:ext cx="6892471" cy="597291"/>
            </a:xfrm>
            <a:prstGeom prst="rect">
              <a:avLst/>
            </a:prstGeom>
            <a:solidFill>
              <a:srgbClr val="C60F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C60F13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529431" y="68552"/>
              <a:ext cx="696868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思考法则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——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以</a:t>
              </a: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自我为轴心，把时间轴放在当下</a:t>
              </a:r>
              <a:endPara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zh-CN" altLang="en-US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1692502" y="5024059"/>
            <a:ext cx="1201741" cy="892674"/>
            <a:chOff x="874295" y="4800600"/>
            <a:chExt cx="1592179" cy="1122947"/>
          </a:xfrm>
        </p:grpSpPr>
        <p:sp>
          <p:nvSpPr>
            <p:cNvPr id="65" name="任意多边形 64"/>
            <p:cNvSpPr/>
            <p:nvPr/>
          </p:nvSpPr>
          <p:spPr>
            <a:xfrm>
              <a:off x="1006642" y="4884821"/>
              <a:ext cx="1287379" cy="280737"/>
            </a:xfrm>
            <a:custGeom>
              <a:avLst/>
              <a:gdLst>
                <a:gd name="connsiteX0" fmla="*/ 0 w 1287379"/>
                <a:gd name="connsiteY0" fmla="*/ 0 h 280737"/>
                <a:gd name="connsiteX1" fmla="*/ 0 w 1287379"/>
                <a:gd name="connsiteY1" fmla="*/ 280737 h 280737"/>
                <a:gd name="connsiteX2" fmla="*/ 1287379 w 1287379"/>
                <a:gd name="connsiteY2" fmla="*/ 160421 h 280737"/>
                <a:gd name="connsiteX3" fmla="*/ 1287379 w 1287379"/>
                <a:gd name="connsiteY3" fmla="*/ 104274 h 280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7379" h="280737">
                  <a:moveTo>
                    <a:pt x="0" y="0"/>
                  </a:moveTo>
                  <a:lnTo>
                    <a:pt x="0" y="280737"/>
                  </a:lnTo>
                  <a:lnTo>
                    <a:pt x="1287379" y="160421"/>
                  </a:lnTo>
                  <a:lnTo>
                    <a:pt x="1287379" y="104274"/>
                  </a:ln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任意多边形 65"/>
            <p:cNvSpPr/>
            <p:nvPr/>
          </p:nvSpPr>
          <p:spPr>
            <a:xfrm>
              <a:off x="1082842" y="4840705"/>
              <a:ext cx="1223211" cy="88232"/>
            </a:xfrm>
            <a:custGeom>
              <a:avLst/>
              <a:gdLst>
                <a:gd name="connsiteX0" fmla="*/ 0 w 1223211"/>
                <a:gd name="connsiteY0" fmla="*/ 88232 h 88232"/>
                <a:gd name="connsiteX1" fmla="*/ 1223211 w 1223211"/>
                <a:gd name="connsiteY1" fmla="*/ 0 h 8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3211" h="88232">
                  <a:moveTo>
                    <a:pt x="0" y="88232"/>
                  </a:moveTo>
                  <a:lnTo>
                    <a:pt x="1223211" y="0"/>
                  </a:ln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任意多边形 66"/>
            <p:cNvSpPr/>
            <p:nvPr/>
          </p:nvSpPr>
          <p:spPr>
            <a:xfrm>
              <a:off x="1002632" y="4973053"/>
              <a:ext cx="56147" cy="192505"/>
            </a:xfrm>
            <a:custGeom>
              <a:avLst/>
              <a:gdLst>
                <a:gd name="connsiteX0" fmla="*/ 0 w 56147"/>
                <a:gd name="connsiteY0" fmla="*/ 0 h 192505"/>
                <a:gd name="connsiteX1" fmla="*/ 56147 w 56147"/>
                <a:gd name="connsiteY1" fmla="*/ 0 h 192505"/>
                <a:gd name="connsiteX2" fmla="*/ 56147 w 56147"/>
                <a:gd name="connsiteY2" fmla="*/ 192505 h 192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147" h="192505">
                  <a:moveTo>
                    <a:pt x="0" y="0"/>
                  </a:moveTo>
                  <a:lnTo>
                    <a:pt x="56147" y="0"/>
                  </a:lnTo>
                  <a:lnTo>
                    <a:pt x="56147" y="192505"/>
                  </a:ln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任意多边形 67"/>
            <p:cNvSpPr/>
            <p:nvPr/>
          </p:nvSpPr>
          <p:spPr>
            <a:xfrm>
              <a:off x="998621" y="5646821"/>
              <a:ext cx="224590" cy="168442"/>
            </a:xfrm>
            <a:custGeom>
              <a:avLst/>
              <a:gdLst>
                <a:gd name="connsiteX0" fmla="*/ 208547 w 224590"/>
                <a:gd name="connsiteY0" fmla="*/ 168442 h 168442"/>
                <a:gd name="connsiteX1" fmla="*/ 0 w 224590"/>
                <a:gd name="connsiteY1" fmla="*/ 80211 h 168442"/>
                <a:gd name="connsiteX2" fmla="*/ 8021 w 224590"/>
                <a:gd name="connsiteY2" fmla="*/ 0 h 168442"/>
                <a:gd name="connsiteX3" fmla="*/ 224590 w 224590"/>
                <a:gd name="connsiteY3" fmla="*/ 88232 h 168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4590" h="168442">
                  <a:moveTo>
                    <a:pt x="208547" y="168442"/>
                  </a:moveTo>
                  <a:lnTo>
                    <a:pt x="0" y="80211"/>
                  </a:lnTo>
                  <a:lnTo>
                    <a:pt x="8021" y="0"/>
                  </a:lnTo>
                  <a:lnTo>
                    <a:pt x="224590" y="88232"/>
                  </a:ln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任意多边形 68"/>
            <p:cNvSpPr/>
            <p:nvPr/>
          </p:nvSpPr>
          <p:spPr>
            <a:xfrm>
              <a:off x="874295" y="5157537"/>
              <a:ext cx="256673" cy="713874"/>
            </a:xfrm>
            <a:custGeom>
              <a:avLst/>
              <a:gdLst>
                <a:gd name="connsiteX0" fmla="*/ 256673 w 256673"/>
                <a:gd name="connsiteY0" fmla="*/ 316831 h 713874"/>
                <a:gd name="connsiteX1" fmla="*/ 188494 w 256673"/>
                <a:gd name="connsiteY1" fmla="*/ 513347 h 713874"/>
                <a:gd name="connsiteX2" fmla="*/ 132347 w 256673"/>
                <a:gd name="connsiteY2" fmla="*/ 493295 h 713874"/>
                <a:gd name="connsiteX3" fmla="*/ 124326 w 256673"/>
                <a:gd name="connsiteY3" fmla="*/ 569495 h 713874"/>
                <a:gd name="connsiteX4" fmla="*/ 176463 w 256673"/>
                <a:gd name="connsiteY4" fmla="*/ 597568 h 713874"/>
                <a:gd name="connsiteX5" fmla="*/ 132347 w 256673"/>
                <a:gd name="connsiteY5" fmla="*/ 709863 h 713874"/>
                <a:gd name="connsiteX6" fmla="*/ 0 w 256673"/>
                <a:gd name="connsiteY6" fmla="*/ 713874 h 713874"/>
                <a:gd name="connsiteX7" fmla="*/ 240631 w 256673"/>
                <a:gd name="connsiteY7" fmla="*/ 0 h 713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6673" h="713874">
                  <a:moveTo>
                    <a:pt x="256673" y="316831"/>
                  </a:moveTo>
                  <a:lnTo>
                    <a:pt x="188494" y="513347"/>
                  </a:lnTo>
                  <a:lnTo>
                    <a:pt x="132347" y="493295"/>
                  </a:lnTo>
                  <a:lnTo>
                    <a:pt x="124326" y="569495"/>
                  </a:lnTo>
                  <a:lnTo>
                    <a:pt x="176463" y="597568"/>
                  </a:lnTo>
                  <a:lnTo>
                    <a:pt x="132347" y="709863"/>
                  </a:lnTo>
                  <a:lnTo>
                    <a:pt x="0" y="713874"/>
                  </a:lnTo>
                  <a:lnTo>
                    <a:pt x="240631" y="0"/>
                  </a:ln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任意多边形 69"/>
            <p:cNvSpPr/>
            <p:nvPr/>
          </p:nvSpPr>
          <p:spPr>
            <a:xfrm>
              <a:off x="1110916" y="5157537"/>
              <a:ext cx="112295" cy="316831"/>
            </a:xfrm>
            <a:custGeom>
              <a:avLst/>
              <a:gdLst>
                <a:gd name="connsiteX0" fmla="*/ 112295 w 112295"/>
                <a:gd name="connsiteY0" fmla="*/ 284747 h 316831"/>
                <a:gd name="connsiteX1" fmla="*/ 0 w 112295"/>
                <a:gd name="connsiteY1" fmla="*/ 316831 h 316831"/>
                <a:gd name="connsiteX2" fmla="*/ 0 w 112295"/>
                <a:gd name="connsiteY2" fmla="*/ 0 h 316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295" h="316831">
                  <a:moveTo>
                    <a:pt x="112295" y="284747"/>
                  </a:moveTo>
                  <a:lnTo>
                    <a:pt x="0" y="316831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任意多边形 70"/>
            <p:cNvSpPr/>
            <p:nvPr/>
          </p:nvSpPr>
          <p:spPr>
            <a:xfrm>
              <a:off x="2069432" y="4997116"/>
              <a:ext cx="397042" cy="898358"/>
            </a:xfrm>
            <a:custGeom>
              <a:avLst/>
              <a:gdLst>
                <a:gd name="connsiteX0" fmla="*/ 0 w 397042"/>
                <a:gd name="connsiteY0" fmla="*/ 8021 h 898358"/>
                <a:gd name="connsiteX1" fmla="*/ 248652 w 397042"/>
                <a:gd name="connsiteY1" fmla="*/ 898358 h 898358"/>
                <a:gd name="connsiteX2" fmla="*/ 397042 w 397042"/>
                <a:gd name="connsiteY2" fmla="*/ 894347 h 898358"/>
                <a:gd name="connsiteX3" fmla="*/ 140368 w 397042"/>
                <a:gd name="connsiteY3" fmla="*/ 0 h 898358"/>
                <a:gd name="connsiteX4" fmla="*/ 0 w 397042"/>
                <a:gd name="connsiteY4" fmla="*/ 8021 h 898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7042" h="898358">
                  <a:moveTo>
                    <a:pt x="0" y="8021"/>
                  </a:moveTo>
                  <a:lnTo>
                    <a:pt x="248652" y="898358"/>
                  </a:lnTo>
                  <a:lnTo>
                    <a:pt x="397042" y="894347"/>
                  </a:lnTo>
                  <a:lnTo>
                    <a:pt x="140368" y="0"/>
                  </a:lnTo>
                  <a:lnTo>
                    <a:pt x="0" y="8021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任意多边形 71"/>
            <p:cNvSpPr/>
            <p:nvPr/>
          </p:nvSpPr>
          <p:spPr>
            <a:xfrm>
              <a:off x="2017295" y="5073316"/>
              <a:ext cx="136358" cy="794084"/>
            </a:xfrm>
            <a:custGeom>
              <a:avLst/>
              <a:gdLst>
                <a:gd name="connsiteX0" fmla="*/ 0 w 136358"/>
                <a:gd name="connsiteY0" fmla="*/ 0 h 794084"/>
                <a:gd name="connsiteX1" fmla="*/ 24063 w 136358"/>
                <a:gd name="connsiteY1" fmla="*/ 794084 h 794084"/>
                <a:gd name="connsiteX2" fmla="*/ 136358 w 136358"/>
                <a:gd name="connsiteY2" fmla="*/ 790073 h 794084"/>
                <a:gd name="connsiteX3" fmla="*/ 116305 w 136358"/>
                <a:gd name="connsiteY3" fmla="*/ 132347 h 794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358" h="794084">
                  <a:moveTo>
                    <a:pt x="0" y="0"/>
                  </a:moveTo>
                  <a:lnTo>
                    <a:pt x="24063" y="794084"/>
                  </a:lnTo>
                  <a:lnTo>
                    <a:pt x="136358" y="790073"/>
                  </a:lnTo>
                  <a:lnTo>
                    <a:pt x="116305" y="132347"/>
                  </a:ln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任意多边形 72"/>
            <p:cNvSpPr/>
            <p:nvPr/>
          </p:nvSpPr>
          <p:spPr>
            <a:xfrm>
              <a:off x="1098884" y="5622758"/>
              <a:ext cx="1167063" cy="116305"/>
            </a:xfrm>
            <a:custGeom>
              <a:avLst/>
              <a:gdLst>
                <a:gd name="connsiteX0" fmla="*/ 1167063 w 1167063"/>
                <a:gd name="connsiteY0" fmla="*/ 116305 h 116305"/>
                <a:gd name="connsiteX1" fmla="*/ 1042737 w 1167063"/>
                <a:gd name="connsiteY1" fmla="*/ 0 h 116305"/>
                <a:gd name="connsiteX2" fmla="*/ 1018674 w 1167063"/>
                <a:gd name="connsiteY2" fmla="*/ 12031 h 116305"/>
                <a:gd name="connsiteX3" fmla="*/ 0 w 1167063"/>
                <a:gd name="connsiteY3" fmla="*/ 64168 h 116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063" h="116305">
                  <a:moveTo>
                    <a:pt x="1167063" y="116305"/>
                  </a:moveTo>
                  <a:lnTo>
                    <a:pt x="1042737" y="0"/>
                  </a:lnTo>
                  <a:lnTo>
                    <a:pt x="1018674" y="12031"/>
                  </a:lnTo>
                  <a:lnTo>
                    <a:pt x="0" y="64168"/>
                  </a:ln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任意多边形 73"/>
            <p:cNvSpPr/>
            <p:nvPr/>
          </p:nvSpPr>
          <p:spPr>
            <a:xfrm>
              <a:off x="1399674" y="5747084"/>
              <a:ext cx="870284" cy="52137"/>
            </a:xfrm>
            <a:custGeom>
              <a:avLst/>
              <a:gdLst>
                <a:gd name="connsiteX0" fmla="*/ 0 w 870284"/>
                <a:gd name="connsiteY0" fmla="*/ 52137 h 52137"/>
                <a:gd name="connsiteX1" fmla="*/ 870284 w 870284"/>
                <a:gd name="connsiteY1" fmla="*/ 0 h 52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70284" h="52137">
                  <a:moveTo>
                    <a:pt x="0" y="52137"/>
                  </a:moveTo>
                  <a:lnTo>
                    <a:pt x="870284" y="0"/>
                  </a:ln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椭圆 74"/>
            <p:cNvSpPr/>
            <p:nvPr/>
          </p:nvSpPr>
          <p:spPr>
            <a:xfrm>
              <a:off x="1309437" y="5089358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椭圆 75"/>
            <p:cNvSpPr/>
            <p:nvPr/>
          </p:nvSpPr>
          <p:spPr>
            <a:xfrm>
              <a:off x="2136810" y="5031607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椭圆 76"/>
            <p:cNvSpPr/>
            <p:nvPr/>
          </p:nvSpPr>
          <p:spPr>
            <a:xfrm>
              <a:off x="1150218" y="5379320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椭圆 77"/>
            <p:cNvSpPr/>
            <p:nvPr/>
          </p:nvSpPr>
          <p:spPr>
            <a:xfrm>
              <a:off x="1150219" y="5293095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椭圆 78"/>
            <p:cNvSpPr/>
            <p:nvPr/>
          </p:nvSpPr>
          <p:spPr>
            <a:xfrm>
              <a:off x="1145496" y="5192029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任意多边形 79"/>
            <p:cNvSpPr/>
            <p:nvPr/>
          </p:nvSpPr>
          <p:spPr>
            <a:xfrm>
              <a:off x="1377616" y="5713796"/>
              <a:ext cx="870284" cy="52137"/>
            </a:xfrm>
            <a:custGeom>
              <a:avLst/>
              <a:gdLst>
                <a:gd name="connsiteX0" fmla="*/ 0 w 870284"/>
                <a:gd name="connsiteY0" fmla="*/ 52137 h 52137"/>
                <a:gd name="connsiteX1" fmla="*/ 870284 w 870284"/>
                <a:gd name="connsiteY1" fmla="*/ 0 h 52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70284" h="52137">
                  <a:moveTo>
                    <a:pt x="0" y="52137"/>
                  </a:moveTo>
                  <a:lnTo>
                    <a:pt x="870284" y="0"/>
                  </a:ln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任意多边形 80"/>
            <p:cNvSpPr/>
            <p:nvPr/>
          </p:nvSpPr>
          <p:spPr>
            <a:xfrm>
              <a:off x="1352349" y="5694546"/>
              <a:ext cx="870284" cy="52137"/>
            </a:xfrm>
            <a:custGeom>
              <a:avLst/>
              <a:gdLst>
                <a:gd name="connsiteX0" fmla="*/ 0 w 870284"/>
                <a:gd name="connsiteY0" fmla="*/ 52137 h 52137"/>
                <a:gd name="connsiteX1" fmla="*/ 870284 w 870284"/>
                <a:gd name="connsiteY1" fmla="*/ 0 h 52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70284" h="52137">
                  <a:moveTo>
                    <a:pt x="0" y="52137"/>
                  </a:moveTo>
                  <a:lnTo>
                    <a:pt x="870284" y="0"/>
                  </a:ln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任意多边形 81"/>
            <p:cNvSpPr/>
            <p:nvPr/>
          </p:nvSpPr>
          <p:spPr>
            <a:xfrm>
              <a:off x="1332296" y="5670082"/>
              <a:ext cx="870284" cy="52137"/>
            </a:xfrm>
            <a:custGeom>
              <a:avLst/>
              <a:gdLst>
                <a:gd name="connsiteX0" fmla="*/ 0 w 870284"/>
                <a:gd name="connsiteY0" fmla="*/ 52137 h 52137"/>
                <a:gd name="connsiteX1" fmla="*/ 870284 w 870284"/>
                <a:gd name="connsiteY1" fmla="*/ 0 h 52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70284" h="52137">
                  <a:moveTo>
                    <a:pt x="0" y="52137"/>
                  </a:moveTo>
                  <a:lnTo>
                    <a:pt x="870284" y="0"/>
                  </a:ln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任意多边形 82"/>
            <p:cNvSpPr/>
            <p:nvPr/>
          </p:nvSpPr>
          <p:spPr>
            <a:xfrm>
              <a:off x="1308100" y="5649628"/>
              <a:ext cx="870284" cy="52137"/>
            </a:xfrm>
            <a:custGeom>
              <a:avLst/>
              <a:gdLst>
                <a:gd name="connsiteX0" fmla="*/ 0 w 870284"/>
                <a:gd name="connsiteY0" fmla="*/ 52137 h 52137"/>
                <a:gd name="connsiteX1" fmla="*/ 870284 w 870284"/>
                <a:gd name="connsiteY1" fmla="*/ 0 h 52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70284" h="52137">
                  <a:moveTo>
                    <a:pt x="0" y="52137"/>
                  </a:moveTo>
                  <a:lnTo>
                    <a:pt x="870284" y="0"/>
                  </a:ln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任意多边形 83"/>
            <p:cNvSpPr/>
            <p:nvPr/>
          </p:nvSpPr>
          <p:spPr>
            <a:xfrm>
              <a:off x="1388759" y="5730240"/>
              <a:ext cx="870284" cy="52137"/>
            </a:xfrm>
            <a:custGeom>
              <a:avLst/>
              <a:gdLst>
                <a:gd name="connsiteX0" fmla="*/ 0 w 870284"/>
                <a:gd name="connsiteY0" fmla="*/ 52137 h 52137"/>
                <a:gd name="connsiteX1" fmla="*/ 870284 w 870284"/>
                <a:gd name="connsiteY1" fmla="*/ 0 h 52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70284" h="52137">
                  <a:moveTo>
                    <a:pt x="0" y="52137"/>
                  </a:moveTo>
                  <a:lnTo>
                    <a:pt x="870284" y="0"/>
                  </a:ln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任意多边形 84"/>
            <p:cNvSpPr/>
            <p:nvPr/>
          </p:nvSpPr>
          <p:spPr>
            <a:xfrm>
              <a:off x="1255295" y="5065295"/>
              <a:ext cx="140368" cy="858252"/>
            </a:xfrm>
            <a:custGeom>
              <a:avLst/>
              <a:gdLst>
                <a:gd name="connsiteX0" fmla="*/ 0 w 140368"/>
                <a:gd name="connsiteY0" fmla="*/ 12031 h 858252"/>
                <a:gd name="connsiteX1" fmla="*/ 0 w 140368"/>
                <a:gd name="connsiteY1" fmla="*/ 858252 h 858252"/>
                <a:gd name="connsiteX2" fmla="*/ 140368 w 140368"/>
                <a:gd name="connsiteY2" fmla="*/ 838200 h 858252"/>
                <a:gd name="connsiteX3" fmla="*/ 140368 w 140368"/>
                <a:gd name="connsiteY3" fmla="*/ 0 h 858252"/>
                <a:gd name="connsiteX4" fmla="*/ 0 w 140368"/>
                <a:gd name="connsiteY4" fmla="*/ 12031 h 85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368" h="858252">
                  <a:moveTo>
                    <a:pt x="0" y="12031"/>
                  </a:moveTo>
                  <a:lnTo>
                    <a:pt x="0" y="858252"/>
                  </a:lnTo>
                  <a:lnTo>
                    <a:pt x="140368" y="838200"/>
                  </a:lnTo>
                  <a:lnTo>
                    <a:pt x="140368" y="0"/>
                  </a:lnTo>
                  <a:lnTo>
                    <a:pt x="0" y="12031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任意多边形 85"/>
            <p:cNvSpPr/>
            <p:nvPr/>
          </p:nvSpPr>
          <p:spPr>
            <a:xfrm>
              <a:off x="1018674" y="4800600"/>
              <a:ext cx="1291389" cy="288758"/>
            </a:xfrm>
            <a:custGeom>
              <a:avLst/>
              <a:gdLst>
                <a:gd name="connsiteX0" fmla="*/ 0 w 1291389"/>
                <a:gd name="connsiteY0" fmla="*/ 84221 h 288758"/>
                <a:gd name="connsiteX1" fmla="*/ 1147010 w 1291389"/>
                <a:gd name="connsiteY1" fmla="*/ 0 h 288758"/>
                <a:gd name="connsiteX2" fmla="*/ 1283368 w 1291389"/>
                <a:gd name="connsiteY2" fmla="*/ 40105 h 288758"/>
                <a:gd name="connsiteX3" fmla="*/ 1291389 w 1291389"/>
                <a:gd name="connsiteY3" fmla="*/ 180474 h 288758"/>
                <a:gd name="connsiteX4" fmla="*/ 68179 w 1291389"/>
                <a:gd name="connsiteY4" fmla="*/ 288758 h 288758"/>
                <a:gd name="connsiteX5" fmla="*/ 68179 w 1291389"/>
                <a:gd name="connsiteY5" fmla="*/ 120316 h 288758"/>
                <a:gd name="connsiteX6" fmla="*/ 0 w 1291389"/>
                <a:gd name="connsiteY6" fmla="*/ 84221 h 288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91389" h="288758">
                  <a:moveTo>
                    <a:pt x="0" y="84221"/>
                  </a:moveTo>
                  <a:lnTo>
                    <a:pt x="1147010" y="0"/>
                  </a:lnTo>
                  <a:lnTo>
                    <a:pt x="1283368" y="40105"/>
                  </a:lnTo>
                  <a:lnTo>
                    <a:pt x="1291389" y="180474"/>
                  </a:lnTo>
                  <a:lnTo>
                    <a:pt x="68179" y="288758"/>
                  </a:lnTo>
                  <a:lnTo>
                    <a:pt x="68179" y="120316"/>
                  </a:lnTo>
                  <a:lnTo>
                    <a:pt x="0" y="84221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任意多边形 86"/>
            <p:cNvSpPr/>
            <p:nvPr/>
          </p:nvSpPr>
          <p:spPr>
            <a:xfrm>
              <a:off x="1086853" y="4840705"/>
              <a:ext cx="1227221" cy="80211"/>
            </a:xfrm>
            <a:custGeom>
              <a:avLst/>
              <a:gdLst>
                <a:gd name="connsiteX0" fmla="*/ 0 w 1227221"/>
                <a:gd name="connsiteY0" fmla="*/ 80211 h 80211"/>
                <a:gd name="connsiteX1" fmla="*/ 1227221 w 1227221"/>
                <a:gd name="connsiteY1" fmla="*/ 0 h 80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7221" h="80211">
                  <a:moveTo>
                    <a:pt x="0" y="80211"/>
                  </a:moveTo>
                  <a:lnTo>
                    <a:pt x="1227221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椭圆 87"/>
            <p:cNvSpPr/>
            <p:nvPr/>
          </p:nvSpPr>
          <p:spPr>
            <a:xfrm>
              <a:off x="1308100" y="5116228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任意多边形 88"/>
            <p:cNvSpPr/>
            <p:nvPr/>
          </p:nvSpPr>
          <p:spPr>
            <a:xfrm>
              <a:off x="1213184" y="5077326"/>
              <a:ext cx="52137" cy="846221"/>
            </a:xfrm>
            <a:custGeom>
              <a:avLst/>
              <a:gdLst>
                <a:gd name="connsiteX0" fmla="*/ 52137 w 52137"/>
                <a:gd name="connsiteY0" fmla="*/ 846221 h 846221"/>
                <a:gd name="connsiteX1" fmla="*/ 0 w 52137"/>
                <a:gd name="connsiteY1" fmla="*/ 826169 h 846221"/>
                <a:gd name="connsiteX2" fmla="*/ 16042 w 52137"/>
                <a:gd name="connsiteY2" fmla="*/ 0 h 846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137" h="846221">
                  <a:moveTo>
                    <a:pt x="52137" y="846221"/>
                  </a:moveTo>
                  <a:lnTo>
                    <a:pt x="0" y="826169"/>
                  </a:lnTo>
                  <a:lnTo>
                    <a:pt x="16042" y="0"/>
                  </a:ln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9" name="Freeform 9"/>
          <p:cNvSpPr>
            <a:spLocks noEditPoints="1"/>
          </p:cNvSpPr>
          <p:nvPr/>
        </p:nvSpPr>
        <p:spPr bwMode="auto">
          <a:xfrm flipH="1">
            <a:off x="921498" y="691567"/>
            <a:ext cx="597231" cy="636385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0" name="圆角矩形 39"/>
          <p:cNvSpPr/>
          <p:nvPr/>
        </p:nvSpPr>
        <p:spPr>
          <a:xfrm>
            <a:off x="1692502" y="1841240"/>
            <a:ext cx="8778648" cy="2625830"/>
          </a:xfrm>
          <a:prstGeom prst="roundRect">
            <a:avLst/>
          </a:prstGeom>
          <a:noFill/>
          <a:ln w="254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3795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/>
          <p:nvPr/>
        </p:nvSpPr>
        <p:spPr>
          <a:xfrm>
            <a:off x="415177" y="2824373"/>
            <a:ext cx="20914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b="1" dirty="0" smtClean="0">
                <a:ea typeface="微软雅黑" panose="020B0503020204020204" pitchFamily="34" charset="-122"/>
              </a:rPr>
              <a:t>断舍离中扫除的概念图</a:t>
            </a:r>
            <a:endParaRPr lang="zh-CN" altLang="en-US" b="1" dirty="0">
              <a:ea typeface="微软雅黑" panose="020B0503020204020204" pitchFamily="34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3106057" y="871531"/>
            <a:ext cx="5979886" cy="5674412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bg2">
                <a:lumMod val="1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428340" y="609386"/>
            <a:ext cx="1393372" cy="3628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733136" y="625278"/>
            <a:ext cx="7547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ea typeface="微软雅黑" panose="020B0503020204020204" pitchFamily="34" charset="-122"/>
              </a:rPr>
              <a:t>扫除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3998685" y="1204966"/>
            <a:ext cx="4194629" cy="1939468"/>
          </a:xfrm>
          <a:prstGeom prst="roundRect">
            <a:avLst/>
          </a:prstGeom>
          <a:noFill/>
          <a:ln w="508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99310" y="1122095"/>
            <a:ext cx="1393372" cy="3628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718625" y="1059434"/>
            <a:ext cx="8998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C60F13"/>
                </a:solidFill>
                <a:ea typeface="微软雅黑" panose="020B0503020204020204" pitchFamily="34" charset="-122"/>
              </a:rPr>
              <a:t>收拾</a:t>
            </a:r>
            <a:endParaRPr lang="zh-CN" altLang="en-US" sz="2400" b="1" dirty="0">
              <a:solidFill>
                <a:srgbClr val="C60F13"/>
              </a:solidFill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217878" y="1793684"/>
            <a:ext cx="17852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 smtClean="0">
                <a:ea typeface="微软雅黑" panose="020B0503020204020204" pitchFamily="34" charset="-122"/>
              </a:rPr>
              <a:t>筛选物品</a:t>
            </a:r>
            <a:endParaRPr lang="en-US" altLang="zh-CN" sz="2000" b="1" dirty="0" smtClean="0"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b="1" dirty="0" smtClean="0">
                <a:ea typeface="微软雅黑" panose="020B0503020204020204" pitchFamily="34" charset="-122"/>
              </a:rPr>
              <a:t>断</a:t>
            </a:r>
            <a:endParaRPr lang="en-US" altLang="zh-CN" sz="2000" b="1" dirty="0" smtClean="0"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b="1" dirty="0">
                <a:ea typeface="微软雅黑" panose="020B0503020204020204" pitchFamily="34" charset="-122"/>
              </a:rPr>
              <a:t>舍</a:t>
            </a:r>
          </a:p>
        </p:txBody>
      </p:sp>
      <p:sp>
        <p:nvSpPr>
          <p:cNvPr id="10" name="圆角矩形 9"/>
          <p:cNvSpPr/>
          <p:nvPr/>
        </p:nvSpPr>
        <p:spPr>
          <a:xfrm>
            <a:off x="3990691" y="3838523"/>
            <a:ext cx="4194629" cy="2583542"/>
          </a:xfrm>
          <a:prstGeom prst="round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476922" y="4230408"/>
            <a:ext cx="1611086" cy="1349828"/>
          </a:xfrm>
          <a:prstGeom prst="roundRect">
            <a:avLst/>
          </a:prstGeom>
          <a:solidFill>
            <a:schemeClr val="bg1"/>
          </a:solidFill>
          <a:ln w="508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4948636" y="4056236"/>
            <a:ext cx="667657" cy="34834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948636" y="4056236"/>
            <a:ext cx="943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ea typeface="微软雅黑" panose="020B0503020204020204" pitchFamily="34" charset="-122"/>
              </a:rPr>
              <a:t>整理</a:t>
            </a:r>
            <a:endParaRPr lang="zh-CN" altLang="en-US" b="1" dirty="0"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451048" y="4468403"/>
            <a:ext cx="17562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 smtClean="0">
                <a:ea typeface="微软雅黑" panose="020B0503020204020204" pitchFamily="34" charset="-122"/>
              </a:rPr>
              <a:t>移动物品</a:t>
            </a:r>
            <a:endParaRPr lang="en-US" altLang="zh-CN" b="1" dirty="0" smtClean="0"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 smtClean="0">
                <a:ea typeface="微软雅黑" panose="020B0503020204020204" pitchFamily="34" charset="-122"/>
              </a:rPr>
              <a:t>整理、收纳、分类的阶段</a:t>
            </a:r>
            <a:endParaRPr lang="zh-CN" altLang="en-US" b="1" dirty="0">
              <a:ea typeface="微软雅黑" panose="020B0503020204020204" pitchFamily="3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6258549" y="4248553"/>
            <a:ext cx="1611086" cy="1349828"/>
          </a:xfrm>
          <a:prstGeom prst="roundRect">
            <a:avLst/>
          </a:prstGeom>
          <a:solidFill>
            <a:schemeClr val="bg1"/>
          </a:solidFill>
          <a:ln w="508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6730263" y="4074381"/>
            <a:ext cx="667657" cy="34834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730263" y="4074381"/>
            <a:ext cx="943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ea typeface="微软雅黑" panose="020B0503020204020204" pitchFamily="34" charset="-122"/>
              </a:rPr>
              <a:t>打扫</a:t>
            </a:r>
            <a:endParaRPr lang="zh-CN" altLang="en-US" b="1" dirty="0"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730263" y="4468403"/>
            <a:ext cx="7220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 smtClean="0">
                <a:ea typeface="微软雅黑" panose="020B0503020204020204" pitchFamily="34" charset="-122"/>
              </a:rPr>
              <a:t>扫</a:t>
            </a:r>
            <a:endParaRPr lang="en-US" altLang="zh-CN" b="1" dirty="0" smtClean="0"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 smtClean="0">
                <a:ea typeface="微软雅黑" panose="020B0503020204020204" pitchFamily="34" charset="-122"/>
              </a:rPr>
              <a:t>擦</a:t>
            </a:r>
            <a:endParaRPr lang="en-US" altLang="zh-CN" b="1" dirty="0" smtClean="0"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ea typeface="微软雅黑" panose="020B0503020204020204" pitchFamily="34" charset="-122"/>
              </a:rPr>
              <a:t>刷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4660167" y="5620936"/>
            <a:ext cx="3145970" cy="380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ea typeface="微软雅黑" panose="020B0503020204020204" pitchFamily="34" charset="-122"/>
              </a:rPr>
              <a:t>收纳术在这一阶段才能进行</a:t>
            </a:r>
            <a:endParaRPr lang="zh-CN" altLang="en-US" b="1" dirty="0"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998685" y="5960841"/>
            <a:ext cx="4194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>
                <a:ea typeface="微软雅黑" panose="020B0503020204020204" pitchFamily="34" charset="-122"/>
              </a:rPr>
              <a:t>(</a:t>
            </a:r>
            <a:r>
              <a:rPr lang="zh-CN" altLang="en-US" sz="1400" dirty="0" smtClean="0">
                <a:ea typeface="微软雅黑" panose="020B0503020204020204" pitchFamily="34" charset="-122"/>
              </a:rPr>
              <a:t>不过，只要彻底实行物品筛选，就不需要收纳术了</a:t>
            </a:r>
            <a:r>
              <a:rPr lang="en-US" altLang="zh-CN" sz="1400" dirty="0" smtClean="0">
                <a:ea typeface="微软雅黑" panose="020B0503020204020204" pitchFamily="34" charset="-122"/>
              </a:rPr>
              <a:t>)</a:t>
            </a:r>
            <a:endParaRPr lang="zh-CN" altLang="en-US" sz="1400" dirty="0">
              <a:ea typeface="微软雅黑" panose="020B0503020204020204" pitchFamily="34" charset="-122"/>
            </a:endParaRPr>
          </a:p>
        </p:txBody>
      </p:sp>
      <p:sp>
        <p:nvSpPr>
          <p:cNvPr id="23" name="椭圆形标注 22"/>
          <p:cNvSpPr/>
          <p:nvPr/>
        </p:nvSpPr>
        <p:spPr>
          <a:xfrm>
            <a:off x="6883395" y="2653161"/>
            <a:ext cx="1912259" cy="1164770"/>
          </a:xfrm>
          <a:prstGeom prst="wedgeEllipseCallout">
            <a:avLst>
              <a:gd name="adj1" fmla="val -41992"/>
              <a:gd name="adj2" fmla="val 53777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012437" y="2837827"/>
            <a:ext cx="17832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ea typeface="微软雅黑" panose="020B0503020204020204" pitchFamily="34" charset="-122"/>
              </a:rPr>
              <a:t>只有彻底收拾了，才能进入整理和打扫</a:t>
            </a:r>
            <a:endParaRPr lang="zh-CN" altLang="en-US" sz="1600" b="1" dirty="0">
              <a:ea typeface="微软雅黑" panose="020B0503020204020204" pitchFamily="34" charset="-122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5953193" y="3260156"/>
            <a:ext cx="397221" cy="487313"/>
            <a:chOff x="5913854" y="3127979"/>
            <a:chExt cx="534411" cy="655619"/>
          </a:xfrm>
        </p:grpSpPr>
        <p:grpSp>
          <p:nvGrpSpPr>
            <p:cNvPr id="29" name="组合 28"/>
            <p:cNvGrpSpPr/>
            <p:nvPr/>
          </p:nvGrpSpPr>
          <p:grpSpPr>
            <a:xfrm>
              <a:off x="6019055" y="3127979"/>
              <a:ext cx="171000" cy="570425"/>
              <a:chOff x="11238900" y="2486392"/>
              <a:chExt cx="173944" cy="610812"/>
            </a:xfrm>
          </p:grpSpPr>
          <p:sp>
            <p:nvSpPr>
              <p:cNvPr id="26" name="圆角矩形 25"/>
              <p:cNvSpPr/>
              <p:nvPr/>
            </p:nvSpPr>
            <p:spPr>
              <a:xfrm>
                <a:off x="11238900" y="2565119"/>
                <a:ext cx="173944" cy="453358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27" name="椭圆 26"/>
              <p:cNvSpPr/>
              <p:nvPr/>
            </p:nvSpPr>
            <p:spPr>
              <a:xfrm>
                <a:off x="11239169" y="2919296"/>
                <a:ext cx="172800" cy="17790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椭圆 27"/>
              <p:cNvSpPr/>
              <p:nvPr/>
            </p:nvSpPr>
            <p:spPr>
              <a:xfrm>
                <a:off x="11238900" y="2486392"/>
                <a:ext cx="172800" cy="17790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700000">
              <a:off x="6148919" y="3317609"/>
              <a:ext cx="132702" cy="465990"/>
              <a:chOff x="11238900" y="2486392"/>
              <a:chExt cx="173944" cy="610812"/>
            </a:xfrm>
          </p:grpSpPr>
          <p:sp>
            <p:nvSpPr>
              <p:cNvPr id="31" name="圆角矩形 30"/>
              <p:cNvSpPr/>
              <p:nvPr/>
            </p:nvSpPr>
            <p:spPr>
              <a:xfrm>
                <a:off x="11238900" y="2565119"/>
                <a:ext cx="173944" cy="453358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11239169" y="2919296"/>
                <a:ext cx="172800" cy="17790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11238900" y="2486392"/>
                <a:ext cx="172800" cy="17790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 rot="18900000">
              <a:off x="5913854" y="3317608"/>
              <a:ext cx="132702" cy="465990"/>
              <a:chOff x="11238900" y="2486392"/>
              <a:chExt cx="173944" cy="610812"/>
            </a:xfrm>
          </p:grpSpPr>
          <p:sp>
            <p:nvSpPr>
              <p:cNvPr id="35" name="圆角矩形 34"/>
              <p:cNvSpPr/>
              <p:nvPr/>
            </p:nvSpPr>
            <p:spPr>
              <a:xfrm>
                <a:off x="11238900" y="2565119"/>
                <a:ext cx="173944" cy="453358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椭圆 35"/>
              <p:cNvSpPr/>
              <p:nvPr/>
            </p:nvSpPr>
            <p:spPr>
              <a:xfrm>
                <a:off x="11239169" y="2919296"/>
                <a:ext cx="172800" cy="17790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37" name="椭圆 36"/>
              <p:cNvSpPr/>
              <p:nvPr/>
            </p:nvSpPr>
            <p:spPr>
              <a:xfrm>
                <a:off x="11238900" y="2486392"/>
                <a:ext cx="172800" cy="17790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39" name="文本框 38"/>
          <p:cNvSpPr txBox="1"/>
          <p:nvPr/>
        </p:nvSpPr>
        <p:spPr>
          <a:xfrm>
            <a:off x="90481" y="1836767"/>
            <a:ext cx="2231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1</a:t>
            </a:r>
            <a:r>
              <a:rPr lang="zh-CN" altLang="en-US" sz="24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、思考法则</a:t>
            </a:r>
            <a:endParaRPr lang="zh-CN" altLang="en-US" sz="2400" dirty="0">
              <a:solidFill>
                <a:schemeClr val="bg1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2500993" y="740"/>
            <a:ext cx="6892471" cy="597291"/>
            <a:chOff x="1308100" y="740"/>
            <a:chExt cx="6892471" cy="597291"/>
          </a:xfrm>
        </p:grpSpPr>
        <p:sp>
          <p:nvSpPr>
            <p:cNvPr id="41" name="矩形 40"/>
            <p:cNvSpPr/>
            <p:nvPr/>
          </p:nvSpPr>
          <p:spPr>
            <a:xfrm>
              <a:off x="1308100" y="740"/>
              <a:ext cx="6892471" cy="597291"/>
            </a:xfrm>
            <a:prstGeom prst="rect">
              <a:avLst/>
            </a:prstGeom>
            <a:solidFill>
              <a:srgbClr val="C60F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C60F13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2613929" y="68552"/>
              <a:ext cx="42808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思考法则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——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理清扫除的概念</a:t>
              </a:r>
              <a:endParaRPr lang="zh-CN" altLang="en-US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12682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27250" y="743177"/>
            <a:ext cx="7937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所谓“知行合一”，就是认知和行为相一致</a:t>
            </a:r>
            <a:endParaRPr lang="zh-CN" altLang="en-US" sz="3200" dirty="0"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3071813" y="4868862"/>
            <a:ext cx="6019346" cy="1189037"/>
          </a:xfrm>
          <a:prstGeom prst="round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643927" y="5173851"/>
            <a:ext cx="48042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C60F13"/>
                </a:solidFill>
                <a:latin typeface="方正北魏楷书简体" panose="03000509000000000000" pitchFamily="65" charset="-122"/>
                <a:ea typeface="方正北魏楷书简体" panose="03000509000000000000" pitchFamily="65" charset="-122"/>
              </a:rPr>
              <a:t>扔掉多余的信息</a:t>
            </a:r>
            <a:r>
              <a:rPr lang="zh-CN" altLang="en-US" sz="2000" dirty="0" smtClean="0">
                <a:latin typeface="方正北魏楷书简体" panose="03000509000000000000" pitchFamily="65" charset="-122"/>
                <a:ea typeface="方正北魏楷书简体" panose="03000509000000000000" pitchFamily="65" charset="-122"/>
              </a:rPr>
              <a:t>，就能尽早从头脑的“便秘”中解脱出来。</a:t>
            </a:r>
            <a:endParaRPr lang="zh-CN" altLang="en-US" sz="2000" dirty="0">
              <a:latin typeface="方正北魏楷书简体" panose="03000509000000000000" pitchFamily="65" charset="-122"/>
              <a:ea typeface="方正北魏楷书简体" panose="03000509000000000000" pitchFamily="65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183821" y="2306763"/>
            <a:ext cx="9795329" cy="1754326"/>
            <a:chOff x="1204686" y="2177996"/>
            <a:chExt cx="9795329" cy="1754326"/>
          </a:xfrm>
        </p:grpSpPr>
        <p:sp>
          <p:nvSpPr>
            <p:cNvPr id="2" name="文本框 1"/>
            <p:cNvSpPr txBox="1"/>
            <p:nvPr/>
          </p:nvSpPr>
          <p:spPr>
            <a:xfrm>
              <a:off x="1204686" y="2177996"/>
              <a:ext cx="4775200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20000"/>
                </a:lnSpc>
                <a:buBlip>
                  <a:blip r:embed="rId2"/>
                </a:buBlip>
              </a:pPr>
              <a:r>
                <a:rPr lang="zh-CN" altLang="en-US" dirty="0" smtClean="0">
                  <a:ea typeface="微软雅黑" panose="020B0503020204020204" pitchFamily="34" charset="-122"/>
                </a:rPr>
                <a:t>学习英语没有进行实地训练的</a:t>
              </a:r>
              <a:r>
                <a:rPr lang="zh-CN" altLang="en-US" b="1" dirty="0" smtClean="0">
                  <a:solidFill>
                    <a:srgbClr val="C60F13"/>
                  </a:solidFill>
                  <a:ea typeface="微软雅黑" panose="020B0503020204020204" pitchFamily="34" charset="-122"/>
                </a:rPr>
                <a:t>时间</a:t>
              </a:r>
              <a:r>
                <a:rPr lang="zh-CN" altLang="en-US" dirty="0" smtClean="0">
                  <a:ea typeface="微软雅黑" panose="020B0503020204020204" pitchFamily="34" charset="-122"/>
                </a:rPr>
                <a:t>和</a:t>
              </a:r>
              <a:r>
                <a:rPr lang="zh-CN" altLang="en-US" b="1" dirty="0" smtClean="0">
                  <a:solidFill>
                    <a:srgbClr val="C60F13"/>
                  </a:solidFill>
                  <a:ea typeface="微软雅黑" panose="020B0503020204020204" pitchFamily="34" charset="-122"/>
                </a:rPr>
                <a:t>机会</a:t>
              </a:r>
              <a:r>
                <a:rPr lang="zh-CN" altLang="en-US" dirty="0" smtClean="0">
                  <a:ea typeface="微软雅黑" panose="020B0503020204020204" pitchFamily="34" charset="-122"/>
                </a:rPr>
                <a:t>，就没办法真正运用这门语言</a:t>
              </a:r>
              <a:endParaRPr lang="en-US" altLang="zh-CN" dirty="0" smtClean="0"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20000"/>
                </a:lnSpc>
                <a:buBlip>
                  <a:blip r:embed="rId2"/>
                </a:buBlip>
              </a:pPr>
              <a:r>
                <a:rPr lang="zh-CN" altLang="en-US" dirty="0">
                  <a:ea typeface="微软雅黑" panose="020B0503020204020204" pitchFamily="34" charset="-122"/>
                </a:rPr>
                <a:t>自我提升</a:t>
              </a:r>
              <a:r>
                <a:rPr lang="zh-CN" altLang="en-US" dirty="0" smtClean="0">
                  <a:ea typeface="微软雅黑" panose="020B0503020204020204" pitchFamily="34" charset="-122"/>
                </a:rPr>
                <a:t>的励志书籍中说的颇有道理，却极少能具体说明应该</a:t>
              </a:r>
              <a:r>
                <a:rPr lang="zh-CN" altLang="en-US" b="1" dirty="0" smtClean="0">
                  <a:solidFill>
                    <a:srgbClr val="C60F13"/>
                  </a:solidFill>
                  <a:ea typeface="微软雅黑" panose="020B0503020204020204" pitchFamily="34" charset="-122"/>
                </a:rPr>
                <a:t>如何去练习自我提升</a:t>
              </a:r>
              <a:endParaRPr lang="en-US" altLang="zh-CN" b="1" dirty="0" smtClean="0">
                <a:solidFill>
                  <a:srgbClr val="C60F13"/>
                </a:solidFill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20000"/>
                </a:lnSpc>
                <a:buBlip>
                  <a:blip r:embed="rId2"/>
                </a:buBlip>
              </a:pPr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6995886" y="2206171"/>
              <a:ext cx="4004129" cy="14219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20000"/>
                </a:lnSpc>
                <a:buBlip>
                  <a:blip r:embed="rId3"/>
                </a:buBlip>
              </a:pPr>
              <a:r>
                <a:rPr lang="zh-CN" altLang="en-US" dirty="0" smtClean="0">
                  <a:ea typeface="微软雅黑" panose="020B0503020204020204" pitchFamily="34" charset="-122"/>
                </a:rPr>
                <a:t>断舍离之所以有效，就在于你现在</a:t>
              </a:r>
              <a:r>
                <a:rPr lang="zh-CN" altLang="en-US" b="1" dirty="0" smtClean="0">
                  <a:solidFill>
                    <a:srgbClr val="C60F13"/>
                  </a:solidFill>
                  <a:ea typeface="微软雅黑" panose="020B0503020204020204" pitchFamily="34" charset="-122"/>
                </a:rPr>
                <a:t>马上</a:t>
              </a:r>
              <a:r>
                <a:rPr lang="zh-CN" altLang="en-US" dirty="0" smtClean="0">
                  <a:ea typeface="微软雅黑" panose="020B0503020204020204" pitchFamily="34" charset="-122"/>
                </a:rPr>
                <a:t>就可以从</a:t>
              </a:r>
              <a:r>
                <a:rPr lang="zh-CN" altLang="en-US" b="1" dirty="0" smtClean="0">
                  <a:solidFill>
                    <a:srgbClr val="C60F13"/>
                  </a:solidFill>
                  <a:ea typeface="微软雅黑" panose="020B0503020204020204" pitchFamily="34" charset="-122"/>
                </a:rPr>
                <a:t>自己的居住环境</a:t>
              </a:r>
              <a:r>
                <a:rPr lang="zh-CN" altLang="en-US" dirty="0" smtClean="0">
                  <a:ea typeface="微软雅黑" panose="020B0503020204020204" pitchFamily="34" charset="-122"/>
                </a:rPr>
                <a:t>开始行动，比如说可以从扔掉眼前的一个垃圾开始</a:t>
              </a:r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5979886" y="2191657"/>
              <a:ext cx="148045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5400" dirty="0" smtClean="0"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VS</a:t>
              </a:r>
              <a:endParaRPr lang="zh-CN" altLang="en-US" sz="5400" dirty="0"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2500993" y="740"/>
            <a:ext cx="6892471" cy="597291"/>
            <a:chOff x="1308100" y="740"/>
            <a:chExt cx="6892471" cy="597291"/>
          </a:xfrm>
        </p:grpSpPr>
        <p:sp>
          <p:nvSpPr>
            <p:cNvPr id="13" name="矩形 12"/>
            <p:cNvSpPr/>
            <p:nvPr/>
          </p:nvSpPr>
          <p:spPr>
            <a:xfrm>
              <a:off x="1308100" y="740"/>
              <a:ext cx="6892471" cy="597291"/>
            </a:xfrm>
            <a:prstGeom prst="rect">
              <a:avLst/>
            </a:prstGeom>
            <a:solidFill>
              <a:srgbClr val="C60F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3132812" y="68552"/>
              <a:ext cx="32430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思考法则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——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知行合一</a:t>
              </a:r>
              <a:endParaRPr lang="zh-CN" altLang="en-US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1692502" y="5024059"/>
            <a:ext cx="1201741" cy="892674"/>
            <a:chOff x="874295" y="4800600"/>
            <a:chExt cx="1592179" cy="1122947"/>
          </a:xfrm>
        </p:grpSpPr>
        <p:sp>
          <p:nvSpPr>
            <p:cNvPr id="39" name="任意多边形 38"/>
            <p:cNvSpPr/>
            <p:nvPr/>
          </p:nvSpPr>
          <p:spPr>
            <a:xfrm>
              <a:off x="1006642" y="4884821"/>
              <a:ext cx="1287379" cy="280737"/>
            </a:xfrm>
            <a:custGeom>
              <a:avLst/>
              <a:gdLst>
                <a:gd name="connsiteX0" fmla="*/ 0 w 1287379"/>
                <a:gd name="connsiteY0" fmla="*/ 0 h 280737"/>
                <a:gd name="connsiteX1" fmla="*/ 0 w 1287379"/>
                <a:gd name="connsiteY1" fmla="*/ 280737 h 280737"/>
                <a:gd name="connsiteX2" fmla="*/ 1287379 w 1287379"/>
                <a:gd name="connsiteY2" fmla="*/ 160421 h 280737"/>
                <a:gd name="connsiteX3" fmla="*/ 1287379 w 1287379"/>
                <a:gd name="connsiteY3" fmla="*/ 104274 h 280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7379" h="280737">
                  <a:moveTo>
                    <a:pt x="0" y="0"/>
                  </a:moveTo>
                  <a:lnTo>
                    <a:pt x="0" y="280737"/>
                  </a:lnTo>
                  <a:lnTo>
                    <a:pt x="1287379" y="160421"/>
                  </a:lnTo>
                  <a:lnTo>
                    <a:pt x="1287379" y="104274"/>
                  </a:ln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任意多边形 39"/>
            <p:cNvSpPr/>
            <p:nvPr/>
          </p:nvSpPr>
          <p:spPr>
            <a:xfrm>
              <a:off x="1082842" y="4840705"/>
              <a:ext cx="1223211" cy="88232"/>
            </a:xfrm>
            <a:custGeom>
              <a:avLst/>
              <a:gdLst>
                <a:gd name="connsiteX0" fmla="*/ 0 w 1223211"/>
                <a:gd name="connsiteY0" fmla="*/ 88232 h 88232"/>
                <a:gd name="connsiteX1" fmla="*/ 1223211 w 1223211"/>
                <a:gd name="connsiteY1" fmla="*/ 0 h 8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3211" h="88232">
                  <a:moveTo>
                    <a:pt x="0" y="88232"/>
                  </a:moveTo>
                  <a:lnTo>
                    <a:pt x="1223211" y="0"/>
                  </a:ln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任意多边形 67"/>
            <p:cNvSpPr/>
            <p:nvPr/>
          </p:nvSpPr>
          <p:spPr>
            <a:xfrm>
              <a:off x="1002632" y="4973053"/>
              <a:ext cx="56147" cy="192505"/>
            </a:xfrm>
            <a:custGeom>
              <a:avLst/>
              <a:gdLst>
                <a:gd name="connsiteX0" fmla="*/ 0 w 56147"/>
                <a:gd name="connsiteY0" fmla="*/ 0 h 192505"/>
                <a:gd name="connsiteX1" fmla="*/ 56147 w 56147"/>
                <a:gd name="connsiteY1" fmla="*/ 0 h 192505"/>
                <a:gd name="connsiteX2" fmla="*/ 56147 w 56147"/>
                <a:gd name="connsiteY2" fmla="*/ 192505 h 192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147" h="192505">
                  <a:moveTo>
                    <a:pt x="0" y="0"/>
                  </a:moveTo>
                  <a:lnTo>
                    <a:pt x="56147" y="0"/>
                  </a:lnTo>
                  <a:lnTo>
                    <a:pt x="56147" y="192505"/>
                  </a:ln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任意多边形 68"/>
            <p:cNvSpPr/>
            <p:nvPr/>
          </p:nvSpPr>
          <p:spPr>
            <a:xfrm>
              <a:off x="998621" y="5646821"/>
              <a:ext cx="224590" cy="168442"/>
            </a:xfrm>
            <a:custGeom>
              <a:avLst/>
              <a:gdLst>
                <a:gd name="connsiteX0" fmla="*/ 208547 w 224590"/>
                <a:gd name="connsiteY0" fmla="*/ 168442 h 168442"/>
                <a:gd name="connsiteX1" fmla="*/ 0 w 224590"/>
                <a:gd name="connsiteY1" fmla="*/ 80211 h 168442"/>
                <a:gd name="connsiteX2" fmla="*/ 8021 w 224590"/>
                <a:gd name="connsiteY2" fmla="*/ 0 h 168442"/>
                <a:gd name="connsiteX3" fmla="*/ 224590 w 224590"/>
                <a:gd name="connsiteY3" fmla="*/ 88232 h 168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4590" h="168442">
                  <a:moveTo>
                    <a:pt x="208547" y="168442"/>
                  </a:moveTo>
                  <a:lnTo>
                    <a:pt x="0" y="80211"/>
                  </a:lnTo>
                  <a:lnTo>
                    <a:pt x="8021" y="0"/>
                  </a:lnTo>
                  <a:lnTo>
                    <a:pt x="224590" y="88232"/>
                  </a:ln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任意多边形 69"/>
            <p:cNvSpPr/>
            <p:nvPr/>
          </p:nvSpPr>
          <p:spPr>
            <a:xfrm>
              <a:off x="874295" y="5157537"/>
              <a:ext cx="256673" cy="713874"/>
            </a:xfrm>
            <a:custGeom>
              <a:avLst/>
              <a:gdLst>
                <a:gd name="connsiteX0" fmla="*/ 256673 w 256673"/>
                <a:gd name="connsiteY0" fmla="*/ 316831 h 713874"/>
                <a:gd name="connsiteX1" fmla="*/ 188494 w 256673"/>
                <a:gd name="connsiteY1" fmla="*/ 513347 h 713874"/>
                <a:gd name="connsiteX2" fmla="*/ 132347 w 256673"/>
                <a:gd name="connsiteY2" fmla="*/ 493295 h 713874"/>
                <a:gd name="connsiteX3" fmla="*/ 124326 w 256673"/>
                <a:gd name="connsiteY3" fmla="*/ 569495 h 713874"/>
                <a:gd name="connsiteX4" fmla="*/ 176463 w 256673"/>
                <a:gd name="connsiteY4" fmla="*/ 597568 h 713874"/>
                <a:gd name="connsiteX5" fmla="*/ 132347 w 256673"/>
                <a:gd name="connsiteY5" fmla="*/ 709863 h 713874"/>
                <a:gd name="connsiteX6" fmla="*/ 0 w 256673"/>
                <a:gd name="connsiteY6" fmla="*/ 713874 h 713874"/>
                <a:gd name="connsiteX7" fmla="*/ 240631 w 256673"/>
                <a:gd name="connsiteY7" fmla="*/ 0 h 713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6673" h="713874">
                  <a:moveTo>
                    <a:pt x="256673" y="316831"/>
                  </a:moveTo>
                  <a:lnTo>
                    <a:pt x="188494" y="513347"/>
                  </a:lnTo>
                  <a:lnTo>
                    <a:pt x="132347" y="493295"/>
                  </a:lnTo>
                  <a:lnTo>
                    <a:pt x="124326" y="569495"/>
                  </a:lnTo>
                  <a:lnTo>
                    <a:pt x="176463" y="597568"/>
                  </a:lnTo>
                  <a:lnTo>
                    <a:pt x="132347" y="709863"/>
                  </a:lnTo>
                  <a:lnTo>
                    <a:pt x="0" y="713874"/>
                  </a:lnTo>
                  <a:lnTo>
                    <a:pt x="240631" y="0"/>
                  </a:ln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任意多边形 70"/>
            <p:cNvSpPr/>
            <p:nvPr/>
          </p:nvSpPr>
          <p:spPr>
            <a:xfrm>
              <a:off x="1110916" y="5157537"/>
              <a:ext cx="112295" cy="316831"/>
            </a:xfrm>
            <a:custGeom>
              <a:avLst/>
              <a:gdLst>
                <a:gd name="connsiteX0" fmla="*/ 112295 w 112295"/>
                <a:gd name="connsiteY0" fmla="*/ 284747 h 316831"/>
                <a:gd name="connsiteX1" fmla="*/ 0 w 112295"/>
                <a:gd name="connsiteY1" fmla="*/ 316831 h 316831"/>
                <a:gd name="connsiteX2" fmla="*/ 0 w 112295"/>
                <a:gd name="connsiteY2" fmla="*/ 0 h 316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295" h="316831">
                  <a:moveTo>
                    <a:pt x="112295" y="284747"/>
                  </a:moveTo>
                  <a:lnTo>
                    <a:pt x="0" y="316831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任意多边形 71"/>
            <p:cNvSpPr/>
            <p:nvPr/>
          </p:nvSpPr>
          <p:spPr>
            <a:xfrm>
              <a:off x="2069432" y="4997116"/>
              <a:ext cx="397042" cy="898358"/>
            </a:xfrm>
            <a:custGeom>
              <a:avLst/>
              <a:gdLst>
                <a:gd name="connsiteX0" fmla="*/ 0 w 397042"/>
                <a:gd name="connsiteY0" fmla="*/ 8021 h 898358"/>
                <a:gd name="connsiteX1" fmla="*/ 248652 w 397042"/>
                <a:gd name="connsiteY1" fmla="*/ 898358 h 898358"/>
                <a:gd name="connsiteX2" fmla="*/ 397042 w 397042"/>
                <a:gd name="connsiteY2" fmla="*/ 894347 h 898358"/>
                <a:gd name="connsiteX3" fmla="*/ 140368 w 397042"/>
                <a:gd name="connsiteY3" fmla="*/ 0 h 898358"/>
                <a:gd name="connsiteX4" fmla="*/ 0 w 397042"/>
                <a:gd name="connsiteY4" fmla="*/ 8021 h 898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7042" h="898358">
                  <a:moveTo>
                    <a:pt x="0" y="8021"/>
                  </a:moveTo>
                  <a:lnTo>
                    <a:pt x="248652" y="898358"/>
                  </a:lnTo>
                  <a:lnTo>
                    <a:pt x="397042" y="894347"/>
                  </a:lnTo>
                  <a:lnTo>
                    <a:pt x="140368" y="0"/>
                  </a:lnTo>
                  <a:lnTo>
                    <a:pt x="0" y="8021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任意多边形 72"/>
            <p:cNvSpPr/>
            <p:nvPr/>
          </p:nvSpPr>
          <p:spPr>
            <a:xfrm>
              <a:off x="2017295" y="5073316"/>
              <a:ext cx="136358" cy="794084"/>
            </a:xfrm>
            <a:custGeom>
              <a:avLst/>
              <a:gdLst>
                <a:gd name="connsiteX0" fmla="*/ 0 w 136358"/>
                <a:gd name="connsiteY0" fmla="*/ 0 h 794084"/>
                <a:gd name="connsiteX1" fmla="*/ 24063 w 136358"/>
                <a:gd name="connsiteY1" fmla="*/ 794084 h 794084"/>
                <a:gd name="connsiteX2" fmla="*/ 136358 w 136358"/>
                <a:gd name="connsiteY2" fmla="*/ 790073 h 794084"/>
                <a:gd name="connsiteX3" fmla="*/ 116305 w 136358"/>
                <a:gd name="connsiteY3" fmla="*/ 132347 h 794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358" h="794084">
                  <a:moveTo>
                    <a:pt x="0" y="0"/>
                  </a:moveTo>
                  <a:lnTo>
                    <a:pt x="24063" y="794084"/>
                  </a:lnTo>
                  <a:lnTo>
                    <a:pt x="136358" y="790073"/>
                  </a:lnTo>
                  <a:lnTo>
                    <a:pt x="116305" y="132347"/>
                  </a:ln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任意多边形 73"/>
            <p:cNvSpPr/>
            <p:nvPr/>
          </p:nvSpPr>
          <p:spPr>
            <a:xfrm>
              <a:off x="1098884" y="5622758"/>
              <a:ext cx="1167063" cy="116305"/>
            </a:xfrm>
            <a:custGeom>
              <a:avLst/>
              <a:gdLst>
                <a:gd name="connsiteX0" fmla="*/ 1167063 w 1167063"/>
                <a:gd name="connsiteY0" fmla="*/ 116305 h 116305"/>
                <a:gd name="connsiteX1" fmla="*/ 1042737 w 1167063"/>
                <a:gd name="connsiteY1" fmla="*/ 0 h 116305"/>
                <a:gd name="connsiteX2" fmla="*/ 1018674 w 1167063"/>
                <a:gd name="connsiteY2" fmla="*/ 12031 h 116305"/>
                <a:gd name="connsiteX3" fmla="*/ 0 w 1167063"/>
                <a:gd name="connsiteY3" fmla="*/ 64168 h 116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063" h="116305">
                  <a:moveTo>
                    <a:pt x="1167063" y="116305"/>
                  </a:moveTo>
                  <a:lnTo>
                    <a:pt x="1042737" y="0"/>
                  </a:lnTo>
                  <a:lnTo>
                    <a:pt x="1018674" y="12031"/>
                  </a:lnTo>
                  <a:lnTo>
                    <a:pt x="0" y="64168"/>
                  </a:ln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任意多边形 74"/>
            <p:cNvSpPr/>
            <p:nvPr/>
          </p:nvSpPr>
          <p:spPr>
            <a:xfrm>
              <a:off x="1399674" y="5747084"/>
              <a:ext cx="870284" cy="52137"/>
            </a:xfrm>
            <a:custGeom>
              <a:avLst/>
              <a:gdLst>
                <a:gd name="connsiteX0" fmla="*/ 0 w 870284"/>
                <a:gd name="connsiteY0" fmla="*/ 52137 h 52137"/>
                <a:gd name="connsiteX1" fmla="*/ 870284 w 870284"/>
                <a:gd name="connsiteY1" fmla="*/ 0 h 52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70284" h="52137">
                  <a:moveTo>
                    <a:pt x="0" y="52137"/>
                  </a:moveTo>
                  <a:lnTo>
                    <a:pt x="870284" y="0"/>
                  </a:ln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椭圆 75"/>
            <p:cNvSpPr/>
            <p:nvPr/>
          </p:nvSpPr>
          <p:spPr>
            <a:xfrm>
              <a:off x="1309437" y="5089358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椭圆 76"/>
            <p:cNvSpPr/>
            <p:nvPr/>
          </p:nvSpPr>
          <p:spPr>
            <a:xfrm>
              <a:off x="2136810" y="5031607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椭圆 77"/>
            <p:cNvSpPr/>
            <p:nvPr/>
          </p:nvSpPr>
          <p:spPr>
            <a:xfrm>
              <a:off x="1150218" y="5379320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椭圆 78"/>
            <p:cNvSpPr/>
            <p:nvPr/>
          </p:nvSpPr>
          <p:spPr>
            <a:xfrm>
              <a:off x="1150219" y="5293095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椭圆 79"/>
            <p:cNvSpPr/>
            <p:nvPr/>
          </p:nvSpPr>
          <p:spPr>
            <a:xfrm>
              <a:off x="1145496" y="5192029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任意多边形 80"/>
            <p:cNvSpPr/>
            <p:nvPr/>
          </p:nvSpPr>
          <p:spPr>
            <a:xfrm>
              <a:off x="1377616" y="5713796"/>
              <a:ext cx="870284" cy="52137"/>
            </a:xfrm>
            <a:custGeom>
              <a:avLst/>
              <a:gdLst>
                <a:gd name="connsiteX0" fmla="*/ 0 w 870284"/>
                <a:gd name="connsiteY0" fmla="*/ 52137 h 52137"/>
                <a:gd name="connsiteX1" fmla="*/ 870284 w 870284"/>
                <a:gd name="connsiteY1" fmla="*/ 0 h 52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70284" h="52137">
                  <a:moveTo>
                    <a:pt x="0" y="52137"/>
                  </a:moveTo>
                  <a:lnTo>
                    <a:pt x="870284" y="0"/>
                  </a:ln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任意多边形 81"/>
            <p:cNvSpPr/>
            <p:nvPr/>
          </p:nvSpPr>
          <p:spPr>
            <a:xfrm>
              <a:off x="1352349" y="5694546"/>
              <a:ext cx="870284" cy="52137"/>
            </a:xfrm>
            <a:custGeom>
              <a:avLst/>
              <a:gdLst>
                <a:gd name="connsiteX0" fmla="*/ 0 w 870284"/>
                <a:gd name="connsiteY0" fmla="*/ 52137 h 52137"/>
                <a:gd name="connsiteX1" fmla="*/ 870284 w 870284"/>
                <a:gd name="connsiteY1" fmla="*/ 0 h 52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70284" h="52137">
                  <a:moveTo>
                    <a:pt x="0" y="52137"/>
                  </a:moveTo>
                  <a:lnTo>
                    <a:pt x="870284" y="0"/>
                  </a:ln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任意多边形 82"/>
            <p:cNvSpPr/>
            <p:nvPr/>
          </p:nvSpPr>
          <p:spPr>
            <a:xfrm>
              <a:off x="1332296" y="5670082"/>
              <a:ext cx="870284" cy="52137"/>
            </a:xfrm>
            <a:custGeom>
              <a:avLst/>
              <a:gdLst>
                <a:gd name="connsiteX0" fmla="*/ 0 w 870284"/>
                <a:gd name="connsiteY0" fmla="*/ 52137 h 52137"/>
                <a:gd name="connsiteX1" fmla="*/ 870284 w 870284"/>
                <a:gd name="connsiteY1" fmla="*/ 0 h 52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70284" h="52137">
                  <a:moveTo>
                    <a:pt x="0" y="52137"/>
                  </a:moveTo>
                  <a:lnTo>
                    <a:pt x="870284" y="0"/>
                  </a:ln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任意多边形 83"/>
            <p:cNvSpPr/>
            <p:nvPr/>
          </p:nvSpPr>
          <p:spPr>
            <a:xfrm>
              <a:off x="1308100" y="5649628"/>
              <a:ext cx="870284" cy="52137"/>
            </a:xfrm>
            <a:custGeom>
              <a:avLst/>
              <a:gdLst>
                <a:gd name="connsiteX0" fmla="*/ 0 w 870284"/>
                <a:gd name="connsiteY0" fmla="*/ 52137 h 52137"/>
                <a:gd name="connsiteX1" fmla="*/ 870284 w 870284"/>
                <a:gd name="connsiteY1" fmla="*/ 0 h 52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70284" h="52137">
                  <a:moveTo>
                    <a:pt x="0" y="52137"/>
                  </a:moveTo>
                  <a:lnTo>
                    <a:pt x="870284" y="0"/>
                  </a:ln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任意多边形 84"/>
            <p:cNvSpPr/>
            <p:nvPr/>
          </p:nvSpPr>
          <p:spPr>
            <a:xfrm>
              <a:off x="1388759" y="5730240"/>
              <a:ext cx="870284" cy="52137"/>
            </a:xfrm>
            <a:custGeom>
              <a:avLst/>
              <a:gdLst>
                <a:gd name="connsiteX0" fmla="*/ 0 w 870284"/>
                <a:gd name="connsiteY0" fmla="*/ 52137 h 52137"/>
                <a:gd name="connsiteX1" fmla="*/ 870284 w 870284"/>
                <a:gd name="connsiteY1" fmla="*/ 0 h 52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70284" h="52137">
                  <a:moveTo>
                    <a:pt x="0" y="52137"/>
                  </a:moveTo>
                  <a:lnTo>
                    <a:pt x="870284" y="0"/>
                  </a:ln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任意多边形 85"/>
            <p:cNvSpPr/>
            <p:nvPr/>
          </p:nvSpPr>
          <p:spPr>
            <a:xfrm>
              <a:off x="1255295" y="5065295"/>
              <a:ext cx="140368" cy="858252"/>
            </a:xfrm>
            <a:custGeom>
              <a:avLst/>
              <a:gdLst>
                <a:gd name="connsiteX0" fmla="*/ 0 w 140368"/>
                <a:gd name="connsiteY0" fmla="*/ 12031 h 858252"/>
                <a:gd name="connsiteX1" fmla="*/ 0 w 140368"/>
                <a:gd name="connsiteY1" fmla="*/ 858252 h 858252"/>
                <a:gd name="connsiteX2" fmla="*/ 140368 w 140368"/>
                <a:gd name="connsiteY2" fmla="*/ 838200 h 858252"/>
                <a:gd name="connsiteX3" fmla="*/ 140368 w 140368"/>
                <a:gd name="connsiteY3" fmla="*/ 0 h 858252"/>
                <a:gd name="connsiteX4" fmla="*/ 0 w 140368"/>
                <a:gd name="connsiteY4" fmla="*/ 12031 h 85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368" h="858252">
                  <a:moveTo>
                    <a:pt x="0" y="12031"/>
                  </a:moveTo>
                  <a:lnTo>
                    <a:pt x="0" y="858252"/>
                  </a:lnTo>
                  <a:lnTo>
                    <a:pt x="140368" y="838200"/>
                  </a:lnTo>
                  <a:lnTo>
                    <a:pt x="140368" y="0"/>
                  </a:lnTo>
                  <a:lnTo>
                    <a:pt x="0" y="12031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任意多边形 86"/>
            <p:cNvSpPr/>
            <p:nvPr/>
          </p:nvSpPr>
          <p:spPr>
            <a:xfrm>
              <a:off x="1018674" y="4800600"/>
              <a:ext cx="1291389" cy="288758"/>
            </a:xfrm>
            <a:custGeom>
              <a:avLst/>
              <a:gdLst>
                <a:gd name="connsiteX0" fmla="*/ 0 w 1291389"/>
                <a:gd name="connsiteY0" fmla="*/ 84221 h 288758"/>
                <a:gd name="connsiteX1" fmla="*/ 1147010 w 1291389"/>
                <a:gd name="connsiteY1" fmla="*/ 0 h 288758"/>
                <a:gd name="connsiteX2" fmla="*/ 1283368 w 1291389"/>
                <a:gd name="connsiteY2" fmla="*/ 40105 h 288758"/>
                <a:gd name="connsiteX3" fmla="*/ 1291389 w 1291389"/>
                <a:gd name="connsiteY3" fmla="*/ 180474 h 288758"/>
                <a:gd name="connsiteX4" fmla="*/ 68179 w 1291389"/>
                <a:gd name="connsiteY4" fmla="*/ 288758 h 288758"/>
                <a:gd name="connsiteX5" fmla="*/ 68179 w 1291389"/>
                <a:gd name="connsiteY5" fmla="*/ 120316 h 288758"/>
                <a:gd name="connsiteX6" fmla="*/ 0 w 1291389"/>
                <a:gd name="connsiteY6" fmla="*/ 84221 h 288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91389" h="288758">
                  <a:moveTo>
                    <a:pt x="0" y="84221"/>
                  </a:moveTo>
                  <a:lnTo>
                    <a:pt x="1147010" y="0"/>
                  </a:lnTo>
                  <a:lnTo>
                    <a:pt x="1283368" y="40105"/>
                  </a:lnTo>
                  <a:lnTo>
                    <a:pt x="1291389" y="180474"/>
                  </a:lnTo>
                  <a:lnTo>
                    <a:pt x="68179" y="288758"/>
                  </a:lnTo>
                  <a:lnTo>
                    <a:pt x="68179" y="120316"/>
                  </a:lnTo>
                  <a:lnTo>
                    <a:pt x="0" y="84221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任意多边形 87"/>
            <p:cNvSpPr/>
            <p:nvPr/>
          </p:nvSpPr>
          <p:spPr>
            <a:xfrm>
              <a:off x="1086853" y="4840705"/>
              <a:ext cx="1227221" cy="80211"/>
            </a:xfrm>
            <a:custGeom>
              <a:avLst/>
              <a:gdLst>
                <a:gd name="connsiteX0" fmla="*/ 0 w 1227221"/>
                <a:gd name="connsiteY0" fmla="*/ 80211 h 80211"/>
                <a:gd name="connsiteX1" fmla="*/ 1227221 w 1227221"/>
                <a:gd name="connsiteY1" fmla="*/ 0 h 80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7221" h="80211">
                  <a:moveTo>
                    <a:pt x="0" y="80211"/>
                  </a:moveTo>
                  <a:lnTo>
                    <a:pt x="1227221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椭圆 88"/>
            <p:cNvSpPr/>
            <p:nvPr/>
          </p:nvSpPr>
          <p:spPr>
            <a:xfrm>
              <a:off x="1308100" y="5116228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任意多边形 89"/>
            <p:cNvSpPr/>
            <p:nvPr/>
          </p:nvSpPr>
          <p:spPr>
            <a:xfrm>
              <a:off x="1213184" y="5077326"/>
              <a:ext cx="52137" cy="846221"/>
            </a:xfrm>
            <a:custGeom>
              <a:avLst/>
              <a:gdLst>
                <a:gd name="connsiteX0" fmla="*/ 52137 w 52137"/>
                <a:gd name="connsiteY0" fmla="*/ 846221 h 846221"/>
                <a:gd name="connsiteX1" fmla="*/ 0 w 52137"/>
                <a:gd name="connsiteY1" fmla="*/ 826169 h 846221"/>
                <a:gd name="connsiteX2" fmla="*/ 16042 w 52137"/>
                <a:gd name="connsiteY2" fmla="*/ 0 h 846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137" h="846221">
                  <a:moveTo>
                    <a:pt x="52137" y="846221"/>
                  </a:moveTo>
                  <a:lnTo>
                    <a:pt x="0" y="826169"/>
                  </a:lnTo>
                  <a:lnTo>
                    <a:pt x="16042" y="0"/>
                  </a:lnTo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1" name="Freeform 9"/>
          <p:cNvSpPr>
            <a:spLocks noEditPoints="1"/>
          </p:cNvSpPr>
          <p:nvPr/>
        </p:nvSpPr>
        <p:spPr bwMode="auto">
          <a:xfrm flipH="1">
            <a:off x="1334475" y="691567"/>
            <a:ext cx="597231" cy="636385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" name="圆角矩形 43"/>
          <p:cNvSpPr/>
          <p:nvPr/>
        </p:nvSpPr>
        <p:spPr>
          <a:xfrm>
            <a:off x="1059543" y="1989178"/>
            <a:ext cx="9919607" cy="2477891"/>
          </a:xfrm>
          <a:prstGeom prst="roundRect">
            <a:avLst/>
          </a:prstGeom>
          <a:noFill/>
          <a:ln w="254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2713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598339" y="-221119"/>
            <a:ext cx="17839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>
                <a:solidFill>
                  <a:schemeClr val="bg1"/>
                </a:solidFill>
                <a:latin typeface="Broadway" panose="04040905080B02020502" pitchFamily="82" charset="0"/>
                <a:ea typeface="微软雅黑" panose="020B0503020204020204" pitchFamily="34" charset="-122"/>
              </a:rPr>
              <a:t>how</a:t>
            </a:r>
            <a:endParaRPr lang="zh-CN" altLang="en-US" sz="5400" dirty="0">
              <a:solidFill>
                <a:schemeClr val="bg1"/>
              </a:solidFill>
              <a:latin typeface="Broadway" panose="04040905080B02020502" pitchFamily="82" charset="0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0" y="1775012"/>
            <a:ext cx="1307771" cy="597291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0" y="3041586"/>
            <a:ext cx="1905213" cy="597291"/>
          </a:xfrm>
          <a:prstGeom prst="rect">
            <a:avLst/>
          </a:prstGeom>
          <a:solidFill>
            <a:srgbClr val="C60F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0" y="4360384"/>
            <a:ext cx="1307771" cy="597291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0481" y="1836767"/>
            <a:ext cx="2231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1</a:t>
            </a:r>
            <a:r>
              <a:rPr lang="zh-CN" altLang="en-US" sz="24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、思考法则</a:t>
            </a:r>
            <a:endParaRPr lang="zh-CN" altLang="en-US" sz="2400" dirty="0">
              <a:solidFill>
                <a:schemeClr val="bg1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-1" y="3155565"/>
            <a:ext cx="20528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2</a:t>
            </a:r>
            <a:r>
              <a:rPr lang="zh-CN" altLang="en-US" sz="24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、实践方法</a:t>
            </a:r>
            <a:endParaRPr lang="zh-CN" altLang="en-US" sz="2400" dirty="0">
              <a:solidFill>
                <a:schemeClr val="bg1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-1" y="4428196"/>
            <a:ext cx="2321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3</a:t>
            </a:r>
            <a:r>
              <a:rPr lang="zh-CN" altLang="en-US" sz="24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、内在提升</a:t>
            </a:r>
            <a:endParaRPr lang="zh-CN" altLang="en-US" sz="2400" dirty="0">
              <a:solidFill>
                <a:schemeClr val="bg1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grpSp>
        <p:nvGrpSpPr>
          <p:cNvPr id="62" name="组合 61"/>
          <p:cNvGrpSpPr/>
          <p:nvPr/>
        </p:nvGrpSpPr>
        <p:grpSpPr>
          <a:xfrm>
            <a:off x="3341603" y="2075303"/>
            <a:ext cx="5609772" cy="2401611"/>
            <a:chOff x="4281714" y="2271989"/>
            <a:chExt cx="5609772" cy="2401611"/>
          </a:xfrm>
        </p:grpSpPr>
        <p:sp>
          <p:nvSpPr>
            <p:cNvPr id="4" name="矩形 3"/>
            <p:cNvSpPr/>
            <p:nvPr/>
          </p:nvSpPr>
          <p:spPr>
            <a:xfrm>
              <a:off x="4644571" y="2372303"/>
              <a:ext cx="5094515" cy="2301297"/>
            </a:xfrm>
            <a:prstGeom prst="rect">
              <a:avLst/>
            </a:prstGeom>
            <a:noFill/>
            <a:ln w="25400"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4281714" y="2512961"/>
              <a:ext cx="522514" cy="4725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4281714" y="3155566"/>
              <a:ext cx="519599" cy="5349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4281714" y="3860599"/>
              <a:ext cx="519599" cy="5675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4448629" y="2271989"/>
              <a:ext cx="5442857" cy="22288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200" b="1" dirty="0" smtClean="0">
                  <a:latin typeface="方正北魏楷书简体" panose="03000509000000000000" pitchFamily="65" charset="-122"/>
                  <a:ea typeface="方正北魏楷书简体" panose="03000509000000000000" pitchFamily="65" charset="-122"/>
                </a:rPr>
                <a:t>1</a:t>
              </a:r>
              <a:r>
                <a:rPr lang="zh-CN" altLang="en-US" sz="3200" b="1" dirty="0" smtClean="0">
                  <a:latin typeface="方正北魏楷书简体" panose="03000509000000000000" pitchFamily="65" charset="-122"/>
                  <a:ea typeface="方正北魏楷书简体" panose="03000509000000000000" pitchFamily="65" charset="-122"/>
                </a:rPr>
                <a:t>、提高收拾动机</a:t>
              </a:r>
              <a:endParaRPr lang="en-US" altLang="zh-CN" sz="3200" b="1" dirty="0">
                <a:latin typeface="方正北魏楷书简体" panose="03000509000000000000" pitchFamily="65" charset="-122"/>
                <a:ea typeface="方正北魏楷书简体" panose="03000509000000000000" pitchFamily="65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3200" b="1" dirty="0" smtClean="0">
                  <a:latin typeface="方正北魏楷书简体" panose="03000509000000000000" pitchFamily="65" charset="-122"/>
                  <a:ea typeface="方正北魏楷书简体" panose="03000509000000000000" pitchFamily="65" charset="-122"/>
                </a:rPr>
                <a:t>2</a:t>
              </a:r>
              <a:r>
                <a:rPr lang="zh-CN" altLang="en-US" sz="3200" b="1" dirty="0" smtClean="0">
                  <a:latin typeface="方正北魏楷书简体" panose="03000509000000000000" pitchFamily="65" charset="-122"/>
                  <a:ea typeface="方正北魏楷书简体" panose="03000509000000000000" pitchFamily="65" charset="-122"/>
                </a:rPr>
                <a:t>、一切从扔东西开始</a:t>
              </a:r>
              <a:endParaRPr lang="en-US" altLang="zh-CN" sz="3200" b="1" dirty="0" smtClean="0">
                <a:latin typeface="方正北魏楷书简体" panose="03000509000000000000" pitchFamily="65" charset="-122"/>
                <a:ea typeface="方正北魏楷书简体" panose="03000509000000000000" pitchFamily="65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3200" b="1" dirty="0" smtClean="0">
                  <a:latin typeface="方正北魏楷书简体" panose="03000509000000000000" pitchFamily="65" charset="-122"/>
                  <a:ea typeface="方正北魏楷书简体" panose="03000509000000000000" pitchFamily="65" charset="-122"/>
                </a:rPr>
                <a:t>3</a:t>
              </a:r>
              <a:r>
                <a:rPr lang="zh-CN" altLang="en-US" sz="3200" b="1" dirty="0" smtClean="0">
                  <a:latin typeface="方正北魏楷书简体" panose="03000509000000000000" pitchFamily="65" charset="-122"/>
                  <a:ea typeface="方正北魏楷书简体" panose="03000509000000000000" pitchFamily="65" charset="-122"/>
                </a:rPr>
                <a:t>、一些方法和原则</a:t>
              </a:r>
              <a:endParaRPr lang="zh-CN" altLang="en-US" sz="3200" b="1" dirty="0">
                <a:latin typeface="方正北魏楷书简体" panose="03000509000000000000" pitchFamily="65" charset="-122"/>
                <a:ea typeface="方正北魏楷书简体" panose="03000509000000000000" pitchFamily="65" charset="-122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9739086" y="3860599"/>
            <a:ext cx="2145409" cy="2847930"/>
            <a:chOff x="9739086" y="3860599"/>
            <a:chExt cx="2145409" cy="2847930"/>
          </a:xfrm>
        </p:grpSpPr>
        <p:sp>
          <p:nvSpPr>
            <p:cNvPr id="7" name="椭圆 6"/>
            <p:cNvSpPr/>
            <p:nvPr/>
          </p:nvSpPr>
          <p:spPr>
            <a:xfrm>
              <a:off x="10713191" y="3860599"/>
              <a:ext cx="1039875" cy="1039875"/>
            </a:xfrm>
            <a:prstGeom prst="ellipse">
              <a:avLst/>
            </a:pr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任意多边形 7"/>
            <p:cNvSpPr/>
            <p:nvPr/>
          </p:nvSpPr>
          <p:spPr>
            <a:xfrm>
              <a:off x="10370899" y="4917190"/>
              <a:ext cx="1513596" cy="739466"/>
            </a:xfrm>
            <a:custGeom>
              <a:avLst/>
              <a:gdLst>
                <a:gd name="connsiteX0" fmla="*/ 1465943 w 1901372"/>
                <a:gd name="connsiteY0" fmla="*/ 188686 h 928914"/>
                <a:gd name="connsiteX1" fmla="*/ 0 w 1901372"/>
                <a:gd name="connsiteY1" fmla="*/ 0 h 928914"/>
                <a:gd name="connsiteX2" fmla="*/ 696686 w 1901372"/>
                <a:gd name="connsiteY2" fmla="*/ 420914 h 928914"/>
                <a:gd name="connsiteX3" fmla="*/ 943429 w 1901372"/>
                <a:gd name="connsiteY3" fmla="*/ 928914 h 928914"/>
                <a:gd name="connsiteX4" fmla="*/ 1901372 w 1901372"/>
                <a:gd name="connsiteY4" fmla="*/ 928914 h 928914"/>
                <a:gd name="connsiteX5" fmla="*/ 1465943 w 1901372"/>
                <a:gd name="connsiteY5" fmla="*/ 188686 h 92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01372" h="928914">
                  <a:moveTo>
                    <a:pt x="1465943" y="188686"/>
                  </a:moveTo>
                  <a:lnTo>
                    <a:pt x="0" y="0"/>
                  </a:lnTo>
                  <a:lnTo>
                    <a:pt x="696686" y="420914"/>
                  </a:lnTo>
                  <a:lnTo>
                    <a:pt x="943429" y="928914"/>
                  </a:lnTo>
                  <a:lnTo>
                    <a:pt x="1901372" y="928914"/>
                  </a:lnTo>
                  <a:lnTo>
                    <a:pt x="1465943" y="188686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24"/>
            <p:cNvSpPr/>
            <p:nvPr/>
          </p:nvSpPr>
          <p:spPr>
            <a:xfrm>
              <a:off x="10994825" y="5668654"/>
              <a:ext cx="889670" cy="1039875"/>
            </a:xfrm>
            <a:custGeom>
              <a:avLst/>
              <a:gdLst>
                <a:gd name="connsiteX0" fmla="*/ 43543 w 1016000"/>
                <a:gd name="connsiteY0" fmla="*/ 0 h 899886"/>
                <a:gd name="connsiteX1" fmla="*/ 0 w 1016000"/>
                <a:gd name="connsiteY1" fmla="*/ 841829 h 899886"/>
                <a:gd name="connsiteX2" fmla="*/ 551543 w 1016000"/>
                <a:gd name="connsiteY2" fmla="*/ 246743 h 899886"/>
                <a:gd name="connsiteX3" fmla="*/ 972457 w 1016000"/>
                <a:gd name="connsiteY3" fmla="*/ 899886 h 899886"/>
                <a:gd name="connsiteX4" fmla="*/ 1016000 w 1016000"/>
                <a:gd name="connsiteY4" fmla="*/ 58057 h 899886"/>
                <a:gd name="connsiteX5" fmla="*/ 43543 w 1016000"/>
                <a:gd name="connsiteY5" fmla="*/ 0 h 899886"/>
                <a:gd name="connsiteX0" fmla="*/ 43543 w 1030514"/>
                <a:gd name="connsiteY0" fmla="*/ 58057 h 957943"/>
                <a:gd name="connsiteX1" fmla="*/ 0 w 1030514"/>
                <a:gd name="connsiteY1" fmla="*/ 899886 h 957943"/>
                <a:gd name="connsiteX2" fmla="*/ 551543 w 1030514"/>
                <a:gd name="connsiteY2" fmla="*/ 304800 h 957943"/>
                <a:gd name="connsiteX3" fmla="*/ 972457 w 1030514"/>
                <a:gd name="connsiteY3" fmla="*/ 957943 h 957943"/>
                <a:gd name="connsiteX4" fmla="*/ 1030514 w 1030514"/>
                <a:gd name="connsiteY4" fmla="*/ 0 h 957943"/>
                <a:gd name="connsiteX5" fmla="*/ 43543 w 1030514"/>
                <a:gd name="connsiteY5" fmla="*/ 58057 h 957943"/>
                <a:gd name="connsiteX0" fmla="*/ 72571 w 1030514"/>
                <a:gd name="connsiteY0" fmla="*/ 0 h 972458"/>
                <a:gd name="connsiteX1" fmla="*/ 0 w 1030514"/>
                <a:gd name="connsiteY1" fmla="*/ 914401 h 972458"/>
                <a:gd name="connsiteX2" fmla="*/ 551543 w 1030514"/>
                <a:gd name="connsiteY2" fmla="*/ 319315 h 972458"/>
                <a:gd name="connsiteX3" fmla="*/ 972457 w 1030514"/>
                <a:gd name="connsiteY3" fmla="*/ 972458 h 972458"/>
                <a:gd name="connsiteX4" fmla="*/ 1030514 w 1030514"/>
                <a:gd name="connsiteY4" fmla="*/ 14515 h 972458"/>
                <a:gd name="connsiteX5" fmla="*/ 72571 w 1030514"/>
                <a:gd name="connsiteY5" fmla="*/ 0 h 972458"/>
                <a:gd name="connsiteX0" fmla="*/ 159656 w 1117599"/>
                <a:gd name="connsiteY0" fmla="*/ 0 h 1219201"/>
                <a:gd name="connsiteX1" fmla="*/ 0 w 1117599"/>
                <a:gd name="connsiteY1" fmla="*/ 1219201 h 1219201"/>
                <a:gd name="connsiteX2" fmla="*/ 638628 w 1117599"/>
                <a:gd name="connsiteY2" fmla="*/ 319315 h 1219201"/>
                <a:gd name="connsiteX3" fmla="*/ 1059542 w 1117599"/>
                <a:gd name="connsiteY3" fmla="*/ 972458 h 1219201"/>
                <a:gd name="connsiteX4" fmla="*/ 1117599 w 1117599"/>
                <a:gd name="connsiteY4" fmla="*/ 14515 h 1219201"/>
                <a:gd name="connsiteX5" fmla="*/ 159656 w 1117599"/>
                <a:gd name="connsiteY5" fmla="*/ 0 h 1219201"/>
                <a:gd name="connsiteX0" fmla="*/ 159656 w 1117599"/>
                <a:gd name="connsiteY0" fmla="*/ 0 h 1306286"/>
                <a:gd name="connsiteX1" fmla="*/ 0 w 1117599"/>
                <a:gd name="connsiteY1" fmla="*/ 1219201 h 1306286"/>
                <a:gd name="connsiteX2" fmla="*/ 638628 w 1117599"/>
                <a:gd name="connsiteY2" fmla="*/ 319315 h 1306286"/>
                <a:gd name="connsiteX3" fmla="*/ 1015999 w 1117599"/>
                <a:gd name="connsiteY3" fmla="*/ 1306286 h 1306286"/>
                <a:gd name="connsiteX4" fmla="*/ 1117599 w 1117599"/>
                <a:gd name="connsiteY4" fmla="*/ 14515 h 1306286"/>
                <a:gd name="connsiteX5" fmla="*/ 159656 w 1117599"/>
                <a:gd name="connsiteY5" fmla="*/ 0 h 1306286"/>
                <a:gd name="connsiteX0" fmla="*/ 159656 w 1117599"/>
                <a:gd name="connsiteY0" fmla="*/ 0 h 1306286"/>
                <a:gd name="connsiteX1" fmla="*/ 0 w 1117599"/>
                <a:gd name="connsiteY1" fmla="*/ 1219201 h 1306286"/>
                <a:gd name="connsiteX2" fmla="*/ 653143 w 1117599"/>
                <a:gd name="connsiteY2" fmla="*/ 464458 h 1306286"/>
                <a:gd name="connsiteX3" fmla="*/ 1015999 w 1117599"/>
                <a:gd name="connsiteY3" fmla="*/ 1306286 h 1306286"/>
                <a:gd name="connsiteX4" fmla="*/ 1117599 w 1117599"/>
                <a:gd name="connsiteY4" fmla="*/ 14515 h 1306286"/>
                <a:gd name="connsiteX5" fmla="*/ 159656 w 1117599"/>
                <a:gd name="connsiteY5" fmla="*/ 0 h 1306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17599" h="1306286">
                  <a:moveTo>
                    <a:pt x="159656" y="0"/>
                  </a:moveTo>
                  <a:lnTo>
                    <a:pt x="0" y="1219201"/>
                  </a:lnTo>
                  <a:lnTo>
                    <a:pt x="653143" y="464458"/>
                  </a:lnTo>
                  <a:lnTo>
                    <a:pt x="1015999" y="1306286"/>
                  </a:lnTo>
                  <a:lnTo>
                    <a:pt x="1117599" y="14515"/>
                  </a:lnTo>
                  <a:lnTo>
                    <a:pt x="159656" y="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 25"/>
            <p:cNvSpPr/>
            <p:nvPr/>
          </p:nvSpPr>
          <p:spPr>
            <a:xfrm>
              <a:off x="9985279" y="5149430"/>
              <a:ext cx="647033" cy="335071"/>
            </a:xfrm>
            <a:custGeom>
              <a:avLst/>
              <a:gdLst>
                <a:gd name="connsiteX0" fmla="*/ 87086 w 812800"/>
                <a:gd name="connsiteY0" fmla="*/ 0 h 420914"/>
                <a:gd name="connsiteX1" fmla="*/ 420914 w 812800"/>
                <a:gd name="connsiteY1" fmla="*/ 145143 h 420914"/>
                <a:gd name="connsiteX2" fmla="*/ 812800 w 812800"/>
                <a:gd name="connsiteY2" fmla="*/ 43543 h 420914"/>
                <a:gd name="connsiteX3" fmla="*/ 725714 w 812800"/>
                <a:gd name="connsiteY3" fmla="*/ 377371 h 420914"/>
                <a:gd name="connsiteX4" fmla="*/ 261257 w 812800"/>
                <a:gd name="connsiteY4" fmla="*/ 420914 h 420914"/>
                <a:gd name="connsiteX5" fmla="*/ 0 w 812800"/>
                <a:gd name="connsiteY5" fmla="*/ 377371 h 420914"/>
                <a:gd name="connsiteX6" fmla="*/ 87086 w 812800"/>
                <a:gd name="connsiteY6" fmla="*/ 0 h 420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2800" h="420914">
                  <a:moveTo>
                    <a:pt x="87086" y="0"/>
                  </a:moveTo>
                  <a:lnTo>
                    <a:pt x="420914" y="145143"/>
                  </a:lnTo>
                  <a:lnTo>
                    <a:pt x="812800" y="43543"/>
                  </a:lnTo>
                  <a:lnTo>
                    <a:pt x="725714" y="377371"/>
                  </a:lnTo>
                  <a:lnTo>
                    <a:pt x="261257" y="420914"/>
                  </a:lnTo>
                  <a:lnTo>
                    <a:pt x="0" y="377371"/>
                  </a:lnTo>
                  <a:lnTo>
                    <a:pt x="87086" y="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8" name="直接连接符 27"/>
            <p:cNvCxnSpPr/>
            <p:nvPr/>
          </p:nvCxnSpPr>
          <p:spPr>
            <a:xfrm>
              <a:off x="9739086" y="5668654"/>
              <a:ext cx="1062983" cy="0"/>
            </a:xfrm>
            <a:prstGeom prst="line">
              <a:avLst/>
            </a:prstGeom>
            <a:ln w="127000" cap="rnd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任意多边形 28"/>
            <p:cNvSpPr/>
            <p:nvPr/>
          </p:nvSpPr>
          <p:spPr>
            <a:xfrm>
              <a:off x="9754195" y="5741126"/>
              <a:ext cx="1062984" cy="910345"/>
            </a:xfrm>
            <a:custGeom>
              <a:avLst/>
              <a:gdLst>
                <a:gd name="connsiteX0" fmla="*/ 0 w 1335315"/>
                <a:gd name="connsiteY0" fmla="*/ 0 h 1175657"/>
                <a:gd name="connsiteX1" fmla="*/ 145143 w 1335315"/>
                <a:gd name="connsiteY1" fmla="*/ 1175657 h 1175657"/>
                <a:gd name="connsiteX2" fmla="*/ 1190172 w 1335315"/>
                <a:gd name="connsiteY2" fmla="*/ 1175657 h 1175657"/>
                <a:gd name="connsiteX3" fmla="*/ 1335315 w 1335315"/>
                <a:gd name="connsiteY3" fmla="*/ 0 h 1175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35315" h="1175657">
                  <a:moveTo>
                    <a:pt x="0" y="0"/>
                  </a:moveTo>
                  <a:lnTo>
                    <a:pt x="145143" y="1175657"/>
                  </a:lnTo>
                  <a:lnTo>
                    <a:pt x="1190172" y="1175657"/>
                  </a:lnTo>
                  <a:lnTo>
                    <a:pt x="1335315" y="0"/>
                  </a:lnTo>
                </a:path>
              </a:pathLst>
            </a:custGeom>
            <a:ln w="38100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1" name="直接连接符 30"/>
            <p:cNvCxnSpPr/>
            <p:nvPr/>
          </p:nvCxnSpPr>
          <p:spPr>
            <a:xfrm>
              <a:off x="9758194" y="5888896"/>
              <a:ext cx="1039875" cy="0"/>
            </a:xfrm>
            <a:prstGeom prst="line">
              <a:avLst/>
            </a:prstGeom>
            <a:ln w="38100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>
              <a:off x="9794635" y="6047988"/>
              <a:ext cx="999436" cy="3999"/>
            </a:xfrm>
            <a:prstGeom prst="line">
              <a:avLst/>
            </a:prstGeom>
            <a:ln w="38100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>
              <a:off x="9822632" y="6211968"/>
              <a:ext cx="931887" cy="0"/>
            </a:xfrm>
            <a:prstGeom prst="line">
              <a:avLst/>
            </a:prstGeom>
            <a:ln w="38100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>
              <a:off x="9834630" y="6331954"/>
              <a:ext cx="911890" cy="0"/>
            </a:xfrm>
            <a:prstGeom prst="line">
              <a:avLst/>
            </a:prstGeom>
            <a:ln w="38100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9830631" y="6443940"/>
              <a:ext cx="890559" cy="7999"/>
            </a:xfrm>
            <a:prstGeom prst="line">
              <a:avLst/>
            </a:prstGeom>
            <a:ln w="38100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>
              <a:off x="9842629" y="6555926"/>
              <a:ext cx="882560" cy="0"/>
            </a:xfrm>
            <a:prstGeom prst="line">
              <a:avLst/>
            </a:prstGeom>
            <a:ln w="38100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9904911" y="5741126"/>
              <a:ext cx="80368" cy="910345"/>
            </a:xfrm>
            <a:prstGeom prst="line">
              <a:avLst/>
            </a:prstGeom>
            <a:ln w="38100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 flipH="1">
              <a:off x="10578542" y="5741126"/>
              <a:ext cx="53770" cy="910345"/>
            </a:xfrm>
            <a:prstGeom prst="line">
              <a:avLst/>
            </a:prstGeom>
            <a:ln w="38100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H="1">
              <a:off x="10438559" y="5741126"/>
              <a:ext cx="28055" cy="910345"/>
            </a:xfrm>
            <a:prstGeom prst="line">
              <a:avLst/>
            </a:prstGeom>
            <a:ln w="38100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>
              <a:off x="10045337" y="5741126"/>
              <a:ext cx="80370" cy="910345"/>
            </a:xfrm>
            <a:prstGeom prst="line">
              <a:avLst/>
            </a:prstGeom>
            <a:ln w="38100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>
              <a:off x="10251077" y="5741126"/>
              <a:ext cx="32832" cy="910345"/>
            </a:xfrm>
            <a:prstGeom prst="line">
              <a:avLst/>
            </a:prstGeom>
            <a:ln w="38100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矩形 33"/>
          <p:cNvSpPr/>
          <p:nvPr/>
        </p:nvSpPr>
        <p:spPr>
          <a:xfrm>
            <a:off x="0" y="435429"/>
            <a:ext cx="2249713" cy="725714"/>
          </a:xfrm>
          <a:prstGeom prst="rect">
            <a:avLst/>
          </a:prstGeom>
          <a:solidFill>
            <a:srgbClr val="C60F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2460172" y="435428"/>
            <a:ext cx="210456" cy="725714"/>
          </a:xfrm>
          <a:prstGeom prst="rect">
            <a:avLst/>
          </a:prstGeom>
          <a:solidFill>
            <a:srgbClr val="C60F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305564" y="278550"/>
            <a:ext cx="17839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 smtClean="0">
                <a:solidFill>
                  <a:schemeClr val="bg1"/>
                </a:solidFill>
                <a:latin typeface="Broadway" panose="04040905080B02020502" pitchFamily="82" charset="0"/>
                <a:ea typeface="微软雅黑" panose="020B0503020204020204" pitchFamily="34" charset="-122"/>
              </a:rPr>
              <a:t>how</a:t>
            </a:r>
            <a:endParaRPr lang="zh-CN" altLang="en-US" sz="5400" dirty="0">
              <a:solidFill>
                <a:schemeClr val="bg1"/>
              </a:solidFill>
              <a:latin typeface="Broadway" panose="04040905080B02020502" pitchFamily="82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16509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/>
        </p:nvSpPr>
        <p:spPr>
          <a:xfrm>
            <a:off x="3192241" y="2384088"/>
            <a:ext cx="5807518" cy="1428637"/>
          </a:xfrm>
          <a:prstGeom prst="roundRect">
            <a:avLst/>
          </a:prstGeom>
          <a:noFill/>
          <a:ln w="254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060575" y="743177"/>
            <a:ext cx="8070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只集中于一点，把它搞完美，以此提高动机</a:t>
            </a:r>
            <a:endParaRPr lang="zh-CN" altLang="en-US" sz="3200" dirty="0"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93263" y="2553641"/>
            <a:ext cx="6096000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 smtClean="0">
                <a:ea typeface="微软雅黑" panose="020B0503020204020204" pitchFamily="34" charset="-122"/>
              </a:rPr>
              <a:t>通过</a:t>
            </a:r>
            <a:r>
              <a:rPr lang="zh-CN" altLang="en-US" b="1" dirty="0" smtClean="0">
                <a:solidFill>
                  <a:srgbClr val="C60F13"/>
                </a:solidFill>
                <a:ea typeface="微软雅黑" panose="020B0503020204020204" pitchFamily="34" charset="-122"/>
              </a:rPr>
              <a:t>目的</a:t>
            </a:r>
            <a:r>
              <a:rPr lang="zh-CN" altLang="en-US" dirty="0" smtClean="0">
                <a:ea typeface="微软雅黑" panose="020B0503020204020204" pitchFamily="34" charset="-122"/>
              </a:rPr>
              <a:t>、</a:t>
            </a:r>
            <a:r>
              <a:rPr lang="zh-CN" altLang="en-US" b="1" dirty="0" smtClean="0">
                <a:solidFill>
                  <a:srgbClr val="C60F13"/>
                </a:solidFill>
                <a:ea typeface="微软雅黑" panose="020B0503020204020204" pitchFamily="34" charset="-122"/>
              </a:rPr>
              <a:t>时间</a:t>
            </a:r>
            <a:r>
              <a:rPr lang="zh-CN" altLang="en-US" dirty="0" smtClean="0">
                <a:ea typeface="微软雅黑" panose="020B0503020204020204" pitchFamily="34" charset="-122"/>
              </a:rPr>
              <a:t>、</a:t>
            </a:r>
            <a:r>
              <a:rPr lang="zh-CN" altLang="en-US" b="1" dirty="0" smtClean="0">
                <a:solidFill>
                  <a:srgbClr val="C60F13"/>
                </a:solidFill>
                <a:ea typeface="微软雅黑" panose="020B0503020204020204" pitchFamily="34" charset="-122"/>
              </a:rPr>
              <a:t>场所</a:t>
            </a:r>
            <a:r>
              <a:rPr lang="zh-CN" altLang="en-US" dirty="0" smtClean="0">
                <a:ea typeface="微软雅黑" panose="020B0503020204020204" pitchFamily="34" charset="-122"/>
              </a:rPr>
              <a:t>就能得出这样的推导：</a:t>
            </a:r>
            <a:endParaRPr lang="en-US" altLang="zh-CN" dirty="0" smtClean="0"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“重视健康及安全” </a:t>
            </a:r>
            <a:r>
              <a:rPr lang="zh-CN" altLang="en-US" dirty="0" smtClean="0">
                <a:ea typeface="微软雅黑" panose="020B0503020204020204" pitchFamily="34" charset="-122"/>
              </a:rPr>
              <a:t>→“有一个小时的时间”</a:t>
            </a:r>
            <a:endParaRPr lang="en-US" altLang="zh-CN" dirty="0" smtClean="0"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 smtClean="0">
                <a:ea typeface="微软雅黑" panose="020B0503020204020204" pitchFamily="34" charset="-122"/>
              </a:rPr>
              <a:t>→“不擅长分类”</a:t>
            </a:r>
            <a:r>
              <a:rPr lang="en-US" altLang="zh-CN" dirty="0" smtClean="0">
                <a:ea typeface="微软雅黑" panose="020B0503020204020204" pitchFamily="34" charset="-122"/>
              </a:rPr>
              <a:t>=</a:t>
            </a:r>
            <a:r>
              <a:rPr lang="zh-CN" altLang="en-US" dirty="0" smtClean="0">
                <a:ea typeface="微软雅黑" panose="020B0503020204020204" pitchFamily="34" charset="-122"/>
              </a:rPr>
              <a:t>冰箱的最上一层</a:t>
            </a:r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3086327" y="4868863"/>
            <a:ext cx="6019346" cy="1167540"/>
          </a:xfrm>
          <a:prstGeom prst="round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45113" y="5120459"/>
            <a:ext cx="48042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C60F13"/>
                </a:solidFill>
                <a:latin typeface="方正北魏楷书简体" panose="03000509000000000000" pitchFamily="65" charset="-122"/>
                <a:ea typeface="方正北魏楷书简体" panose="03000509000000000000" pitchFamily="65" charset="-122"/>
              </a:rPr>
              <a:t>只集中于一点</a:t>
            </a:r>
            <a:r>
              <a:rPr lang="zh-CN" altLang="en-US" sz="2000" dirty="0" smtClean="0">
                <a:latin typeface="方正北魏楷书简体" panose="03000509000000000000" pitchFamily="65" charset="-122"/>
                <a:ea typeface="方正北魏楷书简体" panose="03000509000000000000" pitchFamily="65" charset="-122"/>
              </a:rPr>
              <a:t>做到完美，就能不知不觉地打开收拾的突破口。</a:t>
            </a:r>
            <a:endParaRPr lang="zh-CN" altLang="en-US" sz="2000" dirty="0">
              <a:latin typeface="方正北魏楷书简体" panose="03000509000000000000" pitchFamily="65" charset="-122"/>
              <a:ea typeface="方正北魏楷书简体" panose="03000509000000000000" pitchFamily="65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2500993" y="740"/>
            <a:ext cx="6892471" cy="597291"/>
            <a:chOff x="1308100" y="740"/>
            <a:chExt cx="6892471" cy="597291"/>
          </a:xfrm>
        </p:grpSpPr>
        <p:sp>
          <p:nvSpPr>
            <p:cNvPr id="9" name="矩形 8"/>
            <p:cNvSpPr/>
            <p:nvPr/>
          </p:nvSpPr>
          <p:spPr>
            <a:xfrm>
              <a:off x="1308100" y="740"/>
              <a:ext cx="6892471" cy="597291"/>
            </a:xfrm>
            <a:prstGeom prst="rect">
              <a:avLst/>
            </a:prstGeom>
            <a:solidFill>
              <a:srgbClr val="C60F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2740926" y="68553"/>
              <a:ext cx="402681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实践方法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——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提高收拾动机</a:t>
              </a:r>
              <a:endParaRPr lang="zh-CN" altLang="en-US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9393464" y="4980252"/>
            <a:ext cx="867218" cy="944762"/>
            <a:chOff x="9221932" y="3917255"/>
            <a:chExt cx="1304059" cy="1420665"/>
          </a:xfrm>
        </p:grpSpPr>
        <p:sp>
          <p:nvSpPr>
            <p:cNvPr id="12" name="任意多边形 11"/>
            <p:cNvSpPr/>
            <p:nvPr/>
          </p:nvSpPr>
          <p:spPr>
            <a:xfrm>
              <a:off x="9667783" y="3917255"/>
              <a:ext cx="772736" cy="364363"/>
            </a:xfrm>
            <a:custGeom>
              <a:avLst/>
              <a:gdLst>
                <a:gd name="connsiteX0" fmla="*/ 51954 w 742950"/>
                <a:gd name="connsiteY0" fmla="*/ 0 h 358487"/>
                <a:gd name="connsiteX1" fmla="*/ 0 w 742950"/>
                <a:gd name="connsiteY1" fmla="*/ 358487 h 358487"/>
                <a:gd name="connsiteX2" fmla="*/ 711777 w 742950"/>
                <a:gd name="connsiteY2" fmla="*/ 348096 h 358487"/>
                <a:gd name="connsiteX3" fmla="*/ 742950 w 742950"/>
                <a:gd name="connsiteY3" fmla="*/ 15587 h 358487"/>
                <a:gd name="connsiteX4" fmla="*/ 51954 w 742950"/>
                <a:gd name="connsiteY4" fmla="*/ 0 h 358487"/>
                <a:gd name="connsiteX0" fmla="*/ 51954 w 742950"/>
                <a:gd name="connsiteY0" fmla="*/ 0 h 348096"/>
                <a:gd name="connsiteX1" fmla="*/ 0 w 742950"/>
                <a:gd name="connsiteY1" fmla="*/ 337705 h 348096"/>
                <a:gd name="connsiteX2" fmla="*/ 711777 w 742950"/>
                <a:gd name="connsiteY2" fmla="*/ 348096 h 348096"/>
                <a:gd name="connsiteX3" fmla="*/ 742950 w 742950"/>
                <a:gd name="connsiteY3" fmla="*/ 15587 h 348096"/>
                <a:gd name="connsiteX4" fmla="*/ 51954 w 742950"/>
                <a:gd name="connsiteY4" fmla="*/ 0 h 348096"/>
                <a:gd name="connsiteX0" fmla="*/ 59975 w 742950"/>
                <a:gd name="connsiteY0" fmla="*/ 8476 h 332509"/>
                <a:gd name="connsiteX1" fmla="*/ 0 w 742950"/>
                <a:gd name="connsiteY1" fmla="*/ 322118 h 332509"/>
                <a:gd name="connsiteX2" fmla="*/ 711777 w 742950"/>
                <a:gd name="connsiteY2" fmla="*/ 332509 h 332509"/>
                <a:gd name="connsiteX3" fmla="*/ 742950 w 742950"/>
                <a:gd name="connsiteY3" fmla="*/ 0 h 332509"/>
                <a:gd name="connsiteX4" fmla="*/ 59975 w 742950"/>
                <a:gd name="connsiteY4" fmla="*/ 8476 h 332509"/>
                <a:gd name="connsiteX0" fmla="*/ 121484 w 804459"/>
                <a:gd name="connsiteY0" fmla="*/ 44880 h 368913"/>
                <a:gd name="connsiteX1" fmla="*/ 61509 w 804459"/>
                <a:gd name="connsiteY1" fmla="*/ 358522 h 368913"/>
                <a:gd name="connsiteX2" fmla="*/ 773286 w 804459"/>
                <a:gd name="connsiteY2" fmla="*/ 368913 h 368913"/>
                <a:gd name="connsiteX3" fmla="*/ 804459 w 804459"/>
                <a:gd name="connsiteY3" fmla="*/ 36404 h 368913"/>
                <a:gd name="connsiteX4" fmla="*/ 121484 w 804459"/>
                <a:gd name="connsiteY4" fmla="*/ 44880 h 368913"/>
                <a:gd name="connsiteX0" fmla="*/ 103948 w 786923"/>
                <a:gd name="connsiteY0" fmla="*/ 30001 h 354034"/>
                <a:gd name="connsiteX1" fmla="*/ 43973 w 786923"/>
                <a:gd name="connsiteY1" fmla="*/ 343643 h 354034"/>
                <a:gd name="connsiteX2" fmla="*/ 755750 w 786923"/>
                <a:gd name="connsiteY2" fmla="*/ 354034 h 354034"/>
                <a:gd name="connsiteX3" fmla="*/ 786923 w 786923"/>
                <a:gd name="connsiteY3" fmla="*/ 21525 h 354034"/>
                <a:gd name="connsiteX4" fmla="*/ 103948 w 786923"/>
                <a:gd name="connsiteY4" fmla="*/ 30001 h 354034"/>
                <a:gd name="connsiteX0" fmla="*/ 103948 w 859403"/>
                <a:gd name="connsiteY0" fmla="*/ 44880 h 368913"/>
                <a:gd name="connsiteX1" fmla="*/ 43973 w 859403"/>
                <a:gd name="connsiteY1" fmla="*/ 358522 h 368913"/>
                <a:gd name="connsiteX2" fmla="*/ 755750 w 859403"/>
                <a:gd name="connsiteY2" fmla="*/ 368913 h 368913"/>
                <a:gd name="connsiteX3" fmla="*/ 786923 w 859403"/>
                <a:gd name="connsiteY3" fmla="*/ 36404 h 368913"/>
                <a:gd name="connsiteX4" fmla="*/ 103948 w 859403"/>
                <a:gd name="connsiteY4" fmla="*/ 44880 h 368913"/>
                <a:gd name="connsiteX0" fmla="*/ 103948 w 826442"/>
                <a:gd name="connsiteY0" fmla="*/ 41695 h 365728"/>
                <a:gd name="connsiteX1" fmla="*/ 43973 w 826442"/>
                <a:gd name="connsiteY1" fmla="*/ 355337 h 365728"/>
                <a:gd name="connsiteX2" fmla="*/ 755750 w 826442"/>
                <a:gd name="connsiteY2" fmla="*/ 365728 h 365728"/>
                <a:gd name="connsiteX3" fmla="*/ 786923 w 826442"/>
                <a:gd name="connsiteY3" fmla="*/ 33219 h 365728"/>
                <a:gd name="connsiteX4" fmla="*/ 103948 w 826442"/>
                <a:gd name="connsiteY4" fmla="*/ 41695 h 365728"/>
                <a:gd name="connsiteX0" fmla="*/ 103948 w 902203"/>
                <a:gd name="connsiteY0" fmla="*/ 41695 h 365759"/>
                <a:gd name="connsiteX1" fmla="*/ 43973 w 902203"/>
                <a:gd name="connsiteY1" fmla="*/ 355337 h 365759"/>
                <a:gd name="connsiteX2" fmla="*/ 755750 w 902203"/>
                <a:gd name="connsiteY2" fmla="*/ 365728 h 365759"/>
                <a:gd name="connsiteX3" fmla="*/ 786923 w 902203"/>
                <a:gd name="connsiteY3" fmla="*/ 33219 h 365759"/>
                <a:gd name="connsiteX4" fmla="*/ 103948 w 902203"/>
                <a:gd name="connsiteY4" fmla="*/ 41695 h 365759"/>
                <a:gd name="connsiteX0" fmla="*/ 103948 w 832807"/>
                <a:gd name="connsiteY0" fmla="*/ 41695 h 373309"/>
                <a:gd name="connsiteX1" fmla="*/ 43973 w 832807"/>
                <a:gd name="connsiteY1" fmla="*/ 355337 h 373309"/>
                <a:gd name="connsiteX2" fmla="*/ 755750 w 832807"/>
                <a:gd name="connsiteY2" fmla="*/ 365728 h 373309"/>
                <a:gd name="connsiteX3" fmla="*/ 786923 w 832807"/>
                <a:gd name="connsiteY3" fmla="*/ 33219 h 373309"/>
                <a:gd name="connsiteX4" fmla="*/ 103948 w 832807"/>
                <a:gd name="connsiteY4" fmla="*/ 41695 h 373309"/>
                <a:gd name="connsiteX0" fmla="*/ 103948 w 801014"/>
                <a:gd name="connsiteY0" fmla="*/ 51459 h 383073"/>
                <a:gd name="connsiteX1" fmla="*/ 43973 w 801014"/>
                <a:gd name="connsiteY1" fmla="*/ 365101 h 383073"/>
                <a:gd name="connsiteX2" fmla="*/ 755750 w 801014"/>
                <a:gd name="connsiteY2" fmla="*/ 375492 h 383073"/>
                <a:gd name="connsiteX3" fmla="*/ 786923 w 801014"/>
                <a:gd name="connsiteY3" fmla="*/ 42983 h 383073"/>
                <a:gd name="connsiteX4" fmla="*/ 103948 w 801014"/>
                <a:gd name="connsiteY4" fmla="*/ 51459 h 383073"/>
                <a:gd name="connsiteX0" fmla="*/ 121859 w 853921"/>
                <a:gd name="connsiteY0" fmla="*/ 29378 h 372549"/>
                <a:gd name="connsiteX1" fmla="*/ 61884 w 853921"/>
                <a:gd name="connsiteY1" fmla="*/ 343020 h 372549"/>
                <a:gd name="connsiteX2" fmla="*/ 773661 w 853921"/>
                <a:gd name="connsiteY2" fmla="*/ 353411 h 372549"/>
                <a:gd name="connsiteX3" fmla="*/ 812856 w 853921"/>
                <a:gd name="connsiteY3" fmla="*/ 61008 h 372549"/>
                <a:gd name="connsiteX4" fmla="*/ 121859 w 853921"/>
                <a:gd name="connsiteY4" fmla="*/ 29378 h 372549"/>
                <a:gd name="connsiteX0" fmla="*/ 121859 w 841754"/>
                <a:gd name="connsiteY0" fmla="*/ 29378 h 372549"/>
                <a:gd name="connsiteX1" fmla="*/ 61884 w 841754"/>
                <a:gd name="connsiteY1" fmla="*/ 343020 h 372549"/>
                <a:gd name="connsiteX2" fmla="*/ 773661 w 841754"/>
                <a:gd name="connsiteY2" fmla="*/ 353411 h 372549"/>
                <a:gd name="connsiteX3" fmla="*/ 812856 w 841754"/>
                <a:gd name="connsiteY3" fmla="*/ 61008 h 372549"/>
                <a:gd name="connsiteX4" fmla="*/ 121859 w 841754"/>
                <a:gd name="connsiteY4" fmla="*/ 29378 h 372549"/>
                <a:gd name="connsiteX0" fmla="*/ 121859 w 812868"/>
                <a:gd name="connsiteY0" fmla="*/ 29378 h 377863"/>
                <a:gd name="connsiteX1" fmla="*/ 61884 w 812868"/>
                <a:gd name="connsiteY1" fmla="*/ 343020 h 377863"/>
                <a:gd name="connsiteX2" fmla="*/ 773661 w 812868"/>
                <a:gd name="connsiteY2" fmla="*/ 353411 h 377863"/>
                <a:gd name="connsiteX3" fmla="*/ 812856 w 812868"/>
                <a:gd name="connsiteY3" fmla="*/ 61008 h 377863"/>
                <a:gd name="connsiteX4" fmla="*/ 121859 w 812868"/>
                <a:gd name="connsiteY4" fmla="*/ 29378 h 377863"/>
                <a:gd name="connsiteX0" fmla="*/ 178361 w 869370"/>
                <a:gd name="connsiteY0" fmla="*/ 29378 h 377863"/>
                <a:gd name="connsiteX1" fmla="*/ 118386 w 869370"/>
                <a:gd name="connsiteY1" fmla="*/ 343020 h 377863"/>
                <a:gd name="connsiteX2" fmla="*/ 830163 w 869370"/>
                <a:gd name="connsiteY2" fmla="*/ 353411 h 377863"/>
                <a:gd name="connsiteX3" fmla="*/ 869358 w 869370"/>
                <a:gd name="connsiteY3" fmla="*/ 61008 h 377863"/>
                <a:gd name="connsiteX4" fmla="*/ 178361 w 869370"/>
                <a:gd name="connsiteY4" fmla="*/ 29378 h 377863"/>
                <a:gd name="connsiteX0" fmla="*/ 81713 w 772722"/>
                <a:gd name="connsiteY0" fmla="*/ 29378 h 380401"/>
                <a:gd name="connsiteX1" fmla="*/ 21738 w 772722"/>
                <a:gd name="connsiteY1" fmla="*/ 343020 h 380401"/>
                <a:gd name="connsiteX2" fmla="*/ 733515 w 772722"/>
                <a:gd name="connsiteY2" fmla="*/ 353411 h 380401"/>
                <a:gd name="connsiteX3" fmla="*/ 772710 w 772722"/>
                <a:gd name="connsiteY3" fmla="*/ 61008 h 380401"/>
                <a:gd name="connsiteX4" fmla="*/ 81713 w 772722"/>
                <a:gd name="connsiteY4" fmla="*/ 29378 h 380401"/>
                <a:gd name="connsiteX0" fmla="*/ 81713 w 772736"/>
                <a:gd name="connsiteY0" fmla="*/ 29378 h 364363"/>
                <a:gd name="connsiteX1" fmla="*/ 21738 w 772736"/>
                <a:gd name="connsiteY1" fmla="*/ 343020 h 364363"/>
                <a:gd name="connsiteX2" fmla="*/ 733515 w 772736"/>
                <a:gd name="connsiteY2" fmla="*/ 353411 h 364363"/>
                <a:gd name="connsiteX3" fmla="*/ 772710 w 772736"/>
                <a:gd name="connsiteY3" fmla="*/ 61008 h 364363"/>
                <a:gd name="connsiteX4" fmla="*/ 81713 w 772736"/>
                <a:gd name="connsiteY4" fmla="*/ 29378 h 364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2736" h="364363">
                  <a:moveTo>
                    <a:pt x="81713" y="29378"/>
                  </a:moveTo>
                  <a:cubicBezTo>
                    <a:pt x="-43449" y="76380"/>
                    <a:pt x="9068" y="327524"/>
                    <a:pt x="21738" y="343020"/>
                  </a:cubicBezTo>
                  <a:cubicBezTo>
                    <a:pt x="34408" y="358516"/>
                    <a:pt x="696585" y="376349"/>
                    <a:pt x="733515" y="353411"/>
                  </a:cubicBezTo>
                  <a:cubicBezTo>
                    <a:pt x="770445" y="330473"/>
                    <a:pt x="773059" y="131055"/>
                    <a:pt x="772710" y="61008"/>
                  </a:cubicBezTo>
                  <a:cubicBezTo>
                    <a:pt x="772361" y="-9039"/>
                    <a:pt x="206875" y="-17624"/>
                    <a:pt x="81713" y="29378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"/>
            <p:cNvSpPr/>
            <p:nvPr/>
          </p:nvSpPr>
          <p:spPr>
            <a:xfrm>
              <a:off x="9544050" y="4275858"/>
              <a:ext cx="846859" cy="420832"/>
            </a:xfrm>
            <a:custGeom>
              <a:avLst/>
              <a:gdLst>
                <a:gd name="connsiteX0" fmla="*/ 181841 w 893618"/>
                <a:gd name="connsiteY0" fmla="*/ 0 h 493568"/>
                <a:gd name="connsiteX1" fmla="*/ 0 w 893618"/>
                <a:gd name="connsiteY1" fmla="*/ 477982 h 493568"/>
                <a:gd name="connsiteX2" fmla="*/ 794905 w 893618"/>
                <a:gd name="connsiteY2" fmla="*/ 493568 h 493568"/>
                <a:gd name="connsiteX3" fmla="*/ 893618 w 893618"/>
                <a:gd name="connsiteY3" fmla="*/ 0 h 493568"/>
                <a:gd name="connsiteX0" fmla="*/ 150668 w 862445"/>
                <a:gd name="connsiteY0" fmla="*/ 0 h 493568"/>
                <a:gd name="connsiteX1" fmla="*/ 0 w 862445"/>
                <a:gd name="connsiteY1" fmla="*/ 405246 h 493568"/>
                <a:gd name="connsiteX2" fmla="*/ 763732 w 862445"/>
                <a:gd name="connsiteY2" fmla="*/ 493568 h 493568"/>
                <a:gd name="connsiteX3" fmla="*/ 862445 w 862445"/>
                <a:gd name="connsiteY3" fmla="*/ 0 h 493568"/>
                <a:gd name="connsiteX0" fmla="*/ 150668 w 862445"/>
                <a:gd name="connsiteY0" fmla="*/ 0 h 446809"/>
                <a:gd name="connsiteX1" fmla="*/ 0 w 862445"/>
                <a:gd name="connsiteY1" fmla="*/ 405246 h 446809"/>
                <a:gd name="connsiteX2" fmla="*/ 774123 w 862445"/>
                <a:gd name="connsiteY2" fmla="*/ 446809 h 446809"/>
                <a:gd name="connsiteX3" fmla="*/ 862445 w 862445"/>
                <a:gd name="connsiteY3" fmla="*/ 0 h 446809"/>
                <a:gd name="connsiteX0" fmla="*/ 150668 w 846859"/>
                <a:gd name="connsiteY0" fmla="*/ 0 h 446809"/>
                <a:gd name="connsiteX1" fmla="*/ 0 w 846859"/>
                <a:gd name="connsiteY1" fmla="*/ 405246 h 446809"/>
                <a:gd name="connsiteX2" fmla="*/ 774123 w 846859"/>
                <a:gd name="connsiteY2" fmla="*/ 446809 h 446809"/>
                <a:gd name="connsiteX3" fmla="*/ 846859 w 846859"/>
                <a:gd name="connsiteY3" fmla="*/ 0 h 446809"/>
                <a:gd name="connsiteX0" fmla="*/ 150668 w 846859"/>
                <a:gd name="connsiteY0" fmla="*/ 0 h 426027"/>
                <a:gd name="connsiteX1" fmla="*/ 0 w 846859"/>
                <a:gd name="connsiteY1" fmla="*/ 405246 h 426027"/>
                <a:gd name="connsiteX2" fmla="*/ 800101 w 846859"/>
                <a:gd name="connsiteY2" fmla="*/ 426027 h 426027"/>
                <a:gd name="connsiteX3" fmla="*/ 846859 w 846859"/>
                <a:gd name="connsiteY3" fmla="*/ 0 h 426027"/>
                <a:gd name="connsiteX0" fmla="*/ 150668 w 846859"/>
                <a:gd name="connsiteY0" fmla="*/ 0 h 426027"/>
                <a:gd name="connsiteX1" fmla="*/ 0 w 846859"/>
                <a:gd name="connsiteY1" fmla="*/ 405246 h 426027"/>
                <a:gd name="connsiteX2" fmla="*/ 800101 w 846859"/>
                <a:gd name="connsiteY2" fmla="*/ 426027 h 426027"/>
                <a:gd name="connsiteX3" fmla="*/ 794905 w 846859"/>
                <a:gd name="connsiteY3" fmla="*/ 228601 h 426027"/>
                <a:gd name="connsiteX4" fmla="*/ 846859 w 846859"/>
                <a:gd name="connsiteY4" fmla="*/ 0 h 426027"/>
                <a:gd name="connsiteX0" fmla="*/ 150668 w 846859"/>
                <a:gd name="connsiteY0" fmla="*/ 0 h 426027"/>
                <a:gd name="connsiteX1" fmla="*/ 57150 w 846859"/>
                <a:gd name="connsiteY1" fmla="*/ 187037 h 426027"/>
                <a:gd name="connsiteX2" fmla="*/ 0 w 846859"/>
                <a:gd name="connsiteY2" fmla="*/ 405246 h 426027"/>
                <a:gd name="connsiteX3" fmla="*/ 800101 w 846859"/>
                <a:gd name="connsiteY3" fmla="*/ 426027 h 426027"/>
                <a:gd name="connsiteX4" fmla="*/ 794905 w 846859"/>
                <a:gd name="connsiteY4" fmla="*/ 228601 h 426027"/>
                <a:gd name="connsiteX5" fmla="*/ 846859 w 846859"/>
                <a:gd name="connsiteY5" fmla="*/ 0 h 426027"/>
                <a:gd name="connsiteX0" fmla="*/ 150668 w 846859"/>
                <a:gd name="connsiteY0" fmla="*/ 0 h 426027"/>
                <a:gd name="connsiteX1" fmla="*/ 57150 w 846859"/>
                <a:gd name="connsiteY1" fmla="*/ 187037 h 426027"/>
                <a:gd name="connsiteX2" fmla="*/ 0 w 846859"/>
                <a:gd name="connsiteY2" fmla="*/ 363682 h 426027"/>
                <a:gd name="connsiteX3" fmla="*/ 800101 w 846859"/>
                <a:gd name="connsiteY3" fmla="*/ 426027 h 426027"/>
                <a:gd name="connsiteX4" fmla="*/ 794905 w 846859"/>
                <a:gd name="connsiteY4" fmla="*/ 228601 h 426027"/>
                <a:gd name="connsiteX5" fmla="*/ 846859 w 846859"/>
                <a:gd name="connsiteY5" fmla="*/ 0 h 426027"/>
                <a:gd name="connsiteX0" fmla="*/ 150668 w 846859"/>
                <a:gd name="connsiteY0" fmla="*/ 0 h 420832"/>
                <a:gd name="connsiteX1" fmla="*/ 57150 w 846859"/>
                <a:gd name="connsiteY1" fmla="*/ 187037 h 420832"/>
                <a:gd name="connsiteX2" fmla="*/ 0 w 846859"/>
                <a:gd name="connsiteY2" fmla="*/ 363682 h 420832"/>
                <a:gd name="connsiteX3" fmla="*/ 789711 w 846859"/>
                <a:gd name="connsiteY3" fmla="*/ 420832 h 420832"/>
                <a:gd name="connsiteX4" fmla="*/ 794905 w 846859"/>
                <a:gd name="connsiteY4" fmla="*/ 228601 h 420832"/>
                <a:gd name="connsiteX5" fmla="*/ 846859 w 846859"/>
                <a:gd name="connsiteY5" fmla="*/ 0 h 42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6859" h="420832">
                  <a:moveTo>
                    <a:pt x="150668" y="0"/>
                  </a:moveTo>
                  <a:cubicBezTo>
                    <a:pt x="124691" y="62346"/>
                    <a:pt x="83127" y="124691"/>
                    <a:pt x="57150" y="187037"/>
                  </a:cubicBezTo>
                  <a:lnTo>
                    <a:pt x="0" y="363682"/>
                  </a:lnTo>
                  <a:lnTo>
                    <a:pt x="789711" y="420832"/>
                  </a:lnTo>
                  <a:cubicBezTo>
                    <a:pt x="793174" y="355023"/>
                    <a:pt x="791442" y="294410"/>
                    <a:pt x="794905" y="228601"/>
                  </a:cubicBezTo>
                  <a:lnTo>
                    <a:pt x="846859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6"/>
            <p:cNvSpPr/>
            <p:nvPr/>
          </p:nvSpPr>
          <p:spPr>
            <a:xfrm>
              <a:off x="9299864" y="4482492"/>
              <a:ext cx="292858" cy="692181"/>
            </a:xfrm>
            <a:custGeom>
              <a:avLst/>
              <a:gdLst>
                <a:gd name="connsiteX0" fmla="*/ 316922 w 316922"/>
                <a:gd name="connsiteY0" fmla="*/ 0 h 696191"/>
                <a:gd name="connsiteX1" fmla="*/ 67541 w 316922"/>
                <a:gd name="connsiteY1" fmla="*/ 41563 h 696191"/>
                <a:gd name="connsiteX2" fmla="*/ 0 w 316922"/>
                <a:gd name="connsiteY2" fmla="*/ 665018 h 696191"/>
                <a:gd name="connsiteX3" fmla="*/ 0 w 316922"/>
                <a:gd name="connsiteY3" fmla="*/ 696191 h 696191"/>
                <a:gd name="connsiteX0" fmla="*/ 292858 w 292858"/>
                <a:gd name="connsiteY0" fmla="*/ 0 h 692181"/>
                <a:gd name="connsiteX1" fmla="*/ 67541 w 292858"/>
                <a:gd name="connsiteY1" fmla="*/ 37553 h 692181"/>
                <a:gd name="connsiteX2" fmla="*/ 0 w 292858"/>
                <a:gd name="connsiteY2" fmla="*/ 661008 h 692181"/>
                <a:gd name="connsiteX3" fmla="*/ 0 w 292858"/>
                <a:gd name="connsiteY3" fmla="*/ 692181 h 692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58" h="692181">
                  <a:moveTo>
                    <a:pt x="292858" y="0"/>
                  </a:moveTo>
                  <a:lnTo>
                    <a:pt x="67541" y="37553"/>
                  </a:lnTo>
                  <a:lnTo>
                    <a:pt x="0" y="661008"/>
                  </a:lnTo>
                  <a:lnTo>
                    <a:pt x="0" y="692181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7"/>
            <p:cNvSpPr/>
            <p:nvPr/>
          </p:nvSpPr>
          <p:spPr>
            <a:xfrm>
              <a:off x="9310256" y="4982441"/>
              <a:ext cx="358486" cy="109104"/>
            </a:xfrm>
            <a:custGeom>
              <a:avLst/>
              <a:gdLst>
                <a:gd name="connsiteX0" fmla="*/ 0 w 374073"/>
                <a:gd name="connsiteY0" fmla="*/ 109104 h 109104"/>
                <a:gd name="connsiteX1" fmla="*/ 296141 w 374073"/>
                <a:gd name="connsiteY1" fmla="*/ 0 h 109104"/>
                <a:gd name="connsiteX2" fmla="*/ 374073 w 374073"/>
                <a:gd name="connsiteY2" fmla="*/ 5195 h 109104"/>
                <a:gd name="connsiteX0" fmla="*/ 0 w 358486"/>
                <a:gd name="connsiteY0" fmla="*/ 109104 h 109104"/>
                <a:gd name="connsiteX1" fmla="*/ 280554 w 358486"/>
                <a:gd name="connsiteY1" fmla="*/ 0 h 109104"/>
                <a:gd name="connsiteX2" fmla="*/ 358486 w 358486"/>
                <a:gd name="connsiteY2" fmla="*/ 5195 h 109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8486" h="109104">
                  <a:moveTo>
                    <a:pt x="0" y="109104"/>
                  </a:moveTo>
                  <a:lnTo>
                    <a:pt x="280554" y="0"/>
                  </a:lnTo>
                  <a:lnTo>
                    <a:pt x="358486" y="5195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/>
          </p:nvSpPr>
          <p:spPr>
            <a:xfrm>
              <a:off x="10115550" y="4540827"/>
              <a:ext cx="62345" cy="711778"/>
            </a:xfrm>
            <a:custGeom>
              <a:avLst/>
              <a:gdLst>
                <a:gd name="connsiteX0" fmla="*/ 62345 w 62345"/>
                <a:gd name="connsiteY0" fmla="*/ 0 h 711778"/>
                <a:gd name="connsiteX1" fmla="*/ 0 w 62345"/>
                <a:gd name="connsiteY1" fmla="*/ 711778 h 711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2345" h="711778">
                  <a:moveTo>
                    <a:pt x="62345" y="0"/>
                  </a:moveTo>
                  <a:lnTo>
                    <a:pt x="0" y="711778"/>
                  </a:lnTo>
                </a:path>
              </a:pathLst>
            </a:custGeom>
            <a:noFill/>
            <a:ln>
              <a:solidFill>
                <a:schemeClr val="tx1">
                  <a:alpha val="99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20"/>
            <p:cNvSpPr/>
            <p:nvPr/>
          </p:nvSpPr>
          <p:spPr>
            <a:xfrm>
              <a:off x="10172700" y="4478482"/>
              <a:ext cx="353291" cy="83127"/>
            </a:xfrm>
            <a:custGeom>
              <a:avLst/>
              <a:gdLst>
                <a:gd name="connsiteX0" fmla="*/ 0 w 353291"/>
                <a:gd name="connsiteY0" fmla="*/ 83127 h 83127"/>
                <a:gd name="connsiteX1" fmla="*/ 353291 w 353291"/>
                <a:gd name="connsiteY1" fmla="*/ 25977 h 83127"/>
                <a:gd name="connsiteX2" fmla="*/ 353291 w 353291"/>
                <a:gd name="connsiteY2" fmla="*/ 0 h 83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3291" h="83127">
                  <a:moveTo>
                    <a:pt x="0" y="83127"/>
                  </a:moveTo>
                  <a:lnTo>
                    <a:pt x="353291" y="25977"/>
                  </a:lnTo>
                  <a:lnTo>
                    <a:pt x="353291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 21"/>
            <p:cNvSpPr/>
            <p:nvPr/>
          </p:nvSpPr>
          <p:spPr>
            <a:xfrm>
              <a:off x="9632373" y="5008418"/>
              <a:ext cx="758536" cy="51955"/>
            </a:xfrm>
            <a:custGeom>
              <a:avLst/>
              <a:gdLst>
                <a:gd name="connsiteX0" fmla="*/ 0 w 758536"/>
                <a:gd name="connsiteY0" fmla="*/ 0 h 51955"/>
                <a:gd name="connsiteX1" fmla="*/ 758536 w 758536"/>
                <a:gd name="connsiteY1" fmla="*/ 51955 h 5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58536" h="51955">
                  <a:moveTo>
                    <a:pt x="0" y="0"/>
                  </a:moveTo>
                  <a:lnTo>
                    <a:pt x="758536" y="51955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22"/>
            <p:cNvSpPr/>
            <p:nvPr/>
          </p:nvSpPr>
          <p:spPr>
            <a:xfrm>
              <a:off x="9310255" y="4987636"/>
              <a:ext cx="337704" cy="145473"/>
            </a:xfrm>
            <a:custGeom>
              <a:avLst/>
              <a:gdLst>
                <a:gd name="connsiteX0" fmla="*/ 0 w 337704"/>
                <a:gd name="connsiteY0" fmla="*/ 145473 h 145473"/>
                <a:gd name="connsiteX1" fmla="*/ 337704 w 337704"/>
                <a:gd name="connsiteY1" fmla="*/ 0 h 145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7704" h="145473">
                  <a:moveTo>
                    <a:pt x="0" y="145473"/>
                  </a:moveTo>
                  <a:lnTo>
                    <a:pt x="337704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23"/>
            <p:cNvSpPr/>
            <p:nvPr/>
          </p:nvSpPr>
          <p:spPr>
            <a:xfrm>
              <a:off x="9341427" y="4888923"/>
              <a:ext cx="722168" cy="72736"/>
            </a:xfrm>
            <a:custGeom>
              <a:avLst/>
              <a:gdLst>
                <a:gd name="connsiteX0" fmla="*/ 0 w 722168"/>
                <a:gd name="connsiteY0" fmla="*/ 0 h 72736"/>
                <a:gd name="connsiteX1" fmla="*/ 722168 w 722168"/>
                <a:gd name="connsiteY1" fmla="*/ 72736 h 72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2168" h="72736">
                  <a:moveTo>
                    <a:pt x="0" y="0"/>
                  </a:moveTo>
                  <a:lnTo>
                    <a:pt x="722168" y="72736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24"/>
            <p:cNvSpPr/>
            <p:nvPr/>
          </p:nvSpPr>
          <p:spPr>
            <a:xfrm>
              <a:off x="9351818" y="4805795"/>
              <a:ext cx="722168" cy="67541"/>
            </a:xfrm>
            <a:custGeom>
              <a:avLst/>
              <a:gdLst>
                <a:gd name="connsiteX0" fmla="*/ 0 w 722168"/>
                <a:gd name="connsiteY0" fmla="*/ 0 h 67541"/>
                <a:gd name="connsiteX1" fmla="*/ 722168 w 722168"/>
                <a:gd name="connsiteY1" fmla="*/ 67541 h 67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2168" h="67541">
                  <a:moveTo>
                    <a:pt x="0" y="0"/>
                  </a:moveTo>
                  <a:lnTo>
                    <a:pt x="722168" y="67541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 25"/>
            <p:cNvSpPr/>
            <p:nvPr/>
          </p:nvSpPr>
          <p:spPr>
            <a:xfrm>
              <a:off x="9288509" y="4688819"/>
              <a:ext cx="785477" cy="122171"/>
            </a:xfrm>
            <a:custGeom>
              <a:avLst/>
              <a:gdLst>
                <a:gd name="connsiteX0" fmla="*/ 0 w 784513"/>
                <a:gd name="connsiteY0" fmla="*/ 0 h 124691"/>
                <a:gd name="connsiteX1" fmla="*/ 384463 w 784513"/>
                <a:gd name="connsiteY1" fmla="*/ 124691 h 124691"/>
                <a:gd name="connsiteX2" fmla="*/ 784513 w 784513"/>
                <a:gd name="connsiteY2" fmla="*/ 93519 h 124691"/>
                <a:gd name="connsiteX3" fmla="*/ 779318 w 784513"/>
                <a:gd name="connsiteY3" fmla="*/ 36369 h 124691"/>
                <a:gd name="connsiteX4" fmla="*/ 290945 w 784513"/>
                <a:gd name="connsiteY4" fmla="*/ 36369 h 124691"/>
                <a:gd name="connsiteX5" fmla="*/ 0 w 784513"/>
                <a:gd name="connsiteY5" fmla="*/ 0 h 124691"/>
                <a:gd name="connsiteX0" fmla="*/ 0 w 784513"/>
                <a:gd name="connsiteY0" fmla="*/ 0 h 128863"/>
                <a:gd name="connsiteX1" fmla="*/ 384463 w 784513"/>
                <a:gd name="connsiteY1" fmla="*/ 124691 h 128863"/>
                <a:gd name="connsiteX2" fmla="*/ 784513 w 784513"/>
                <a:gd name="connsiteY2" fmla="*/ 93519 h 128863"/>
                <a:gd name="connsiteX3" fmla="*/ 779318 w 784513"/>
                <a:gd name="connsiteY3" fmla="*/ 36369 h 128863"/>
                <a:gd name="connsiteX4" fmla="*/ 290945 w 784513"/>
                <a:gd name="connsiteY4" fmla="*/ 36369 h 128863"/>
                <a:gd name="connsiteX5" fmla="*/ 0 w 784513"/>
                <a:gd name="connsiteY5" fmla="*/ 0 h 128863"/>
                <a:gd name="connsiteX0" fmla="*/ 0 w 784513"/>
                <a:gd name="connsiteY0" fmla="*/ 0 h 115406"/>
                <a:gd name="connsiteX1" fmla="*/ 384463 w 784513"/>
                <a:gd name="connsiteY1" fmla="*/ 109105 h 115406"/>
                <a:gd name="connsiteX2" fmla="*/ 784513 w 784513"/>
                <a:gd name="connsiteY2" fmla="*/ 93519 h 115406"/>
                <a:gd name="connsiteX3" fmla="*/ 779318 w 784513"/>
                <a:gd name="connsiteY3" fmla="*/ 36369 h 115406"/>
                <a:gd name="connsiteX4" fmla="*/ 290945 w 784513"/>
                <a:gd name="connsiteY4" fmla="*/ 36369 h 115406"/>
                <a:gd name="connsiteX5" fmla="*/ 0 w 784513"/>
                <a:gd name="connsiteY5" fmla="*/ 0 h 115406"/>
                <a:gd name="connsiteX0" fmla="*/ 0 w 784513"/>
                <a:gd name="connsiteY0" fmla="*/ 0 h 109105"/>
                <a:gd name="connsiteX1" fmla="*/ 384463 w 784513"/>
                <a:gd name="connsiteY1" fmla="*/ 109105 h 109105"/>
                <a:gd name="connsiteX2" fmla="*/ 784513 w 784513"/>
                <a:gd name="connsiteY2" fmla="*/ 93519 h 109105"/>
                <a:gd name="connsiteX3" fmla="*/ 779318 w 784513"/>
                <a:gd name="connsiteY3" fmla="*/ 36369 h 109105"/>
                <a:gd name="connsiteX4" fmla="*/ 290945 w 784513"/>
                <a:gd name="connsiteY4" fmla="*/ 36369 h 109105"/>
                <a:gd name="connsiteX5" fmla="*/ 0 w 784513"/>
                <a:gd name="connsiteY5" fmla="*/ 0 h 109105"/>
                <a:gd name="connsiteX0" fmla="*/ 0 w 784513"/>
                <a:gd name="connsiteY0" fmla="*/ 0 h 119496"/>
                <a:gd name="connsiteX1" fmla="*/ 384463 w 784513"/>
                <a:gd name="connsiteY1" fmla="*/ 119496 h 119496"/>
                <a:gd name="connsiteX2" fmla="*/ 784513 w 784513"/>
                <a:gd name="connsiteY2" fmla="*/ 93519 h 119496"/>
                <a:gd name="connsiteX3" fmla="*/ 779318 w 784513"/>
                <a:gd name="connsiteY3" fmla="*/ 36369 h 119496"/>
                <a:gd name="connsiteX4" fmla="*/ 290945 w 784513"/>
                <a:gd name="connsiteY4" fmla="*/ 36369 h 119496"/>
                <a:gd name="connsiteX5" fmla="*/ 0 w 784513"/>
                <a:gd name="connsiteY5" fmla="*/ 0 h 119496"/>
                <a:gd name="connsiteX0" fmla="*/ 964 w 785477"/>
                <a:gd name="connsiteY0" fmla="*/ 2675 h 122171"/>
                <a:gd name="connsiteX1" fmla="*/ 385427 w 785477"/>
                <a:gd name="connsiteY1" fmla="*/ 122171 h 122171"/>
                <a:gd name="connsiteX2" fmla="*/ 785477 w 785477"/>
                <a:gd name="connsiteY2" fmla="*/ 96194 h 122171"/>
                <a:gd name="connsiteX3" fmla="*/ 780282 w 785477"/>
                <a:gd name="connsiteY3" fmla="*/ 39044 h 122171"/>
                <a:gd name="connsiteX4" fmla="*/ 291909 w 785477"/>
                <a:gd name="connsiteY4" fmla="*/ 39044 h 122171"/>
                <a:gd name="connsiteX5" fmla="*/ 964 w 785477"/>
                <a:gd name="connsiteY5" fmla="*/ 2675 h 122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5477" h="122171">
                  <a:moveTo>
                    <a:pt x="964" y="2675"/>
                  </a:moveTo>
                  <a:cubicBezTo>
                    <a:pt x="16550" y="17395"/>
                    <a:pt x="265066" y="122172"/>
                    <a:pt x="385427" y="122171"/>
                  </a:cubicBezTo>
                  <a:cubicBezTo>
                    <a:pt x="505788" y="122170"/>
                    <a:pt x="719668" y="110914"/>
                    <a:pt x="785477" y="96194"/>
                  </a:cubicBezTo>
                  <a:lnTo>
                    <a:pt x="780282" y="39044"/>
                  </a:lnTo>
                  <a:cubicBezTo>
                    <a:pt x="698021" y="29519"/>
                    <a:pt x="421795" y="45105"/>
                    <a:pt x="291909" y="39044"/>
                  </a:cubicBezTo>
                  <a:cubicBezTo>
                    <a:pt x="162023" y="32983"/>
                    <a:pt x="-14622" y="-11179"/>
                    <a:pt x="964" y="2675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26"/>
            <p:cNvSpPr/>
            <p:nvPr/>
          </p:nvSpPr>
          <p:spPr>
            <a:xfrm>
              <a:off x="9268691" y="4634345"/>
              <a:ext cx="815687" cy="51955"/>
            </a:xfrm>
            <a:custGeom>
              <a:avLst/>
              <a:gdLst>
                <a:gd name="connsiteX0" fmla="*/ 0 w 810491"/>
                <a:gd name="connsiteY0" fmla="*/ 51955 h 51955"/>
                <a:gd name="connsiteX1" fmla="*/ 83127 w 810491"/>
                <a:gd name="connsiteY1" fmla="*/ 0 h 51955"/>
                <a:gd name="connsiteX2" fmla="*/ 810491 w 810491"/>
                <a:gd name="connsiteY2" fmla="*/ 31173 h 51955"/>
                <a:gd name="connsiteX0" fmla="*/ 0 w 815687"/>
                <a:gd name="connsiteY0" fmla="*/ 51955 h 51955"/>
                <a:gd name="connsiteX1" fmla="*/ 83127 w 815687"/>
                <a:gd name="connsiteY1" fmla="*/ 0 h 51955"/>
                <a:gd name="connsiteX2" fmla="*/ 815687 w 815687"/>
                <a:gd name="connsiteY2" fmla="*/ 36368 h 5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15687" h="51955">
                  <a:moveTo>
                    <a:pt x="0" y="51955"/>
                  </a:moveTo>
                  <a:lnTo>
                    <a:pt x="83127" y="0"/>
                  </a:lnTo>
                  <a:lnTo>
                    <a:pt x="815687" y="36368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任意多边形 27"/>
            <p:cNvSpPr/>
            <p:nvPr/>
          </p:nvSpPr>
          <p:spPr>
            <a:xfrm>
              <a:off x="10151917" y="4691495"/>
              <a:ext cx="186938" cy="93519"/>
            </a:xfrm>
            <a:custGeom>
              <a:avLst/>
              <a:gdLst>
                <a:gd name="connsiteX0" fmla="*/ 0 w 207818"/>
                <a:gd name="connsiteY0" fmla="*/ 103909 h 103909"/>
                <a:gd name="connsiteX1" fmla="*/ 202623 w 207818"/>
                <a:gd name="connsiteY1" fmla="*/ 93518 h 103909"/>
                <a:gd name="connsiteX2" fmla="*/ 207818 w 207818"/>
                <a:gd name="connsiteY2" fmla="*/ 0 h 103909"/>
                <a:gd name="connsiteX3" fmla="*/ 155864 w 207818"/>
                <a:gd name="connsiteY3" fmla="*/ 41563 h 103909"/>
                <a:gd name="connsiteX4" fmla="*/ 10391 w 207818"/>
                <a:gd name="connsiteY4" fmla="*/ 51954 h 103909"/>
                <a:gd name="connsiteX0" fmla="*/ 0 w 202623"/>
                <a:gd name="connsiteY0" fmla="*/ 93519 h 93519"/>
                <a:gd name="connsiteX1" fmla="*/ 202623 w 202623"/>
                <a:gd name="connsiteY1" fmla="*/ 83128 h 93519"/>
                <a:gd name="connsiteX2" fmla="*/ 176646 w 202623"/>
                <a:gd name="connsiteY2" fmla="*/ 0 h 93519"/>
                <a:gd name="connsiteX3" fmla="*/ 155864 w 202623"/>
                <a:gd name="connsiteY3" fmla="*/ 31173 h 93519"/>
                <a:gd name="connsiteX4" fmla="*/ 10391 w 202623"/>
                <a:gd name="connsiteY4" fmla="*/ 41564 h 93519"/>
                <a:gd name="connsiteX0" fmla="*/ 0 w 212129"/>
                <a:gd name="connsiteY0" fmla="*/ 93519 h 93519"/>
                <a:gd name="connsiteX1" fmla="*/ 202623 w 212129"/>
                <a:gd name="connsiteY1" fmla="*/ 83128 h 93519"/>
                <a:gd name="connsiteX2" fmla="*/ 176646 w 212129"/>
                <a:gd name="connsiteY2" fmla="*/ 0 h 93519"/>
                <a:gd name="connsiteX3" fmla="*/ 155864 w 212129"/>
                <a:gd name="connsiteY3" fmla="*/ 31173 h 93519"/>
                <a:gd name="connsiteX4" fmla="*/ 10391 w 212129"/>
                <a:gd name="connsiteY4" fmla="*/ 41564 h 93519"/>
                <a:gd name="connsiteX0" fmla="*/ 0 w 195850"/>
                <a:gd name="connsiteY0" fmla="*/ 93519 h 93519"/>
                <a:gd name="connsiteX1" fmla="*/ 182570 w 195850"/>
                <a:gd name="connsiteY1" fmla="*/ 83128 h 93519"/>
                <a:gd name="connsiteX2" fmla="*/ 176646 w 195850"/>
                <a:gd name="connsiteY2" fmla="*/ 0 h 93519"/>
                <a:gd name="connsiteX3" fmla="*/ 155864 w 195850"/>
                <a:gd name="connsiteY3" fmla="*/ 31173 h 93519"/>
                <a:gd name="connsiteX4" fmla="*/ 10391 w 195850"/>
                <a:gd name="connsiteY4" fmla="*/ 41564 h 93519"/>
                <a:gd name="connsiteX0" fmla="*/ 0 w 186938"/>
                <a:gd name="connsiteY0" fmla="*/ 93519 h 93519"/>
                <a:gd name="connsiteX1" fmla="*/ 182570 w 186938"/>
                <a:gd name="connsiteY1" fmla="*/ 83128 h 93519"/>
                <a:gd name="connsiteX2" fmla="*/ 176646 w 186938"/>
                <a:gd name="connsiteY2" fmla="*/ 0 h 93519"/>
                <a:gd name="connsiteX3" fmla="*/ 155864 w 186938"/>
                <a:gd name="connsiteY3" fmla="*/ 31173 h 93519"/>
                <a:gd name="connsiteX4" fmla="*/ 10391 w 186938"/>
                <a:gd name="connsiteY4" fmla="*/ 41564 h 93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6938" h="93519">
                  <a:moveTo>
                    <a:pt x="0" y="93519"/>
                  </a:moveTo>
                  <a:cubicBezTo>
                    <a:pt x="67541" y="90055"/>
                    <a:pt x="173182" y="90693"/>
                    <a:pt x="182570" y="83128"/>
                  </a:cubicBezTo>
                  <a:cubicBezTo>
                    <a:pt x="191958" y="75563"/>
                    <a:pt x="184439" y="8659"/>
                    <a:pt x="176646" y="0"/>
                  </a:cubicBezTo>
                  <a:lnTo>
                    <a:pt x="155864" y="31173"/>
                  </a:lnTo>
                  <a:lnTo>
                    <a:pt x="10391" y="41564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 15"/>
            <p:cNvSpPr/>
            <p:nvPr/>
          </p:nvSpPr>
          <p:spPr>
            <a:xfrm>
              <a:off x="9221932" y="4468092"/>
              <a:ext cx="1257300" cy="869828"/>
            </a:xfrm>
            <a:custGeom>
              <a:avLst/>
              <a:gdLst>
                <a:gd name="connsiteX0" fmla="*/ 394854 w 1257300"/>
                <a:gd name="connsiteY0" fmla="*/ 0 h 852054"/>
                <a:gd name="connsiteX1" fmla="*/ 72736 w 1257300"/>
                <a:gd name="connsiteY1" fmla="*/ 10391 h 852054"/>
                <a:gd name="connsiteX2" fmla="*/ 0 w 1257300"/>
                <a:gd name="connsiteY2" fmla="*/ 670214 h 852054"/>
                <a:gd name="connsiteX3" fmla="*/ 77932 w 1257300"/>
                <a:gd name="connsiteY3" fmla="*/ 701386 h 852054"/>
                <a:gd name="connsiteX4" fmla="*/ 436418 w 1257300"/>
                <a:gd name="connsiteY4" fmla="*/ 524741 h 852054"/>
                <a:gd name="connsiteX5" fmla="*/ 1189759 w 1257300"/>
                <a:gd name="connsiteY5" fmla="*/ 571500 h 852054"/>
                <a:gd name="connsiteX6" fmla="*/ 872836 w 1257300"/>
                <a:gd name="connsiteY6" fmla="*/ 794904 h 852054"/>
                <a:gd name="connsiteX7" fmla="*/ 940377 w 1257300"/>
                <a:gd name="connsiteY7" fmla="*/ 72736 h 852054"/>
                <a:gd name="connsiteX8" fmla="*/ 1257300 w 1257300"/>
                <a:gd name="connsiteY8" fmla="*/ 20782 h 852054"/>
                <a:gd name="connsiteX9" fmla="*/ 1137804 w 1257300"/>
                <a:gd name="connsiteY9" fmla="*/ 20782 h 852054"/>
                <a:gd name="connsiteX10" fmla="*/ 872836 w 1257300"/>
                <a:gd name="connsiteY10" fmla="*/ 46759 h 852054"/>
                <a:gd name="connsiteX11" fmla="*/ 800100 w 1257300"/>
                <a:gd name="connsiteY11" fmla="*/ 846859 h 852054"/>
                <a:gd name="connsiteX12" fmla="*/ 909204 w 1257300"/>
                <a:gd name="connsiteY12" fmla="*/ 852054 h 852054"/>
                <a:gd name="connsiteX13" fmla="*/ 1252104 w 1257300"/>
                <a:gd name="connsiteY13" fmla="*/ 587086 h 852054"/>
                <a:gd name="connsiteX14" fmla="*/ 1174173 w 1257300"/>
                <a:gd name="connsiteY14" fmla="*/ 566304 h 852054"/>
                <a:gd name="connsiteX0" fmla="*/ 394854 w 1257300"/>
                <a:gd name="connsiteY0" fmla="*/ 0 h 919138"/>
                <a:gd name="connsiteX1" fmla="*/ 72736 w 1257300"/>
                <a:gd name="connsiteY1" fmla="*/ 10391 h 919138"/>
                <a:gd name="connsiteX2" fmla="*/ 0 w 1257300"/>
                <a:gd name="connsiteY2" fmla="*/ 670214 h 919138"/>
                <a:gd name="connsiteX3" fmla="*/ 77932 w 1257300"/>
                <a:gd name="connsiteY3" fmla="*/ 701386 h 919138"/>
                <a:gd name="connsiteX4" fmla="*/ 436418 w 1257300"/>
                <a:gd name="connsiteY4" fmla="*/ 524741 h 919138"/>
                <a:gd name="connsiteX5" fmla="*/ 1189759 w 1257300"/>
                <a:gd name="connsiteY5" fmla="*/ 571500 h 919138"/>
                <a:gd name="connsiteX6" fmla="*/ 872836 w 1257300"/>
                <a:gd name="connsiteY6" fmla="*/ 794904 h 919138"/>
                <a:gd name="connsiteX7" fmla="*/ 940377 w 1257300"/>
                <a:gd name="connsiteY7" fmla="*/ 72736 h 919138"/>
                <a:gd name="connsiteX8" fmla="*/ 1257300 w 1257300"/>
                <a:gd name="connsiteY8" fmla="*/ 20782 h 919138"/>
                <a:gd name="connsiteX9" fmla="*/ 1137804 w 1257300"/>
                <a:gd name="connsiteY9" fmla="*/ 20782 h 919138"/>
                <a:gd name="connsiteX10" fmla="*/ 872836 w 1257300"/>
                <a:gd name="connsiteY10" fmla="*/ 46759 h 919138"/>
                <a:gd name="connsiteX11" fmla="*/ 800100 w 1257300"/>
                <a:gd name="connsiteY11" fmla="*/ 846859 h 919138"/>
                <a:gd name="connsiteX12" fmla="*/ 909204 w 1257300"/>
                <a:gd name="connsiteY12" fmla="*/ 852054 h 919138"/>
                <a:gd name="connsiteX13" fmla="*/ 1252104 w 1257300"/>
                <a:gd name="connsiteY13" fmla="*/ 587086 h 919138"/>
                <a:gd name="connsiteX14" fmla="*/ 1174173 w 1257300"/>
                <a:gd name="connsiteY14" fmla="*/ 566304 h 919138"/>
                <a:gd name="connsiteX0" fmla="*/ 394854 w 1257300"/>
                <a:gd name="connsiteY0" fmla="*/ 0 h 874202"/>
                <a:gd name="connsiteX1" fmla="*/ 72736 w 1257300"/>
                <a:gd name="connsiteY1" fmla="*/ 10391 h 874202"/>
                <a:gd name="connsiteX2" fmla="*/ 0 w 1257300"/>
                <a:gd name="connsiteY2" fmla="*/ 670214 h 874202"/>
                <a:gd name="connsiteX3" fmla="*/ 77932 w 1257300"/>
                <a:gd name="connsiteY3" fmla="*/ 701386 h 874202"/>
                <a:gd name="connsiteX4" fmla="*/ 436418 w 1257300"/>
                <a:gd name="connsiteY4" fmla="*/ 524741 h 874202"/>
                <a:gd name="connsiteX5" fmla="*/ 1189759 w 1257300"/>
                <a:gd name="connsiteY5" fmla="*/ 571500 h 874202"/>
                <a:gd name="connsiteX6" fmla="*/ 872836 w 1257300"/>
                <a:gd name="connsiteY6" fmla="*/ 794904 h 874202"/>
                <a:gd name="connsiteX7" fmla="*/ 940377 w 1257300"/>
                <a:gd name="connsiteY7" fmla="*/ 72736 h 874202"/>
                <a:gd name="connsiteX8" fmla="*/ 1257300 w 1257300"/>
                <a:gd name="connsiteY8" fmla="*/ 20782 h 874202"/>
                <a:gd name="connsiteX9" fmla="*/ 1137804 w 1257300"/>
                <a:gd name="connsiteY9" fmla="*/ 20782 h 874202"/>
                <a:gd name="connsiteX10" fmla="*/ 872836 w 1257300"/>
                <a:gd name="connsiteY10" fmla="*/ 46759 h 874202"/>
                <a:gd name="connsiteX11" fmla="*/ 800100 w 1257300"/>
                <a:gd name="connsiteY11" fmla="*/ 748146 h 874202"/>
                <a:gd name="connsiteX12" fmla="*/ 909204 w 1257300"/>
                <a:gd name="connsiteY12" fmla="*/ 852054 h 874202"/>
                <a:gd name="connsiteX13" fmla="*/ 1252104 w 1257300"/>
                <a:gd name="connsiteY13" fmla="*/ 587086 h 874202"/>
                <a:gd name="connsiteX14" fmla="*/ 1174173 w 1257300"/>
                <a:gd name="connsiteY14" fmla="*/ 566304 h 874202"/>
                <a:gd name="connsiteX0" fmla="*/ 394854 w 1257300"/>
                <a:gd name="connsiteY0" fmla="*/ 0 h 874202"/>
                <a:gd name="connsiteX1" fmla="*/ 72736 w 1257300"/>
                <a:gd name="connsiteY1" fmla="*/ 10391 h 874202"/>
                <a:gd name="connsiteX2" fmla="*/ 0 w 1257300"/>
                <a:gd name="connsiteY2" fmla="*/ 670214 h 874202"/>
                <a:gd name="connsiteX3" fmla="*/ 77932 w 1257300"/>
                <a:gd name="connsiteY3" fmla="*/ 701386 h 874202"/>
                <a:gd name="connsiteX4" fmla="*/ 436418 w 1257300"/>
                <a:gd name="connsiteY4" fmla="*/ 524741 h 874202"/>
                <a:gd name="connsiteX5" fmla="*/ 1189759 w 1257300"/>
                <a:gd name="connsiteY5" fmla="*/ 571500 h 874202"/>
                <a:gd name="connsiteX6" fmla="*/ 872836 w 1257300"/>
                <a:gd name="connsiteY6" fmla="*/ 794904 h 874202"/>
                <a:gd name="connsiteX7" fmla="*/ 940377 w 1257300"/>
                <a:gd name="connsiteY7" fmla="*/ 72736 h 874202"/>
                <a:gd name="connsiteX8" fmla="*/ 1257300 w 1257300"/>
                <a:gd name="connsiteY8" fmla="*/ 20782 h 874202"/>
                <a:gd name="connsiteX9" fmla="*/ 1137804 w 1257300"/>
                <a:gd name="connsiteY9" fmla="*/ 20782 h 874202"/>
                <a:gd name="connsiteX10" fmla="*/ 872836 w 1257300"/>
                <a:gd name="connsiteY10" fmla="*/ 46759 h 874202"/>
                <a:gd name="connsiteX11" fmla="*/ 800100 w 1257300"/>
                <a:gd name="connsiteY11" fmla="*/ 748146 h 874202"/>
                <a:gd name="connsiteX12" fmla="*/ 909204 w 1257300"/>
                <a:gd name="connsiteY12" fmla="*/ 852054 h 874202"/>
                <a:gd name="connsiteX13" fmla="*/ 1252104 w 1257300"/>
                <a:gd name="connsiteY13" fmla="*/ 587086 h 874202"/>
                <a:gd name="connsiteX14" fmla="*/ 1174173 w 1257300"/>
                <a:gd name="connsiteY14" fmla="*/ 566304 h 874202"/>
                <a:gd name="connsiteX0" fmla="*/ 394854 w 1257300"/>
                <a:gd name="connsiteY0" fmla="*/ 0 h 919138"/>
                <a:gd name="connsiteX1" fmla="*/ 72736 w 1257300"/>
                <a:gd name="connsiteY1" fmla="*/ 10391 h 919138"/>
                <a:gd name="connsiteX2" fmla="*/ 0 w 1257300"/>
                <a:gd name="connsiteY2" fmla="*/ 670214 h 919138"/>
                <a:gd name="connsiteX3" fmla="*/ 77932 w 1257300"/>
                <a:gd name="connsiteY3" fmla="*/ 701386 h 919138"/>
                <a:gd name="connsiteX4" fmla="*/ 436418 w 1257300"/>
                <a:gd name="connsiteY4" fmla="*/ 524741 h 919138"/>
                <a:gd name="connsiteX5" fmla="*/ 1189759 w 1257300"/>
                <a:gd name="connsiteY5" fmla="*/ 571500 h 919138"/>
                <a:gd name="connsiteX6" fmla="*/ 872836 w 1257300"/>
                <a:gd name="connsiteY6" fmla="*/ 794904 h 919138"/>
                <a:gd name="connsiteX7" fmla="*/ 940377 w 1257300"/>
                <a:gd name="connsiteY7" fmla="*/ 72736 h 919138"/>
                <a:gd name="connsiteX8" fmla="*/ 1257300 w 1257300"/>
                <a:gd name="connsiteY8" fmla="*/ 20782 h 919138"/>
                <a:gd name="connsiteX9" fmla="*/ 1137804 w 1257300"/>
                <a:gd name="connsiteY9" fmla="*/ 20782 h 919138"/>
                <a:gd name="connsiteX10" fmla="*/ 872836 w 1257300"/>
                <a:gd name="connsiteY10" fmla="*/ 46759 h 919138"/>
                <a:gd name="connsiteX11" fmla="*/ 789709 w 1257300"/>
                <a:gd name="connsiteY11" fmla="*/ 846860 h 919138"/>
                <a:gd name="connsiteX12" fmla="*/ 909204 w 1257300"/>
                <a:gd name="connsiteY12" fmla="*/ 852054 h 919138"/>
                <a:gd name="connsiteX13" fmla="*/ 1252104 w 1257300"/>
                <a:gd name="connsiteY13" fmla="*/ 587086 h 919138"/>
                <a:gd name="connsiteX14" fmla="*/ 1174173 w 1257300"/>
                <a:gd name="connsiteY14" fmla="*/ 566304 h 919138"/>
                <a:gd name="connsiteX0" fmla="*/ 394854 w 1257300"/>
                <a:gd name="connsiteY0" fmla="*/ 0 h 870924"/>
                <a:gd name="connsiteX1" fmla="*/ 72736 w 1257300"/>
                <a:gd name="connsiteY1" fmla="*/ 10391 h 870924"/>
                <a:gd name="connsiteX2" fmla="*/ 0 w 1257300"/>
                <a:gd name="connsiteY2" fmla="*/ 670214 h 870924"/>
                <a:gd name="connsiteX3" fmla="*/ 77932 w 1257300"/>
                <a:gd name="connsiteY3" fmla="*/ 701386 h 870924"/>
                <a:gd name="connsiteX4" fmla="*/ 436418 w 1257300"/>
                <a:gd name="connsiteY4" fmla="*/ 524741 h 870924"/>
                <a:gd name="connsiteX5" fmla="*/ 1189759 w 1257300"/>
                <a:gd name="connsiteY5" fmla="*/ 571500 h 870924"/>
                <a:gd name="connsiteX6" fmla="*/ 872836 w 1257300"/>
                <a:gd name="connsiteY6" fmla="*/ 794904 h 870924"/>
                <a:gd name="connsiteX7" fmla="*/ 940377 w 1257300"/>
                <a:gd name="connsiteY7" fmla="*/ 72736 h 870924"/>
                <a:gd name="connsiteX8" fmla="*/ 1257300 w 1257300"/>
                <a:gd name="connsiteY8" fmla="*/ 20782 h 870924"/>
                <a:gd name="connsiteX9" fmla="*/ 1137804 w 1257300"/>
                <a:gd name="connsiteY9" fmla="*/ 20782 h 870924"/>
                <a:gd name="connsiteX10" fmla="*/ 872836 w 1257300"/>
                <a:gd name="connsiteY10" fmla="*/ 46759 h 870924"/>
                <a:gd name="connsiteX11" fmla="*/ 789709 w 1257300"/>
                <a:gd name="connsiteY11" fmla="*/ 846860 h 870924"/>
                <a:gd name="connsiteX12" fmla="*/ 909204 w 1257300"/>
                <a:gd name="connsiteY12" fmla="*/ 852054 h 870924"/>
                <a:gd name="connsiteX13" fmla="*/ 1252104 w 1257300"/>
                <a:gd name="connsiteY13" fmla="*/ 587086 h 870924"/>
                <a:gd name="connsiteX14" fmla="*/ 1174173 w 1257300"/>
                <a:gd name="connsiteY14" fmla="*/ 566304 h 870924"/>
                <a:gd name="connsiteX0" fmla="*/ 394854 w 1257300"/>
                <a:gd name="connsiteY0" fmla="*/ 0 h 872295"/>
                <a:gd name="connsiteX1" fmla="*/ 72736 w 1257300"/>
                <a:gd name="connsiteY1" fmla="*/ 10391 h 872295"/>
                <a:gd name="connsiteX2" fmla="*/ 0 w 1257300"/>
                <a:gd name="connsiteY2" fmla="*/ 670214 h 872295"/>
                <a:gd name="connsiteX3" fmla="*/ 77932 w 1257300"/>
                <a:gd name="connsiteY3" fmla="*/ 701386 h 872295"/>
                <a:gd name="connsiteX4" fmla="*/ 436418 w 1257300"/>
                <a:gd name="connsiteY4" fmla="*/ 524741 h 872295"/>
                <a:gd name="connsiteX5" fmla="*/ 1189759 w 1257300"/>
                <a:gd name="connsiteY5" fmla="*/ 571500 h 872295"/>
                <a:gd name="connsiteX6" fmla="*/ 872836 w 1257300"/>
                <a:gd name="connsiteY6" fmla="*/ 794904 h 872295"/>
                <a:gd name="connsiteX7" fmla="*/ 940377 w 1257300"/>
                <a:gd name="connsiteY7" fmla="*/ 72736 h 872295"/>
                <a:gd name="connsiteX8" fmla="*/ 1257300 w 1257300"/>
                <a:gd name="connsiteY8" fmla="*/ 20782 h 872295"/>
                <a:gd name="connsiteX9" fmla="*/ 1137804 w 1257300"/>
                <a:gd name="connsiteY9" fmla="*/ 20782 h 872295"/>
                <a:gd name="connsiteX10" fmla="*/ 872836 w 1257300"/>
                <a:gd name="connsiteY10" fmla="*/ 46759 h 872295"/>
                <a:gd name="connsiteX11" fmla="*/ 826077 w 1257300"/>
                <a:gd name="connsiteY11" fmla="*/ 852055 h 872295"/>
                <a:gd name="connsiteX12" fmla="*/ 909204 w 1257300"/>
                <a:gd name="connsiteY12" fmla="*/ 852054 h 872295"/>
                <a:gd name="connsiteX13" fmla="*/ 1252104 w 1257300"/>
                <a:gd name="connsiteY13" fmla="*/ 587086 h 872295"/>
                <a:gd name="connsiteX14" fmla="*/ 1174173 w 1257300"/>
                <a:gd name="connsiteY14" fmla="*/ 566304 h 872295"/>
                <a:gd name="connsiteX0" fmla="*/ 394854 w 1257300"/>
                <a:gd name="connsiteY0" fmla="*/ 0 h 873870"/>
                <a:gd name="connsiteX1" fmla="*/ 72736 w 1257300"/>
                <a:gd name="connsiteY1" fmla="*/ 10391 h 873870"/>
                <a:gd name="connsiteX2" fmla="*/ 0 w 1257300"/>
                <a:gd name="connsiteY2" fmla="*/ 670214 h 873870"/>
                <a:gd name="connsiteX3" fmla="*/ 77932 w 1257300"/>
                <a:gd name="connsiteY3" fmla="*/ 701386 h 873870"/>
                <a:gd name="connsiteX4" fmla="*/ 436418 w 1257300"/>
                <a:gd name="connsiteY4" fmla="*/ 524741 h 873870"/>
                <a:gd name="connsiteX5" fmla="*/ 1189759 w 1257300"/>
                <a:gd name="connsiteY5" fmla="*/ 571500 h 873870"/>
                <a:gd name="connsiteX6" fmla="*/ 872836 w 1257300"/>
                <a:gd name="connsiteY6" fmla="*/ 794904 h 873870"/>
                <a:gd name="connsiteX7" fmla="*/ 940377 w 1257300"/>
                <a:gd name="connsiteY7" fmla="*/ 72736 h 873870"/>
                <a:gd name="connsiteX8" fmla="*/ 1257300 w 1257300"/>
                <a:gd name="connsiteY8" fmla="*/ 20782 h 873870"/>
                <a:gd name="connsiteX9" fmla="*/ 1137804 w 1257300"/>
                <a:gd name="connsiteY9" fmla="*/ 20782 h 873870"/>
                <a:gd name="connsiteX10" fmla="*/ 872836 w 1257300"/>
                <a:gd name="connsiteY10" fmla="*/ 46759 h 873870"/>
                <a:gd name="connsiteX11" fmla="*/ 826077 w 1257300"/>
                <a:gd name="connsiteY11" fmla="*/ 857251 h 873870"/>
                <a:gd name="connsiteX12" fmla="*/ 909204 w 1257300"/>
                <a:gd name="connsiteY12" fmla="*/ 852054 h 873870"/>
                <a:gd name="connsiteX13" fmla="*/ 1252104 w 1257300"/>
                <a:gd name="connsiteY13" fmla="*/ 587086 h 873870"/>
                <a:gd name="connsiteX14" fmla="*/ 1174173 w 1257300"/>
                <a:gd name="connsiteY14" fmla="*/ 566304 h 873870"/>
                <a:gd name="connsiteX0" fmla="*/ 394854 w 1257300"/>
                <a:gd name="connsiteY0" fmla="*/ 0 h 925255"/>
                <a:gd name="connsiteX1" fmla="*/ 72736 w 1257300"/>
                <a:gd name="connsiteY1" fmla="*/ 10391 h 925255"/>
                <a:gd name="connsiteX2" fmla="*/ 0 w 1257300"/>
                <a:gd name="connsiteY2" fmla="*/ 670214 h 925255"/>
                <a:gd name="connsiteX3" fmla="*/ 77932 w 1257300"/>
                <a:gd name="connsiteY3" fmla="*/ 701386 h 925255"/>
                <a:gd name="connsiteX4" fmla="*/ 436418 w 1257300"/>
                <a:gd name="connsiteY4" fmla="*/ 524741 h 925255"/>
                <a:gd name="connsiteX5" fmla="*/ 1189759 w 1257300"/>
                <a:gd name="connsiteY5" fmla="*/ 571500 h 925255"/>
                <a:gd name="connsiteX6" fmla="*/ 872836 w 1257300"/>
                <a:gd name="connsiteY6" fmla="*/ 794904 h 925255"/>
                <a:gd name="connsiteX7" fmla="*/ 940377 w 1257300"/>
                <a:gd name="connsiteY7" fmla="*/ 72736 h 925255"/>
                <a:gd name="connsiteX8" fmla="*/ 1257300 w 1257300"/>
                <a:gd name="connsiteY8" fmla="*/ 20782 h 925255"/>
                <a:gd name="connsiteX9" fmla="*/ 1137804 w 1257300"/>
                <a:gd name="connsiteY9" fmla="*/ 20782 h 925255"/>
                <a:gd name="connsiteX10" fmla="*/ 898813 w 1257300"/>
                <a:gd name="connsiteY10" fmla="*/ 57149 h 925255"/>
                <a:gd name="connsiteX11" fmla="*/ 826077 w 1257300"/>
                <a:gd name="connsiteY11" fmla="*/ 857251 h 925255"/>
                <a:gd name="connsiteX12" fmla="*/ 909204 w 1257300"/>
                <a:gd name="connsiteY12" fmla="*/ 852054 h 925255"/>
                <a:gd name="connsiteX13" fmla="*/ 1252104 w 1257300"/>
                <a:gd name="connsiteY13" fmla="*/ 587086 h 925255"/>
                <a:gd name="connsiteX14" fmla="*/ 1174173 w 1257300"/>
                <a:gd name="connsiteY14" fmla="*/ 566304 h 925255"/>
                <a:gd name="connsiteX0" fmla="*/ 394854 w 1257300"/>
                <a:gd name="connsiteY0" fmla="*/ 0 h 869828"/>
                <a:gd name="connsiteX1" fmla="*/ 72736 w 1257300"/>
                <a:gd name="connsiteY1" fmla="*/ 10391 h 869828"/>
                <a:gd name="connsiteX2" fmla="*/ 0 w 1257300"/>
                <a:gd name="connsiteY2" fmla="*/ 670214 h 869828"/>
                <a:gd name="connsiteX3" fmla="*/ 77932 w 1257300"/>
                <a:gd name="connsiteY3" fmla="*/ 701386 h 869828"/>
                <a:gd name="connsiteX4" fmla="*/ 436418 w 1257300"/>
                <a:gd name="connsiteY4" fmla="*/ 524741 h 869828"/>
                <a:gd name="connsiteX5" fmla="*/ 1189759 w 1257300"/>
                <a:gd name="connsiteY5" fmla="*/ 571500 h 869828"/>
                <a:gd name="connsiteX6" fmla="*/ 872836 w 1257300"/>
                <a:gd name="connsiteY6" fmla="*/ 794904 h 869828"/>
                <a:gd name="connsiteX7" fmla="*/ 940377 w 1257300"/>
                <a:gd name="connsiteY7" fmla="*/ 72736 h 869828"/>
                <a:gd name="connsiteX8" fmla="*/ 1257300 w 1257300"/>
                <a:gd name="connsiteY8" fmla="*/ 20782 h 869828"/>
                <a:gd name="connsiteX9" fmla="*/ 1137804 w 1257300"/>
                <a:gd name="connsiteY9" fmla="*/ 20782 h 869828"/>
                <a:gd name="connsiteX10" fmla="*/ 898813 w 1257300"/>
                <a:gd name="connsiteY10" fmla="*/ 57149 h 869828"/>
                <a:gd name="connsiteX11" fmla="*/ 826077 w 1257300"/>
                <a:gd name="connsiteY11" fmla="*/ 857251 h 869828"/>
                <a:gd name="connsiteX12" fmla="*/ 909204 w 1257300"/>
                <a:gd name="connsiteY12" fmla="*/ 852054 h 869828"/>
                <a:gd name="connsiteX13" fmla="*/ 1252104 w 1257300"/>
                <a:gd name="connsiteY13" fmla="*/ 587086 h 869828"/>
                <a:gd name="connsiteX14" fmla="*/ 1174173 w 1257300"/>
                <a:gd name="connsiteY14" fmla="*/ 566304 h 869828"/>
                <a:gd name="connsiteX0" fmla="*/ 374801 w 1257300"/>
                <a:gd name="connsiteY0" fmla="*/ 0 h 869828"/>
                <a:gd name="connsiteX1" fmla="*/ 72736 w 1257300"/>
                <a:gd name="connsiteY1" fmla="*/ 10391 h 869828"/>
                <a:gd name="connsiteX2" fmla="*/ 0 w 1257300"/>
                <a:gd name="connsiteY2" fmla="*/ 670214 h 869828"/>
                <a:gd name="connsiteX3" fmla="*/ 77932 w 1257300"/>
                <a:gd name="connsiteY3" fmla="*/ 701386 h 869828"/>
                <a:gd name="connsiteX4" fmla="*/ 436418 w 1257300"/>
                <a:gd name="connsiteY4" fmla="*/ 524741 h 869828"/>
                <a:gd name="connsiteX5" fmla="*/ 1189759 w 1257300"/>
                <a:gd name="connsiteY5" fmla="*/ 571500 h 869828"/>
                <a:gd name="connsiteX6" fmla="*/ 872836 w 1257300"/>
                <a:gd name="connsiteY6" fmla="*/ 794904 h 869828"/>
                <a:gd name="connsiteX7" fmla="*/ 940377 w 1257300"/>
                <a:gd name="connsiteY7" fmla="*/ 72736 h 869828"/>
                <a:gd name="connsiteX8" fmla="*/ 1257300 w 1257300"/>
                <a:gd name="connsiteY8" fmla="*/ 20782 h 869828"/>
                <a:gd name="connsiteX9" fmla="*/ 1137804 w 1257300"/>
                <a:gd name="connsiteY9" fmla="*/ 20782 h 869828"/>
                <a:gd name="connsiteX10" fmla="*/ 898813 w 1257300"/>
                <a:gd name="connsiteY10" fmla="*/ 57149 h 869828"/>
                <a:gd name="connsiteX11" fmla="*/ 826077 w 1257300"/>
                <a:gd name="connsiteY11" fmla="*/ 857251 h 869828"/>
                <a:gd name="connsiteX12" fmla="*/ 909204 w 1257300"/>
                <a:gd name="connsiteY12" fmla="*/ 852054 h 869828"/>
                <a:gd name="connsiteX13" fmla="*/ 1252104 w 1257300"/>
                <a:gd name="connsiteY13" fmla="*/ 587086 h 869828"/>
                <a:gd name="connsiteX14" fmla="*/ 1174173 w 1257300"/>
                <a:gd name="connsiteY14" fmla="*/ 566304 h 869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57300" h="869828">
                  <a:moveTo>
                    <a:pt x="374801" y="0"/>
                  </a:moveTo>
                  <a:lnTo>
                    <a:pt x="72736" y="10391"/>
                  </a:lnTo>
                  <a:lnTo>
                    <a:pt x="0" y="670214"/>
                  </a:lnTo>
                  <a:lnTo>
                    <a:pt x="77932" y="701386"/>
                  </a:lnTo>
                  <a:lnTo>
                    <a:pt x="436418" y="524741"/>
                  </a:lnTo>
                  <a:lnTo>
                    <a:pt x="1189759" y="571500"/>
                  </a:lnTo>
                  <a:lnTo>
                    <a:pt x="872836" y="794904"/>
                  </a:lnTo>
                  <a:lnTo>
                    <a:pt x="940377" y="72736"/>
                  </a:lnTo>
                  <a:lnTo>
                    <a:pt x="1257300" y="20782"/>
                  </a:lnTo>
                  <a:lnTo>
                    <a:pt x="1137804" y="20782"/>
                  </a:lnTo>
                  <a:lnTo>
                    <a:pt x="898813" y="57149"/>
                  </a:lnTo>
                  <a:cubicBezTo>
                    <a:pt x="842529" y="194829"/>
                    <a:pt x="803564" y="870240"/>
                    <a:pt x="826077" y="857251"/>
                  </a:cubicBezTo>
                  <a:cubicBezTo>
                    <a:pt x="848590" y="844262"/>
                    <a:pt x="833870" y="895349"/>
                    <a:pt x="909204" y="852054"/>
                  </a:cubicBezTo>
                  <a:lnTo>
                    <a:pt x="1252104" y="587086"/>
                  </a:lnTo>
                  <a:lnTo>
                    <a:pt x="1174173" y="566304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任意多边形 28"/>
            <p:cNvSpPr/>
            <p:nvPr/>
          </p:nvSpPr>
          <p:spPr>
            <a:xfrm>
              <a:off x="9315450" y="4722668"/>
              <a:ext cx="46759" cy="358487"/>
            </a:xfrm>
            <a:custGeom>
              <a:avLst/>
              <a:gdLst>
                <a:gd name="connsiteX0" fmla="*/ 0 w 46759"/>
                <a:gd name="connsiteY0" fmla="*/ 358487 h 358487"/>
                <a:gd name="connsiteX1" fmla="*/ 46759 w 46759"/>
                <a:gd name="connsiteY1" fmla="*/ 0 h 3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6759" h="358487">
                  <a:moveTo>
                    <a:pt x="0" y="358487"/>
                  </a:moveTo>
                  <a:lnTo>
                    <a:pt x="46759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任意多边形 29"/>
            <p:cNvSpPr/>
            <p:nvPr/>
          </p:nvSpPr>
          <p:spPr>
            <a:xfrm>
              <a:off x="9367405" y="4514850"/>
              <a:ext cx="20781" cy="114300"/>
            </a:xfrm>
            <a:custGeom>
              <a:avLst/>
              <a:gdLst>
                <a:gd name="connsiteX0" fmla="*/ 0 w 20781"/>
                <a:gd name="connsiteY0" fmla="*/ 114300 h 114300"/>
                <a:gd name="connsiteX1" fmla="*/ 20781 w 20781"/>
                <a:gd name="connsiteY1" fmla="*/ 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781" h="114300">
                  <a:moveTo>
                    <a:pt x="0" y="114300"/>
                  </a:moveTo>
                  <a:lnTo>
                    <a:pt x="20781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任意多边形 30"/>
            <p:cNvSpPr/>
            <p:nvPr/>
          </p:nvSpPr>
          <p:spPr>
            <a:xfrm>
              <a:off x="10089573" y="5257800"/>
              <a:ext cx="41563" cy="62345"/>
            </a:xfrm>
            <a:custGeom>
              <a:avLst/>
              <a:gdLst>
                <a:gd name="connsiteX0" fmla="*/ 41563 w 41563"/>
                <a:gd name="connsiteY0" fmla="*/ 62345 h 62345"/>
                <a:gd name="connsiteX1" fmla="*/ 0 w 41563"/>
                <a:gd name="connsiteY1" fmla="*/ 0 h 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1563" h="62345">
                  <a:moveTo>
                    <a:pt x="41563" y="62345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4" name="Freeform 9"/>
          <p:cNvSpPr>
            <a:spLocks noEditPoints="1"/>
          </p:cNvSpPr>
          <p:nvPr/>
        </p:nvSpPr>
        <p:spPr bwMode="auto">
          <a:xfrm flipH="1">
            <a:off x="1271588" y="691567"/>
            <a:ext cx="597231" cy="636385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0427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924629" y="743177"/>
            <a:ext cx="63427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首先要做的的就是彻底地“减少”</a:t>
            </a:r>
            <a:endParaRPr lang="zh-CN" altLang="en-US" sz="3200" dirty="0"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63257" y="2032380"/>
            <a:ext cx="5065486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 r:embed="rId2"/>
              </a:buBlip>
            </a:pPr>
            <a:r>
              <a:rPr lang="zh-CN" altLang="en-US" dirty="0" smtClean="0">
                <a:ea typeface="微软雅黑" panose="020B0503020204020204" pitchFamily="34" charset="-122"/>
              </a:rPr>
              <a:t>从“怎么看都是垃圾”的东西开始下手</a:t>
            </a:r>
            <a:endParaRPr lang="en-US" altLang="zh-CN" dirty="0" smtClean="0"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Blip>
                <a:blip r:embed="rId2"/>
              </a:buBlip>
            </a:pPr>
            <a:r>
              <a:rPr lang="zh-CN" altLang="en-US" dirty="0">
                <a:ea typeface="微软雅黑" panose="020B0503020204020204" pitchFamily="34" charset="-122"/>
              </a:rPr>
              <a:t>垃圾</a:t>
            </a:r>
            <a:r>
              <a:rPr lang="zh-CN" altLang="en-US" dirty="0" smtClean="0">
                <a:ea typeface="微软雅黑" panose="020B0503020204020204" pitchFamily="34" charset="-122"/>
              </a:rPr>
              <a:t>分为“一般垃圾”、“可回收垃圾”、“不可回收垃圾”三大类</a:t>
            </a:r>
            <a:endParaRPr lang="en-US" altLang="zh-CN" dirty="0" smtClean="0"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Blip>
                <a:blip r:embed="rId2"/>
              </a:buBlip>
            </a:pPr>
            <a:r>
              <a:rPr lang="zh-CN" altLang="en-US" dirty="0">
                <a:ea typeface="微软雅黑" panose="020B0503020204020204" pitchFamily="34" charset="-122"/>
              </a:rPr>
              <a:t>扔的</a:t>
            </a:r>
            <a:r>
              <a:rPr lang="zh-CN" altLang="en-US" dirty="0" smtClean="0">
                <a:ea typeface="微软雅黑" panose="020B0503020204020204" pitchFamily="34" charset="-122"/>
              </a:rPr>
              <a:t>时候要说“对不起”和“谢谢”</a:t>
            </a:r>
            <a:endParaRPr lang="en-US" altLang="zh-CN" dirty="0" smtClean="0"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Blip>
                <a:blip r:embed="rId2"/>
              </a:buBlip>
            </a:pPr>
            <a:r>
              <a:rPr lang="zh-CN" altLang="en-US" dirty="0">
                <a:ea typeface="微软雅黑" panose="020B0503020204020204" pitchFamily="34" charset="-122"/>
              </a:rPr>
              <a:t>把</a:t>
            </a:r>
            <a:r>
              <a:rPr lang="zh-CN" altLang="en-US" dirty="0" smtClean="0">
                <a:ea typeface="微软雅黑" panose="020B0503020204020204" pitchFamily="34" charset="-122"/>
              </a:rPr>
              <a:t>东西送给别人的时候，要说“请收下”</a:t>
            </a:r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3086327" y="4863431"/>
            <a:ext cx="6019346" cy="1189037"/>
          </a:xfrm>
          <a:prstGeom prst="round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63257" y="5120459"/>
            <a:ext cx="54673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方正北魏楷书简体" panose="03000509000000000000" pitchFamily="65" charset="-122"/>
                <a:ea typeface="方正北魏楷书简体" panose="03000509000000000000" pitchFamily="65" charset="-122"/>
              </a:rPr>
              <a:t>把自己用不着的东西送给有需要的人时，要说“</a:t>
            </a:r>
            <a:r>
              <a:rPr lang="zh-CN" altLang="en-US" sz="2000" b="1" dirty="0" smtClean="0">
                <a:solidFill>
                  <a:srgbClr val="C60F13"/>
                </a:solidFill>
                <a:latin typeface="方正北魏楷书简体" panose="03000509000000000000" pitchFamily="65" charset="-122"/>
                <a:ea typeface="方正北魏楷书简体" panose="03000509000000000000" pitchFamily="65" charset="-122"/>
              </a:rPr>
              <a:t>请收下</a:t>
            </a:r>
            <a:r>
              <a:rPr lang="zh-CN" altLang="en-US" sz="2000" dirty="0" smtClean="0">
                <a:latin typeface="方正北魏楷书简体" panose="03000509000000000000" pitchFamily="65" charset="-122"/>
                <a:ea typeface="方正北魏楷书简体" panose="03000509000000000000" pitchFamily="65" charset="-122"/>
              </a:rPr>
              <a:t>”，不能说“</a:t>
            </a:r>
            <a:r>
              <a:rPr lang="zh-CN" altLang="en-US" sz="2000" b="1" dirty="0" smtClean="0">
                <a:solidFill>
                  <a:srgbClr val="C60F13"/>
                </a:solidFill>
                <a:latin typeface="方正北魏楷书简体" panose="03000509000000000000" pitchFamily="65" charset="-122"/>
                <a:ea typeface="方正北魏楷书简体" panose="03000509000000000000" pitchFamily="65" charset="-122"/>
              </a:rPr>
              <a:t>给你</a:t>
            </a:r>
            <a:r>
              <a:rPr lang="zh-CN" altLang="en-US" sz="2000" dirty="0" smtClean="0">
                <a:latin typeface="方正北魏楷书简体" panose="03000509000000000000" pitchFamily="65" charset="-122"/>
                <a:ea typeface="方正北魏楷书简体" panose="03000509000000000000" pitchFamily="65" charset="-122"/>
              </a:rPr>
              <a:t>”。</a:t>
            </a:r>
            <a:endParaRPr lang="zh-CN" altLang="en-US" sz="2000" dirty="0">
              <a:latin typeface="方正北魏楷书简体" panose="03000509000000000000" pitchFamily="65" charset="-122"/>
              <a:ea typeface="方正北魏楷书简体" panose="03000509000000000000" pitchFamily="65" charset="-122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2500993" y="740"/>
            <a:ext cx="6892471" cy="597291"/>
            <a:chOff x="1308100" y="740"/>
            <a:chExt cx="6892471" cy="597291"/>
          </a:xfrm>
        </p:grpSpPr>
        <p:sp>
          <p:nvSpPr>
            <p:cNvPr id="9" name="矩形 8"/>
            <p:cNvSpPr/>
            <p:nvPr/>
          </p:nvSpPr>
          <p:spPr>
            <a:xfrm>
              <a:off x="1308100" y="740"/>
              <a:ext cx="6892471" cy="597291"/>
            </a:xfrm>
            <a:prstGeom prst="rect">
              <a:avLst/>
            </a:prstGeom>
            <a:solidFill>
              <a:srgbClr val="C60F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2501440" y="68552"/>
              <a:ext cx="45057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实践方法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——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一切从扔东西开始</a:t>
              </a:r>
              <a:endParaRPr lang="zh-CN" altLang="en-US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9393464" y="4980252"/>
            <a:ext cx="867218" cy="944762"/>
            <a:chOff x="9221932" y="3917255"/>
            <a:chExt cx="1304059" cy="1420665"/>
          </a:xfrm>
        </p:grpSpPr>
        <p:sp>
          <p:nvSpPr>
            <p:cNvPr id="28" name="任意多边形 27"/>
            <p:cNvSpPr/>
            <p:nvPr/>
          </p:nvSpPr>
          <p:spPr>
            <a:xfrm>
              <a:off x="9667783" y="3917255"/>
              <a:ext cx="772736" cy="364363"/>
            </a:xfrm>
            <a:custGeom>
              <a:avLst/>
              <a:gdLst>
                <a:gd name="connsiteX0" fmla="*/ 51954 w 742950"/>
                <a:gd name="connsiteY0" fmla="*/ 0 h 358487"/>
                <a:gd name="connsiteX1" fmla="*/ 0 w 742950"/>
                <a:gd name="connsiteY1" fmla="*/ 358487 h 358487"/>
                <a:gd name="connsiteX2" fmla="*/ 711777 w 742950"/>
                <a:gd name="connsiteY2" fmla="*/ 348096 h 358487"/>
                <a:gd name="connsiteX3" fmla="*/ 742950 w 742950"/>
                <a:gd name="connsiteY3" fmla="*/ 15587 h 358487"/>
                <a:gd name="connsiteX4" fmla="*/ 51954 w 742950"/>
                <a:gd name="connsiteY4" fmla="*/ 0 h 358487"/>
                <a:gd name="connsiteX0" fmla="*/ 51954 w 742950"/>
                <a:gd name="connsiteY0" fmla="*/ 0 h 348096"/>
                <a:gd name="connsiteX1" fmla="*/ 0 w 742950"/>
                <a:gd name="connsiteY1" fmla="*/ 337705 h 348096"/>
                <a:gd name="connsiteX2" fmla="*/ 711777 w 742950"/>
                <a:gd name="connsiteY2" fmla="*/ 348096 h 348096"/>
                <a:gd name="connsiteX3" fmla="*/ 742950 w 742950"/>
                <a:gd name="connsiteY3" fmla="*/ 15587 h 348096"/>
                <a:gd name="connsiteX4" fmla="*/ 51954 w 742950"/>
                <a:gd name="connsiteY4" fmla="*/ 0 h 348096"/>
                <a:gd name="connsiteX0" fmla="*/ 59975 w 742950"/>
                <a:gd name="connsiteY0" fmla="*/ 8476 h 332509"/>
                <a:gd name="connsiteX1" fmla="*/ 0 w 742950"/>
                <a:gd name="connsiteY1" fmla="*/ 322118 h 332509"/>
                <a:gd name="connsiteX2" fmla="*/ 711777 w 742950"/>
                <a:gd name="connsiteY2" fmla="*/ 332509 h 332509"/>
                <a:gd name="connsiteX3" fmla="*/ 742950 w 742950"/>
                <a:gd name="connsiteY3" fmla="*/ 0 h 332509"/>
                <a:gd name="connsiteX4" fmla="*/ 59975 w 742950"/>
                <a:gd name="connsiteY4" fmla="*/ 8476 h 332509"/>
                <a:gd name="connsiteX0" fmla="*/ 121484 w 804459"/>
                <a:gd name="connsiteY0" fmla="*/ 44880 h 368913"/>
                <a:gd name="connsiteX1" fmla="*/ 61509 w 804459"/>
                <a:gd name="connsiteY1" fmla="*/ 358522 h 368913"/>
                <a:gd name="connsiteX2" fmla="*/ 773286 w 804459"/>
                <a:gd name="connsiteY2" fmla="*/ 368913 h 368913"/>
                <a:gd name="connsiteX3" fmla="*/ 804459 w 804459"/>
                <a:gd name="connsiteY3" fmla="*/ 36404 h 368913"/>
                <a:gd name="connsiteX4" fmla="*/ 121484 w 804459"/>
                <a:gd name="connsiteY4" fmla="*/ 44880 h 368913"/>
                <a:gd name="connsiteX0" fmla="*/ 103948 w 786923"/>
                <a:gd name="connsiteY0" fmla="*/ 30001 h 354034"/>
                <a:gd name="connsiteX1" fmla="*/ 43973 w 786923"/>
                <a:gd name="connsiteY1" fmla="*/ 343643 h 354034"/>
                <a:gd name="connsiteX2" fmla="*/ 755750 w 786923"/>
                <a:gd name="connsiteY2" fmla="*/ 354034 h 354034"/>
                <a:gd name="connsiteX3" fmla="*/ 786923 w 786923"/>
                <a:gd name="connsiteY3" fmla="*/ 21525 h 354034"/>
                <a:gd name="connsiteX4" fmla="*/ 103948 w 786923"/>
                <a:gd name="connsiteY4" fmla="*/ 30001 h 354034"/>
                <a:gd name="connsiteX0" fmla="*/ 103948 w 859403"/>
                <a:gd name="connsiteY0" fmla="*/ 44880 h 368913"/>
                <a:gd name="connsiteX1" fmla="*/ 43973 w 859403"/>
                <a:gd name="connsiteY1" fmla="*/ 358522 h 368913"/>
                <a:gd name="connsiteX2" fmla="*/ 755750 w 859403"/>
                <a:gd name="connsiteY2" fmla="*/ 368913 h 368913"/>
                <a:gd name="connsiteX3" fmla="*/ 786923 w 859403"/>
                <a:gd name="connsiteY3" fmla="*/ 36404 h 368913"/>
                <a:gd name="connsiteX4" fmla="*/ 103948 w 859403"/>
                <a:gd name="connsiteY4" fmla="*/ 44880 h 368913"/>
                <a:gd name="connsiteX0" fmla="*/ 103948 w 826442"/>
                <a:gd name="connsiteY0" fmla="*/ 41695 h 365728"/>
                <a:gd name="connsiteX1" fmla="*/ 43973 w 826442"/>
                <a:gd name="connsiteY1" fmla="*/ 355337 h 365728"/>
                <a:gd name="connsiteX2" fmla="*/ 755750 w 826442"/>
                <a:gd name="connsiteY2" fmla="*/ 365728 h 365728"/>
                <a:gd name="connsiteX3" fmla="*/ 786923 w 826442"/>
                <a:gd name="connsiteY3" fmla="*/ 33219 h 365728"/>
                <a:gd name="connsiteX4" fmla="*/ 103948 w 826442"/>
                <a:gd name="connsiteY4" fmla="*/ 41695 h 365728"/>
                <a:gd name="connsiteX0" fmla="*/ 103948 w 902203"/>
                <a:gd name="connsiteY0" fmla="*/ 41695 h 365759"/>
                <a:gd name="connsiteX1" fmla="*/ 43973 w 902203"/>
                <a:gd name="connsiteY1" fmla="*/ 355337 h 365759"/>
                <a:gd name="connsiteX2" fmla="*/ 755750 w 902203"/>
                <a:gd name="connsiteY2" fmla="*/ 365728 h 365759"/>
                <a:gd name="connsiteX3" fmla="*/ 786923 w 902203"/>
                <a:gd name="connsiteY3" fmla="*/ 33219 h 365759"/>
                <a:gd name="connsiteX4" fmla="*/ 103948 w 902203"/>
                <a:gd name="connsiteY4" fmla="*/ 41695 h 365759"/>
                <a:gd name="connsiteX0" fmla="*/ 103948 w 832807"/>
                <a:gd name="connsiteY0" fmla="*/ 41695 h 373309"/>
                <a:gd name="connsiteX1" fmla="*/ 43973 w 832807"/>
                <a:gd name="connsiteY1" fmla="*/ 355337 h 373309"/>
                <a:gd name="connsiteX2" fmla="*/ 755750 w 832807"/>
                <a:gd name="connsiteY2" fmla="*/ 365728 h 373309"/>
                <a:gd name="connsiteX3" fmla="*/ 786923 w 832807"/>
                <a:gd name="connsiteY3" fmla="*/ 33219 h 373309"/>
                <a:gd name="connsiteX4" fmla="*/ 103948 w 832807"/>
                <a:gd name="connsiteY4" fmla="*/ 41695 h 373309"/>
                <a:gd name="connsiteX0" fmla="*/ 103948 w 801014"/>
                <a:gd name="connsiteY0" fmla="*/ 51459 h 383073"/>
                <a:gd name="connsiteX1" fmla="*/ 43973 w 801014"/>
                <a:gd name="connsiteY1" fmla="*/ 365101 h 383073"/>
                <a:gd name="connsiteX2" fmla="*/ 755750 w 801014"/>
                <a:gd name="connsiteY2" fmla="*/ 375492 h 383073"/>
                <a:gd name="connsiteX3" fmla="*/ 786923 w 801014"/>
                <a:gd name="connsiteY3" fmla="*/ 42983 h 383073"/>
                <a:gd name="connsiteX4" fmla="*/ 103948 w 801014"/>
                <a:gd name="connsiteY4" fmla="*/ 51459 h 383073"/>
                <a:gd name="connsiteX0" fmla="*/ 121859 w 853921"/>
                <a:gd name="connsiteY0" fmla="*/ 29378 h 372549"/>
                <a:gd name="connsiteX1" fmla="*/ 61884 w 853921"/>
                <a:gd name="connsiteY1" fmla="*/ 343020 h 372549"/>
                <a:gd name="connsiteX2" fmla="*/ 773661 w 853921"/>
                <a:gd name="connsiteY2" fmla="*/ 353411 h 372549"/>
                <a:gd name="connsiteX3" fmla="*/ 812856 w 853921"/>
                <a:gd name="connsiteY3" fmla="*/ 61008 h 372549"/>
                <a:gd name="connsiteX4" fmla="*/ 121859 w 853921"/>
                <a:gd name="connsiteY4" fmla="*/ 29378 h 372549"/>
                <a:gd name="connsiteX0" fmla="*/ 121859 w 841754"/>
                <a:gd name="connsiteY0" fmla="*/ 29378 h 372549"/>
                <a:gd name="connsiteX1" fmla="*/ 61884 w 841754"/>
                <a:gd name="connsiteY1" fmla="*/ 343020 h 372549"/>
                <a:gd name="connsiteX2" fmla="*/ 773661 w 841754"/>
                <a:gd name="connsiteY2" fmla="*/ 353411 h 372549"/>
                <a:gd name="connsiteX3" fmla="*/ 812856 w 841754"/>
                <a:gd name="connsiteY3" fmla="*/ 61008 h 372549"/>
                <a:gd name="connsiteX4" fmla="*/ 121859 w 841754"/>
                <a:gd name="connsiteY4" fmla="*/ 29378 h 372549"/>
                <a:gd name="connsiteX0" fmla="*/ 121859 w 812868"/>
                <a:gd name="connsiteY0" fmla="*/ 29378 h 377863"/>
                <a:gd name="connsiteX1" fmla="*/ 61884 w 812868"/>
                <a:gd name="connsiteY1" fmla="*/ 343020 h 377863"/>
                <a:gd name="connsiteX2" fmla="*/ 773661 w 812868"/>
                <a:gd name="connsiteY2" fmla="*/ 353411 h 377863"/>
                <a:gd name="connsiteX3" fmla="*/ 812856 w 812868"/>
                <a:gd name="connsiteY3" fmla="*/ 61008 h 377863"/>
                <a:gd name="connsiteX4" fmla="*/ 121859 w 812868"/>
                <a:gd name="connsiteY4" fmla="*/ 29378 h 377863"/>
                <a:gd name="connsiteX0" fmla="*/ 178361 w 869370"/>
                <a:gd name="connsiteY0" fmla="*/ 29378 h 377863"/>
                <a:gd name="connsiteX1" fmla="*/ 118386 w 869370"/>
                <a:gd name="connsiteY1" fmla="*/ 343020 h 377863"/>
                <a:gd name="connsiteX2" fmla="*/ 830163 w 869370"/>
                <a:gd name="connsiteY2" fmla="*/ 353411 h 377863"/>
                <a:gd name="connsiteX3" fmla="*/ 869358 w 869370"/>
                <a:gd name="connsiteY3" fmla="*/ 61008 h 377863"/>
                <a:gd name="connsiteX4" fmla="*/ 178361 w 869370"/>
                <a:gd name="connsiteY4" fmla="*/ 29378 h 377863"/>
                <a:gd name="connsiteX0" fmla="*/ 81713 w 772722"/>
                <a:gd name="connsiteY0" fmla="*/ 29378 h 380401"/>
                <a:gd name="connsiteX1" fmla="*/ 21738 w 772722"/>
                <a:gd name="connsiteY1" fmla="*/ 343020 h 380401"/>
                <a:gd name="connsiteX2" fmla="*/ 733515 w 772722"/>
                <a:gd name="connsiteY2" fmla="*/ 353411 h 380401"/>
                <a:gd name="connsiteX3" fmla="*/ 772710 w 772722"/>
                <a:gd name="connsiteY3" fmla="*/ 61008 h 380401"/>
                <a:gd name="connsiteX4" fmla="*/ 81713 w 772722"/>
                <a:gd name="connsiteY4" fmla="*/ 29378 h 380401"/>
                <a:gd name="connsiteX0" fmla="*/ 81713 w 772736"/>
                <a:gd name="connsiteY0" fmla="*/ 29378 h 364363"/>
                <a:gd name="connsiteX1" fmla="*/ 21738 w 772736"/>
                <a:gd name="connsiteY1" fmla="*/ 343020 h 364363"/>
                <a:gd name="connsiteX2" fmla="*/ 733515 w 772736"/>
                <a:gd name="connsiteY2" fmla="*/ 353411 h 364363"/>
                <a:gd name="connsiteX3" fmla="*/ 772710 w 772736"/>
                <a:gd name="connsiteY3" fmla="*/ 61008 h 364363"/>
                <a:gd name="connsiteX4" fmla="*/ 81713 w 772736"/>
                <a:gd name="connsiteY4" fmla="*/ 29378 h 364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2736" h="364363">
                  <a:moveTo>
                    <a:pt x="81713" y="29378"/>
                  </a:moveTo>
                  <a:cubicBezTo>
                    <a:pt x="-43449" y="76380"/>
                    <a:pt x="9068" y="327524"/>
                    <a:pt x="21738" y="343020"/>
                  </a:cubicBezTo>
                  <a:cubicBezTo>
                    <a:pt x="34408" y="358516"/>
                    <a:pt x="696585" y="376349"/>
                    <a:pt x="733515" y="353411"/>
                  </a:cubicBezTo>
                  <a:cubicBezTo>
                    <a:pt x="770445" y="330473"/>
                    <a:pt x="773059" y="131055"/>
                    <a:pt x="772710" y="61008"/>
                  </a:cubicBezTo>
                  <a:cubicBezTo>
                    <a:pt x="772361" y="-9039"/>
                    <a:pt x="206875" y="-17624"/>
                    <a:pt x="81713" y="29378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任意多边形 47"/>
            <p:cNvSpPr/>
            <p:nvPr/>
          </p:nvSpPr>
          <p:spPr>
            <a:xfrm>
              <a:off x="9544050" y="4275858"/>
              <a:ext cx="846859" cy="420832"/>
            </a:xfrm>
            <a:custGeom>
              <a:avLst/>
              <a:gdLst>
                <a:gd name="connsiteX0" fmla="*/ 181841 w 893618"/>
                <a:gd name="connsiteY0" fmla="*/ 0 h 493568"/>
                <a:gd name="connsiteX1" fmla="*/ 0 w 893618"/>
                <a:gd name="connsiteY1" fmla="*/ 477982 h 493568"/>
                <a:gd name="connsiteX2" fmla="*/ 794905 w 893618"/>
                <a:gd name="connsiteY2" fmla="*/ 493568 h 493568"/>
                <a:gd name="connsiteX3" fmla="*/ 893618 w 893618"/>
                <a:gd name="connsiteY3" fmla="*/ 0 h 493568"/>
                <a:gd name="connsiteX0" fmla="*/ 150668 w 862445"/>
                <a:gd name="connsiteY0" fmla="*/ 0 h 493568"/>
                <a:gd name="connsiteX1" fmla="*/ 0 w 862445"/>
                <a:gd name="connsiteY1" fmla="*/ 405246 h 493568"/>
                <a:gd name="connsiteX2" fmla="*/ 763732 w 862445"/>
                <a:gd name="connsiteY2" fmla="*/ 493568 h 493568"/>
                <a:gd name="connsiteX3" fmla="*/ 862445 w 862445"/>
                <a:gd name="connsiteY3" fmla="*/ 0 h 493568"/>
                <a:gd name="connsiteX0" fmla="*/ 150668 w 862445"/>
                <a:gd name="connsiteY0" fmla="*/ 0 h 446809"/>
                <a:gd name="connsiteX1" fmla="*/ 0 w 862445"/>
                <a:gd name="connsiteY1" fmla="*/ 405246 h 446809"/>
                <a:gd name="connsiteX2" fmla="*/ 774123 w 862445"/>
                <a:gd name="connsiteY2" fmla="*/ 446809 h 446809"/>
                <a:gd name="connsiteX3" fmla="*/ 862445 w 862445"/>
                <a:gd name="connsiteY3" fmla="*/ 0 h 446809"/>
                <a:gd name="connsiteX0" fmla="*/ 150668 w 846859"/>
                <a:gd name="connsiteY0" fmla="*/ 0 h 446809"/>
                <a:gd name="connsiteX1" fmla="*/ 0 w 846859"/>
                <a:gd name="connsiteY1" fmla="*/ 405246 h 446809"/>
                <a:gd name="connsiteX2" fmla="*/ 774123 w 846859"/>
                <a:gd name="connsiteY2" fmla="*/ 446809 h 446809"/>
                <a:gd name="connsiteX3" fmla="*/ 846859 w 846859"/>
                <a:gd name="connsiteY3" fmla="*/ 0 h 446809"/>
                <a:gd name="connsiteX0" fmla="*/ 150668 w 846859"/>
                <a:gd name="connsiteY0" fmla="*/ 0 h 426027"/>
                <a:gd name="connsiteX1" fmla="*/ 0 w 846859"/>
                <a:gd name="connsiteY1" fmla="*/ 405246 h 426027"/>
                <a:gd name="connsiteX2" fmla="*/ 800101 w 846859"/>
                <a:gd name="connsiteY2" fmla="*/ 426027 h 426027"/>
                <a:gd name="connsiteX3" fmla="*/ 846859 w 846859"/>
                <a:gd name="connsiteY3" fmla="*/ 0 h 426027"/>
                <a:gd name="connsiteX0" fmla="*/ 150668 w 846859"/>
                <a:gd name="connsiteY0" fmla="*/ 0 h 426027"/>
                <a:gd name="connsiteX1" fmla="*/ 0 w 846859"/>
                <a:gd name="connsiteY1" fmla="*/ 405246 h 426027"/>
                <a:gd name="connsiteX2" fmla="*/ 800101 w 846859"/>
                <a:gd name="connsiteY2" fmla="*/ 426027 h 426027"/>
                <a:gd name="connsiteX3" fmla="*/ 794905 w 846859"/>
                <a:gd name="connsiteY3" fmla="*/ 228601 h 426027"/>
                <a:gd name="connsiteX4" fmla="*/ 846859 w 846859"/>
                <a:gd name="connsiteY4" fmla="*/ 0 h 426027"/>
                <a:gd name="connsiteX0" fmla="*/ 150668 w 846859"/>
                <a:gd name="connsiteY0" fmla="*/ 0 h 426027"/>
                <a:gd name="connsiteX1" fmla="*/ 57150 w 846859"/>
                <a:gd name="connsiteY1" fmla="*/ 187037 h 426027"/>
                <a:gd name="connsiteX2" fmla="*/ 0 w 846859"/>
                <a:gd name="connsiteY2" fmla="*/ 405246 h 426027"/>
                <a:gd name="connsiteX3" fmla="*/ 800101 w 846859"/>
                <a:gd name="connsiteY3" fmla="*/ 426027 h 426027"/>
                <a:gd name="connsiteX4" fmla="*/ 794905 w 846859"/>
                <a:gd name="connsiteY4" fmla="*/ 228601 h 426027"/>
                <a:gd name="connsiteX5" fmla="*/ 846859 w 846859"/>
                <a:gd name="connsiteY5" fmla="*/ 0 h 426027"/>
                <a:gd name="connsiteX0" fmla="*/ 150668 w 846859"/>
                <a:gd name="connsiteY0" fmla="*/ 0 h 426027"/>
                <a:gd name="connsiteX1" fmla="*/ 57150 w 846859"/>
                <a:gd name="connsiteY1" fmla="*/ 187037 h 426027"/>
                <a:gd name="connsiteX2" fmla="*/ 0 w 846859"/>
                <a:gd name="connsiteY2" fmla="*/ 363682 h 426027"/>
                <a:gd name="connsiteX3" fmla="*/ 800101 w 846859"/>
                <a:gd name="connsiteY3" fmla="*/ 426027 h 426027"/>
                <a:gd name="connsiteX4" fmla="*/ 794905 w 846859"/>
                <a:gd name="connsiteY4" fmla="*/ 228601 h 426027"/>
                <a:gd name="connsiteX5" fmla="*/ 846859 w 846859"/>
                <a:gd name="connsiteY5" fmla="*/ 0 h 426027"/>
                <a:gd name="connsiteX0" fmla="*/ 150668 w 846859"/>
                <a:gd name="connsiteY0" fmla="*/ 0 h 420832"/>
                <a:gd name="connsiteX1" fmla="*/ 57150 w 846859"/>
                <a:gd name="connsiteY1" fmla="*/ 187037 h 420832"/>
                <a:gd name="connsiteX2" fmla="*/ 0 w 846859"/>
                <a:gd name="connsiteY2" fmla="*/ 363682 h 420832"/>
                <a:gd name="connsiteX3" fmla="*/ 789711 w 846859"/>
                <a:gd name="connsiteY3" fmla="*/ 420832 h 420832"/>
                <a:gd name="connsiteX4" fmla="*/ 794905 w 846859"/>
                <a:gd name="connsiteY4" fmla="*/ 228601 h 420832"/>
                <a:gd name="connsiteX5" fmla="*/ 846859 w 846859"/>
                <a:gd name="connsiteY5" fmla="*/ 0 h 42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6859" h="420832">
                  <a:moveTo>
                    <a:pt x="150668" y="0"/>
                  </a:moveTo>
                  <a:cubicBezTo>
                    <a:pt x="124691" y="62346"/>
                    <a:pt x="83127" y="124691"/>
                    <a:pt x="57150" y="187037"/>
                  </a:cubicBezTo>
                  <a:lnTo>
                    <a:pt x="0" y="363682"/>
                  </a:lnTo>
                  <a:lnTo>
                    <a:pt x="789711" y="420832"/>
                  </a:lnTo>
                  <a:cubicBezTo>
                    <a:pt x="793174" y="355023"/>
                    <a:pt x="791442" y="294410"/>
                    <a:pt x="794905" y="228601"/>
                  </a:cubicBezTo>
                  <a:lnTo>
                    <a:pt x="846859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任意多边形 48"/>
            <p:cNvSpPr/>
            <p:nvPr/>
          </p:nvSpPr>
          <p:spPr>
            <a:xfrm>
              <a:off x="9299864" y="4482492"/>
              <a:ext cx="292858" cy="692181"/>
            </a:xfrm>
            <a:custGeom>
              <a:avLst/>
              <a:gdLst>
                <a:gd name="connsiteX0" fmla="*/ 316922 w 316922"/>
                <a:gd name="connsiteY0" fmla="*/ 0 h 696191"/>
                <a:gd name="connsiteX1" fmla="*/ 67541 w 316922"/>
                <a:gd name="connsiteY1" fmla="*/ 41563 h 696191"/>
                <a:gd name="connsiteX2" fmla="*/ 0 w 316922"/>
                <a:gd name="connsiteY2" fmla="*/ 665018 h 696191"/>
                <a:gd name="connsiteX3" fmla="*/ 0 w 316922"/>
                <a:gd name="connsiteY3" fmla="*/ 696191 h 696191"/>
                <a:gd name="connsiteX0" fmla="*/ 292858 w 292858"/>
                <a:gd name="connsiteY0" fmla="*/ 0 h 692181"/>
                <a:gd name="connsiteX1" fmla="*/ 67541 w 292858"/>
                <a:gd name="connsiteY1" fmla="*/ 37553 h 692181"/>
                <a:gd name="connsiteX2" fmla="*/ 0 w 292858"/>
                <a:gd name="connsiteY2" fmla="*/ 661008 h 692181"/>
                <a:gd name="connsiteX3" fmla="*/ 0 w 292858"/>
                <a:gd name="connsiteY3" fmla="*/ 692181 h 692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58" h="692181">
                  <a:moveTo>
                    <a:pt x="292858" y="0"/>
                  </a:moveTo>
                  <a:lnTo>
                    <a:pt x="67541" y="37553"/>
                  </a:lnTo>
                  <a:lnTo>
                    <a:pt x="0" y="661008"/>
                  </a:lnTo>
                  <a:lnTo>
                    <a:pt x="0" y="692181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任意多边形 49"/>
            <p:cNvSpPr/>
            <p:nvPr/>
          </p:nvSpPr>
          <p:spPr>
            <a:xfrm>
              <a:off x="9310256" y="4982441"/>
              <a:ext cx="358486" cy="109104"/>
            </a:xfrm>
            <a:custGeom>
              <a:avLst/>
              <a:gdLst>
                <a:gd name="connsiteX0" fmla="*/ 0 w 374073"/>
                <a:gd name="connsiteY0" fmla="*/ 109104 h 109104"/>
                <a:gd name="connsiteX1" fmla="*/ 296141 w 374073"/>
                <a:gd name="connsiteY1" fmla="*/ 0 h 109104"/>
                <a:gd name="connsiteX2" fmla="*/ 374073 w 374073"/>
                <a:gd name="connsiteY2" fmla="*/ 5195 h 109104"/>
                <a:gd name="connsiteX0" fmla="*/ 0 w 358486"/>
                <a:gd name="connsiteY0" fmla="*/ 109104 h 109104"/>
                <a:gd name="connsiteX1" fmla="*/ 280554 w 358486"/>
                <a:gd name="connsiteY1" fmla="*/ 0 h 109104"/>
                <a:gd name="connsiteX2" fmla="*/ 358486 w 358486"/>
                <a:gd name="connsiteY2" fmla="*/ 5195 h 109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8486" h="109104">
                  <a:moveTo>
                    <a:pt x="0" y="109104"/>
                  </a:moveTo>
                  <a:lnTo>
                    <a:pt x="280554" y="0"/>
                  </a:lnTo>
                  <a:lnTo>
                    <a:pt x="358486" y="5195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任意多边形 50"/>
            <p:cNvSpPr/>
            <p:nvPr/>
          </p:nvSpPr>
          <p:spPr>
            <a:xfrm>
              <a:off x="10115550" y="4540827"/>
              <a:ext cx="62345" cy="711778"/>
            </a:xfrm>
            <a:custGeom>
              <a:avLst/>
              <a:gdLst>
                <a:gd name="connsiteX0" fmla="*/ 62345 w 62345"/>
                <a:gd name="connsiteY0" fmla="*/ 0 h 711778"/>
                <a:gd name="connsiteX1" fmla="*/ 0 w 62345"/>
                <a:gd name="connsiteY1" fmla="*/ 711778 h 711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2345" h="711778">
                  <a:moveTo>
                    <a:pt x="62345" y="0"/>
                  </a:moveTo>
                  <a:lnTo>
                    <a:pt x="0" y="711778"/>
                  </a:lnTo>
                </a:path>
              </a:pathLst>
            </a:custGeom>
            <a:noFill/>
            <a:ln>
              <a:solidFill>
                <a:schemeClr val="tx1">
                  <a:alpha val="99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任意多边形 51"/>
            <p:cNvSpPr/>
            <p:nvPr/>
          </p:nvSpPr>
          <p:spPr>
            <a:xfrm>
              <a:off x="10172700" y="4478482"/>
              <a:ext cx="353291" cy="83127"/>
            </a:xfrm>
            <a:custGeom>
              <a:avLst/>
              <a:gdLst>
                <a:gd name="connsiteX0" fmla="*/ 0 w 353291"/>
                <a:gd name="connsiteY0" fmla="*/ 83127 h 83127"/>
                <a:gd name="connsiteX1" fmla="*/ 353291 w 353291"/>
                <a:gd name="connsiteY1" fmla="*/ 25977 h 83127"/>
                <a:gd name="connsiteX2" fmla="*/ 353291 w 353291"/>
                <a:gd name="connsiteY2" fmla="*/ 0 h 83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3291" h="83127">
                  <a:moveTo>
                    <a:pt x="0" y="83127"/>
                  </a:moveTo>
                  <a:lnTo>
                    <a:pt x="353291" y="25977"/>
                  </a:lnTo>
                  <a:lnTo>
                    <a:pt x="353291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任意多边形 52"/>
            <p:cNvSpPr/>
            <p:nvPr/>
          </p:nvSpPr>
          <p:spPr>
            <a:xfrm>
              <a:off x="9632373" y="5008418"/>
              <a:ext cx="758536" cy="51955"/>
            </a:xfrm>
            <a:custGeom>
              <a:avLst/>
              <a:gdLst>
                <a:gd name="connsiteX0" fmla="*/ 0 w 758536"/>
                <a:gd name="connsiteY0" fmla="*/ 0 h 51955"/>
                <a:gd name="connsiteX1" fmla="*/ 758536 w 758536"/>
                <a:gd name="connsiteY1" fmla="*/ 51955 h 5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58536" h="51955">
                  <a:moveTo>
                    <a:pt x="0" y="0"/>
                  </a:moveTo>
                  <a:lnTo>
                    <a:pt x="758536" y="51955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任意多边形 53"/>
            <p:cNvSpPr/>
            <p:nvPr/>
          </p:nvSpPr>
          <p:spPr>
            <a:xfrm>
              <a:off x="9310255" y="4987636"/>
              <a:ext cx="337704" cy="145473"/>
            </a:xfrm>
            <a:custGeom>
              <a:avLst/>
              <a:gdLst>
                <a:gd name="connsiteX0" fmla="*/ 0 w 337704"/>
                <a:gd name="connsiteY0" fmla="*/ 145473 h 145473"/>
                <a:gd name="connsiteX1" fmla="*/ 337704 w 337704"/>
                <a:gd name="connsiteY1" fmla="*/ 0 h 145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7704" h="145473">
                  <a:moveTo>
                    <a:pt x="0" y="145473"/>
                  </a:moveTo>
                  <a:lnTo>
                    <a:pt x="337704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任意多边形 54"/>
            <p:cNvSpPr/>
            <p:nvPr/>
          </p:nvSpPr>
          <p:spPr>
            <a:xfrm>
              <a:off x="9341427" y="4888923"/>
              <a:ext cx="722168" cy="72736"/>
            </a:xfrm>
            <a:custGeom>
              <a:avLst/>
              <a:gdLst>
                <a:gd name="connsiteX0" fmla="*/ 0 w 722168"/>
                <a:gd name="connsiteY0" fmla="*/ 0 h 72736"/>
                <a:gd name="connsiteX1" fmla="*/ 722168 w 722168"/>
                <a:gd name="connsiteY1" fmla="*/ 72736 h 72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2168" h="72736">
                  <a:moveTo>
                    <a:pt x="0" y="0"/>
                  </a:moveTo>
                  <a:lnTo>
                    <a:pt x="722168" y="72736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任意多边形 55"/>
            <p:cNvSpPr/>
            <p:nvPr/>
          </p:nvSpPr>
          <p:spPr>
            <a:xfrm>
              <a:off x="9351818" y="4805795"/>
              <a:ext cx="722168" cy="67541"/>
            </a:xfrm>
            <a:custGeom>
              <a:avLst/>
              <a:gdLst>
                <a:gd name="connsiteX0" fmla="*/ 0 w 722168"/>
                <a:gd name="connsiteY0" fmla="*/ 0 h 67541"/>
                <a:gd name="connsiteX1" fmla="*/ 722168 w 722168"/>
                <a:gd name="connsiteY1" fmla="*/ 67541 h 67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2168" h="67541">
                  <a:moveTo>
                    <a:pt x="0" y="0"/>
                  </a:moveTo>
                  <a:lnTo>
                    <a:pt x="722168" y="67541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任意多边形 56"/>
            <p:cNvSpPr/>
            <p:nvPr/>
          </p:nvSpPr>
          <p:spPr>
            <a:xfrm>
              <a:off x="9288509" y="4688819"/>
              <a:ext cx="785477" cy="122171"/>
            </a:xfrm>
            <a:custGeom>
              <a:avLst/>
              <a:gdLst>
                <a:gd name="connsiteX0" fmla="*/ 0 w 784513"/>
                <a:gd name="connsiteY0" fmla="*/ 0 h 124691"/>
                <a:gd name="connsiteX1" fmla="*/ 384463 w 784513"/>
                <a:gd name="connsiteY1" fmla="*/ 124691 h 124691"/>
                <a:gd name="connsiteX2" fmla="*/ 784513 w 784513"/>
                <a:gd name="connsiteY2" fmla="*/ 93519 h 124691"/>
                <a:gd name="connsiteX3" fmla="*/ 779318 w 784513"/>
                <a:gd name="connsiteY3" fmla="*/ 36369 h 124691"/>
                <a:gd name="connsiteX4" fmla="*/ 290945 w 784513"/>
                <a:gd name="connsiteY4" fmla="*/ 36369 h 124691"/>
                <a:gd name="connsiteX5" fmla="*/ 0 w 784513"/>
                <a:gd name="connsiteY5" fmla="*/ 0 h 124691"/>
                <a:gd name="connsiteX0" fmla="*/ 0 w 784513"/>
                <a:gd name="connsiteY0" fmla="*/ 0 h 128863"/>
                <a:gd name="connsiteX1" fmla="*/ 384463 w 784513"/>
                <a:gd name="connsiteY1" fmla="*/ 124691 h 128863"/>
                <a:gd name="connsiteX2" fmla="*/ 784513 w 784513"/>
                <a:gd name="connsiteY2" fmla="*/ 93519 h 128863"/>
                <a:gd name="connsiteX3" fmla="*/ 779318 w 784513"/>
                <a:gd name="connsiteY3" fmla="*/ 36369 h 128863"/>
                <a:gd name="connsiteX4" fmla="*/ 290945 w 784513"/>
                <a:gd name="connsiteY4" fmla="*/ 36369 h 128863"/>
                <a:gd name="connsiteX5" fmla="*/ 0 w 784513"/>
                <a:gd name="connsiteY5" fmla="*/ 0 h 128863"/>
                <a:gd name="connsiteX0" fmla="*/ 0 w 784513"/>
                <a:gd name="connsiteY0" fmla="*/ 0 h 115406"/>
                <a:gd name="connsiteX1" fmla="*/ 384463 w 784513"/>
                <a:gd name="connsiteY1" fmla="*/ 109105 h 115406"/>
                <a:gd name="connsiteX2" fmla="*/ 784513 w 784513"/>
                <a:gd name="connsiteY2" fmla="*/ 93519 h 115406"/>
                <a:gd name="connsiteX3" fmla="*/ 779318 w 784513"/>
                <a:gd name="connsiteY3" fmla="*/ 36369 h 115406"/>
                <a:gd name="connsiteX4" fmla="*/ 290945 w 784513"/>
                <a:gd name="connsiteY4" fmla="*/ 36369 h 115406"/>
                <a:gd name="connsiteX5" fmla="*/ 0 w 784513"/>
                <a:gd name="connsiteY5" fmla="*/ 0 h 115406"/>
                <a:gd name="connsiteX0" fmla="*/ 0 w 784513"/>
                <a:gd name="connsiteY0" fmla="*/ 0 h 109105"/>
                <a:gd name="connsiteX1" fmla="*/ 384463 w 784513"/>
                <a:gd name="connsiteY1" fmla="*/ 109105 h 109105"/>
                <a:gd name="connsiteX2" fmla="*/ 784513 w 784513"/>
                <a:gd name="connsiteY2" fmla="*/ 93519 h 109105"/>
                <a:gd name="connsiteX3" fmla="*/ 779318 w 784513"/>
                <a:gd name="connsiteY3" fmla="*/ 36369 h 109105"/>
                <a:gd name="connsiteX4" fmla="*/ 290945 w 784513"/>
                <a:gd name="connsiteY4" fmla="*/ 36369 h 109105"/>
                <a:gd name="connsiteX5" fmla="*/ 0 w 784513"/>
                <a:gd name="connsiteY5" fmla="*/ 0 h 109105"/>
                <a:gd name="connsiteX0" fmla="*/ 0 w 784513"/>
                <a:gd name="connsiteY0" fmla="*/ 0 h 119496"/>
                <a:gd name="connsiteX1" fmla="*/ 384463 w 784513"/>
                <a:gd name="connsiteY1" fmla="*/ 119496 h 119496"/>
                <a:gd name="connsiteX2" fmla="*/ 784513 w 784513"/>
                <a:gd name="connsiteY2" fmla="*/ 93519 h 119496"/>
                <a:gd name="connsiteX3" fmla="*/ 779318 w 784513"/>
                <a:gd name="connsiteY3" fmla="*/ 36369 h 119496"/>
                <a:gd name="connsiteX4" fmla="*/ 290945 w 784513"/>
                <a:gd name="connsiteY4" fmla="*/ 36369 h 119496"/>
                <a:gd name="connsiteX5" fmla="*/ 0 w 784513"/>
                <a:gd name="connsiteY5" fmla="*/ 0 h 119496"/>
                <a:gd name="connsiteX0" fmla="*/ 964 w 785477"/>
                <a:gd name="connsiteY0" fmla="*/ 2675 h 122171"/>
                <a:gd name="connsiteX1" fmla="*/ 385427 w 785477"/>
                <a:gd name="connsiteY1" fmla="*/ 122171 h 122171"/>
                <a:gd name="connsiteX2" fmla="*/ 785477 w 785477"/>
                <a:gd name="connsiteY2" fmla="*/ 96194 h 122171"/>
                <a:gd name="connsiteX3" fmla="*/ 780282 w 785477"/>
                <a:gd name="connsiteY3" fmla="*/ 39044 h 122171"/>
                <a:gd name="connsiteX4" fmla="*/ 291909 w 785477"/>
                <a:gd name="connsiteY4" fmla="*/ 39044 h 122171"/>
                <a:gd name="connsiteX5" fmla="*/ 964 w 785477"/>
                <a:gd name="connsiteY5" fmla="*/ 2675 h 122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5477" h="122171">
                  <a:moveTo>
                    <a:pt x="964" y="2675"/>
                  </a:moveTo>
                  <a:cubicBezTo>
                    <a:pt x="16550" y="17395"/>
                    <a:pt x="265066" y="122172"/>
                    <a:pt x="385427" y="122171"/>
                  </a:cubicBezTo>
                  <a:cubicBezTo>
                    <a:pt x="505788" y="122170"/>
                    <a:pt x="719668" y="110914"/>
                    <a:pt x="785477" y="96194"/>
                  </a:cubicBezTo>
                  <a:lnTo>
                    <a:pt x="780282" y="39044"/>
                  </a:lnTo>
                  <a:cubicBezTo>
                    <a:pt x="698021" y="29519"/>
                    <a:pt x="421795" y="45105"/>
                    <a:pt x="291909" y="39044"/>
                  </a:cubicBezTo>
                  <a:cubicBezTo>
                    <a:pt x="162023" y="32983"/>
                    <a:pt x="-14622" y="-11179"/>
                    <a:pt x="964" y="2675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任意多边形 57"/>
            <p:cNvSpPr/>
            <p:nvPr/>
          </p:nvSpPr>
          <p:spPr>
            <a:xfrm>
              <a:off x="9268691" y="4634345"/>
              <a:ext cx="815687" cy="51955"/>
            </a:xfrm>
            <a:custGeom>
              <a:avLst/>
              <a:gdLst>
                <a:gd name="connsiteX0" fmla="*/ 0 w 810491"/>
                <a:gd name="connsiteY0" fmla="*/ 51955 h 51955"/>
                <a:gd name="connsiteX1" fmla="*/ 83127 w 810491"/>
                <a:gd name="connsiteY1" fmla="*/ 0 h 51955"/>
                <a:gd name="connsiteX2" fmla="*/ 810491 w 810491"/>
                <a:gd name="connsiteY2" fmla="*/ 31173 h 51955"/>
                <a:gd name="connsiteX0" fmla="*/ 0 w 815687"/>
                <a:gd name="connsiteY0" fmla="*/ 51955 h 51955"/>
                <a:gd name="connsiteX1" fmla="*/ 83127 w 815687"/>
                <a:gd name="connsiteY1" fmla="*/ 0 h 51955"/>
                <a:gd name="connsiteX2" fmla="*/ 815687 w 815687"/>
                <a:gd name="connsiteY2" fmla="*/ 36368 h 5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15687" h="51955">
                  <a:moveTo>
                    <a:pt x="0" y="51955"/>
                  </a:moveTo>
                  <a:lnTo>
                    <a:pt x="83127" y="0"/>
                  </a:lnTo>
                  <a:lnTo>
                    <a:pt x="815687" y="36368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任意多边形 58"/>
            <p:cNvSpPr/>
            <p:nvPr/>
          </p:nvSpPr>
          <p:spPr>
            <a:xfrm>
              <a:off x="10151917" y="4691495"/>
              <a:ext cx="186938" cy="93519"/>
            </a:xfrm>
            <a:custGeom>
              <a:avLst/>
              <a:gdLst>
                <a:gd name="connsiteX0" fmla="*/ 0 w 207818"/>
                <a:gd name="connsiteY0" fmla="*/ 103909 h 103909"/>
                <a:gd name="connsiteX1" fmla="*/ 202623 w 207818"/>
                <a:gd name="connsiteY1" fmla="*/ 93518 h 103909"/>
                <a:gd name="connsiteX2" fmla="*/ 207818 w 207818"/>
                <a:gd name="connsiteY2" fmla="*/ 0 h 103909"/>
                <a:gd name="connsiteX3" fmla="*/ 155864 w 207818"/>
                <a:gd name="connsiteY3" fmla="*/ 41563 h 103909"/>
                <a:gd name="connsiteX4" fmla="*/ 10391 w 207818"/>
                <a:gd name="connsiteY4" fmla="*/ 51954 h 103909"/>
                <a:gd name="connsiteX0" fmla="*/ 0 w 202623"/>
                <a:gd name="connsiteY0" fmla="*/ 93519 h 93519"/>
                <a:gd name="connsiteX1" fmla="*/ 202623 w 202623"/>
                <a:gd name="connsiteY1" fmla="*/ 83128 h 93519"/>
                <a:gd name="connsiteX2" fmla="*/ 176646 w 202623"/>
                <a:gd name="connsiteY2" fmla="*/ 0 h 93519"/>
                <a:gd name="connsiteX3" fmla="*/ 155864 w 202623"/>
                <a:gd name="connsiteY3" fmla="*/ 31173 h 93519"/>
                <a:gd name="connsiteX4" fmla="*/ 10391 w 202623"/>
                <a:gd name="connsiteY4" fmla="*/ 41564 h 93519"/>
                <a:gd name="connsiteX0" fmla="*/ 0 w 212129"/>
                <a:gd name="connsiteY0" fmla="*/ 93519 h 93519"/>
                <a:gd name="connsiteX1" fmla="*/ 202623 w 212129"/>
                <a:gd name="connsiteY1" fmla="*/ 83128 h 93519"/>
                <a:gd name="connsiteX2" fmla="*/ 176646 w 212129"/>
                <a:gd name="connsiteY2" fmla="*/ 0 h 93519"/>
                <a:gd name="connsiteX3" fmla="*/ 155864 w 212129"/>
                <a:gd name="connsiteY3" fmla="*/ 31173 h 93519"/>
                <a:gd name="connsiteX4" fmla="*/ 10391 w 212129"/>
                <a:gd name="connsiteY4" fmla="*/ 41564 h 93519"/>
                <a:gd name="connsiteX0" fmla="*/ 0 w 195850"/>
                <a:gd name="connsiteY0" fmla="*/ 93519 h 93519"/>
                <a:gd name="connsiteX1" fmla="*/ 182570 w 195850"/>
                <a:gd name="connsiteY1" fmla="*/ 83128 h 93519"/>
                <a:gd name="connsiteX2" fmla="*/ 176646 w 195850"/>
                <a:gd name="connsiteY2" fmla="*/ 0 h 93519"/>
                <a:gd name="connsiteX3" fmla="*/ 155864 w 195850"/>
                <a:gd name="connsiteY3" fmla="*/ 31173 h 93519"/>
                <a:gd name="connsiteX4" fmla="*/ 10391 w 195850"/>
                <a:gd name="connsiteY4" fmla="*/ 41564 h 93519"/>
                <a:gd name="connsiteX0" fmla="*/ 0 w 186938"/>
                <a:gd name="connsiteY0" fmla="*/ 93519 h 93519"/>
                <a:gd name="connsiteX1" fmla="*/ 182570 w 186938"/>
                <a:gd name="connsiteY1" fmla="*/ 83128 h 93519"/>
                <a:gd name="connsiteX2" fmla="*/ 176646 w 186938"/>
                <a:gd name="connsiteY2" fmla="*/ 0 h 93519"/>
                <a:gd name="connsiteX3" fmla="*/ 155864 w 186938"/>
                <a:gd name="connsiteY3" fmla="*/ 31173 h 93519"/>
                <a:gd name="connsiteX4" fmla="*/ 10391 w 186938"/>
                <a:gd name="connsiteY4" fmla="*/ 41564 h 93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6938" h="93519">
                  <a:moveTo>
                    <a:pt x="0" y="93519"/>
                  </a:moveTo>
                  <a:cubicBezTo>
                    <a:pt x="67541" y="90055"/>
                    <a:pt x="173182" y="90693"/>
                    <a:pt x="182570" y="83128"/>
                  </a:cubicBezTo>
                  <a:cubicBezTo>
                    <a:pt x="191958" y="75563"/>
                    <a:pt x="184439" y="8659"/>
                    <a:pt x="176646" y="0"/>
                  </a:cubicBezTo>
                  <a:lnTo>
                    <a:pt x="155864" y="31173"/>
                  </a:lnTo>
                  <a:lnTo>
                    <a:pt x="10391" y="41564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任意多边形 59"/>
            <p:cNvSpPr/>
            <p:nvPr/>
          </p:nvSpPr>
          <p:spPr>
            <a:xfrm>
              <a:off x="9221932" y="4468092"/>
              <a:ext cx="1257300" cy="869828"/>
            </a:xfrm>
            <a:custGeom>
              <a:avLst/>
              <a:gdLst>
                <a:gd name="connsiteX0" fmla="*/ 394854 w 1257300"/>
                <a:gd name="connsiteY0" fmla="*/ 0 h 852054"/>
                <a:gd name="connsiteX1" fmla="*/ 72736 w 1257300"/>
                <a:gd name="connsiteY1" fmla="*/ 10391 h 852054"/>
                <a:gd name="connsiteX2" fmla="*/ 0 w 1257300"/>
                <a:gd name="connsiteY2" fmla="*/ 670214 h 852054"/>
                <a:gd name="connsiteX3" fmla="*/ 77932 w 1257300"/>
                <a:gd name="connsiteY3" fmla="*/ 701386 h 852054"/>
                <a:gd name="connsiteX4" fmla="*/ 436418 w 1257300"/>
                <a:gd name="connsiteY4" fmla="*/ 524741 h 852054"/>
                <a:gd name="connsiteX5" fmla="*/ 1189759 w 1257300"/>
                <a:gd name="connsiteY5" fmla="*/ 571500 h 852054"/>
                <a:gd name="connsiteX6" fmla="*/ 872836 w 1257300"/>
                <a:gd name="connsiteY6" fmla="*/ 794904 h 852054"/>
                <a:gd name="connsiteX7" fmla="*/ 940377 w 1257300"/>
                <a:gd name="connsiteY7" fmla="*/ 72736 h 852054"/>
                <a:gd name="connsiteX8" fmla="*/ 1257300 w 1257300"/>
                <a:gd name="connsiteY8" fmla="*/ 20782 h 852054"/>
                <a:gd name="connsiteX9" fmla="*/ 1137804 w 1257300"/>
                <a:gd name="connsiteY9" fmla="*/ 20782 h 852054"/>
                <a:gd name="connsiteX10" fmla="*/ 872836 w 1257300"/>
                <a:gd name="connsiteY10" fmla="*/ 46759 h 852054"/>
                <a:gd name="connsiteX11" fmla="*/ 800100 w 1257300"/>
                <a:gd name="connsiteY11" fmla="*/ 846859 h 852054"/>
                <a:gd name="connsiteX12" fmla="*/ 909204 w 1257300"/>
                <a:gd name="connsiteY12" fmla="*/ 852054 h 852054"/>
                <a:gd name="connsiteX13" fmla="*/ 1252104 w 1257300"/>
                <a:gd name="connsiteY13" fmla="*/ 587086 h 852054"/>
                <a:gd name="connsiteX14" fmla="*/ 1174173 w 1257300"/>
                <a:gd name="connsiteY14" fmla="*/ 566304 h 852054"/>
                <a:gd name="connsiteX0" fmla="*/ 394854 w 1257300"/>
                <a:gd name="connsiteY0" fmla="*/ 0 h 919138"/>
                <a:gd name="connsiteX1" fmla="*/ 72736 w 1257300"/>
                <a:gd name="connsiteY1" fmla="*/ 10391 h 919138"/>
                <a:gd name="connsiteX2" fmla="*/ 0 w 1257300"/>
                <a:gd name="connsiteY2" fmla="*/ 670214 h 919138"/>
                <a:gd name="connsiteX3" fmla="*/ 77932 w 1257300"/>
                <a:gd name="connsiteY3" fmla="*/ 701386 h 919138"/>
                <a:gd name="connsiteX4" fmla="*/ 436418 w 1257300"/>
                <a:gd name="connsiteY4" fmla="*/ 524741 h 919138"/>
                <a:gd name="connsiteX5" fmla="*/ 1189759 w 1257300"/>
                <a:gd name="connsiteY5" fmla="*/ 571500 h 919138"/>
                <a:gd name="connsiteX6" fmla="*/ 872836 w 1257300"/>
                <a:gd name="connsiteY6" fmla="*/ 794904 h 919138"/>
                <a:gd name="connsiteX7" fmla="*/ 940377 w 1257300"/>
                <a:gd name="connsiteY7" fmla="*/ 72736 h 919138"/>
                <a:gd name="connsiteX8" fmla="*/ 1257300 w 1257300"/>
                <a:gd name="connsiteY8" fmla="*/ 20782 h 919138"/>
                <a:gd name="connsiteX9" fmla="*/ 1137804 w 1257300"/>
                <a:gd name="connsiteY9" fmla="*/ 20782 h 919138"/>
                <a:gd name="connsiteX10" fmla="*/ 872836 w 1257300"/>
                <a:gd name="connsiteY10" fmla="*/ 46759 h 919138"/>
                <a:gd name="connsiteX11" fmla="*/ 800100 w 1257300"/>
                <a:gd name="connsiteY11" fmla="*/ 846859 h 919138"/>
                <a:gd name="connsiteX12" fmla="*/ 909204 w 1257300"/>
                <a:gd name="connsiteY12" fmla="*/ 852054 h 919138"/>
                <a:gd name="connsiteX13" fmla="*/ 1252104 w 1257300"/>
                <a:gd name="connsiteY13" fmla="*/ 587086 h 919138"/>
                <a:gd name="connsiteX14" fmla="*/ 1174173 w 1257300"/>
                <a:gd name="connsiteY14" fmla="*/ 566304 h 919138"/>
                <a:gd name="connsiteX0" fmla="*/ 394854 w 1257300"/>
                <a:gd name="connsiteY0" fmla="*/ 0 h 874202"/>
                <a:gd name="connsiteX1" fmla="*/ 72736 w 1257300"/>
                <a:gd name="connsiteY1" fmla="*/ 10391 h 874202"/>
                <a:gd name="connsiteX2" fmla="*/ 0 w 1257300"/>
                <a:gd name="connsiteY2" fmla="*/ 670214 h 874202"/>
                <a:gd name="connsiteX3" fmla="*/ 77932 w 1257300"/>
                <a:gd name="connsiteY3" fmla="*/ 701386 h 874202"/>
                <a:gd name="connsiteX4" fmla="*/ 436418 w 1257300"/>
                <a:gd name="connsiteY4" fmla="*/ 524741 h 874202"/>
                <a:gd name="connsiteX5" fmla="*/ 1189759 w 1257300"/>
                <a:gd name="connsiteY5" fmla="*/ 571500 h 874202"/>
                <a:gd name="connsiteX6" fmla="*/ 872836 w 1257300"/>
                <a:gd name="connsiteY6" fmla="*/ 794904 h 874202"/>
                <a:gd name="connsiteX7" fmla="*/ 940377 w 1257300"/>
                <a:gd name="connsiteY7" fmla="*/ 72736 h 874202"/>
                <a:gd name="connsiteX8" fmla="*/ 1257300 w 1257300"/>
                <a:gd name="connsiteY8" fmla="*/ 20782 h 874202"/>
                <a:gd name="connsiteX9" fmla="*/ 1137804 w 1257300"/>
                <a:gd name="connsiteY9" fmla="*/ 20782 h 874202"/>
                <a:gd name="connsiteX10" fmla="*/ 872836 w 1257300"/>
                <a:gd name="connsiteY10" fmla="*/ 46759 h 874202"/>
                <a:gd name="connsiteX11" fmla="*/ 800100 w 1257300"/>
                <a:gd name="connsiteY11" fmla="*/ 748146 h 874202"/>
                <a:gd name="connsiteX12" fmla="*/ 909204 w 1257300"/>
                <a:gd name="connsiteY12" fmla="*/ 852054 h 874202"/>
                <a:gd name="connsiteX13" fmla="*/ 1252104 w 1257300"/>
                <a:gd name="connsiteY13" fmla="*/ 587086 h 874202"/>
                <a:gd name="connsiteX14" fmla="*/ 1174173 w 1257300"/>
                <a:gd name="connsiteY14" fmla="*/ 566304 h 874202"/>
                <a:gd name="connsiteX0" fmla="*/ 394854 w 1257300"/>
                <a:gd name="connsiteY0" fmla="*/ 0 h 874202"/>
                <a:gd name="connsiteX1" fmla="*/ 72736 w 1257300"/>
                <a:gd name="connsiteY1" fmla="*/ 10391 h 874202"/>
                <a:gd name="connsiteX2" fmla="*/ 0 w 1257300"/>
                <a:gd name="connsiteY2" fmla="*/ 670214 h 874202"/>
                <a:gd name="connsiteX3" fmla="*/ 77932 w 1257300"/>
                <a:gd name="connsiteY3" fmla="*/ 701386 h 874202"/>
                <a:gd name="connsiteX4" fmla="*/ 436418 w 1257300"/>
                <a:gd name="connsiteY4" fmla="*/ 524741 h 874202"/>
                <a:gd name="connsiteX5" fmla="*/ 1189759 w 1257300"/>
                <a:gd name="connsiteY5" fmla="*/ 571500 h 874202"/>
                <a:gd name="connsiteX6" fmla="*/ 872836 w 1257300"/>
                <a:gd name="connsiteY6" fmla="*/ 794904 h 874202"/>
                <a:gd name="connsiteX7" fmla="*/ 940377 w 1257300"/>
                <a:gd name="connsiteY7" fmla="*/ 72736 h 874202"/>
                <a:gd name="connsiteX8" fmla="*/ 1257300 w 1257300"/>
                <a:gd name="connsiteY8" fmla="*/ 20782 h 874202"/>
                <a:gd name="connsiteX9" fmla="*/ 1137804 w 1257300"/>
                <a:gd name="connsiteY9" fmla="*/ 20782 h 874202"/>
                <a:gd name="connsiteX10" fmla="*/ 872836 w 1257300"/>
                <a:gd name="connsiteY10" fmla="*/ 46759 h 874202"/>
                <a:gd name="connsiteX11" fmla="*/ 800100 w 1257300"/>
                <a:gd name="connsiteY11" fmla="*/ 748146 h 874202"/>
                <a:gd name="connsiteX12" fmla="*/ 909204 w 1257300"/>
                <a:gd name="connsiteY12" fmla="*/ 852054 h 874202"/>
                <a:gd name="connsiteX13" fmla="*/ 1252104 w 1257300"/>
                <a:gd name="connsiteY13" fmla="*/ 587086 h 874202"/>
                <a:gd name="connsiteX14" fmla="*/ 1174173 w 1257300"/>
                <a:gd name="connsiteY14" fmla="*/ 566304 h 874202"/>
                <a:gd name="connsiteX0" fmla="*/ 394854 w 1257300"/>
                <a:gd name="connsiteY0" fmla="*/ 0 h 919138"/>
                <a:gd name="connsiteX1" fmla="*/ 72736 w 1257300"/>
                <a:gd name="connsiteY1" fmla="*/ 10391 h 919138"/>
                <a:gd name="connsiteX2" fmla="*/ 0 w 1257300"/>
                <a:gd name="connsiteY2" fmla="*/ 670214 h 919138"/>
                <a:gd name="connsiteX3" fmla="*/ 77932 w 1257300"/>
                <a:gd name="connsiteY3" fmla="*/ 701386 h 919138"/>
                <a:gd name="connsiteX4" fmla="*/ 436418 w 1257300"/>
                <a:gd name="connsiteY4" fmla="*/ 524741 h 919138"/>
                <a:gd name="connsiteX5" fmla="*/ 1189759 w 1257300"/>
                <a:gd name="connsiteY5" fmla="*/ 571500 h 919138"/>
                <a:gd name="connsiteX6" fmla="*/ 872836 w 1257300"/>
                <a:gd name="connsiteY6" fmla="*/ 794904 h 919138"/>
                <a:gd name="connsiteX7" fmla="*/ 940377 w 1257300"/>
                <a:gd name="connsiteY7" fmla="*/ 72736 h 919138"/>
                <a:gd name="connsiteX8" fmla="*/ 1257300 w 1257300"/>
                <a:gd name="connsiteY8" fmla="*/ 20782 h 919138"/>
                <a:gd name="connsiteX9" fmla="*/ 1137804 w 1257300"/>
                <a:gd name="connsiteY9" fmla="*/ 20782 h 919138"/>
                <a:gd name="connsiteX10" fmla="*/ 872836 w 1257300"/>
                <a:gd name="connsiteY10" fmla="*/ 46759 h 919138"/>
                <a:gd name="connsiteX11" fmla="*/ 789709 w 1257300"/>
                <a:gd name="connsiteY11" fmla="*/ 846860 h 919138"/>
                <a:gd name="connsiteX12" fmla="*/ 909204 w 1257300"/>
                <a:gd name="connsiteY12" fmla="*/ 852054 h 919138"/>
                <a:gd name="connsiteX13" fmla="*/ 1252104 w 1257300"/>
                <a:gd name="connsiteY13" fmla="*/ 587086 h 919138"/>
                <a:gd name="connsiteX14" fmla="*/ 1174173 w 1257300"/>
                <a:gd name="connsiteY14" fmla="*/ 566304 h 919138"/>
                <a:gd name="connsiteX0" fmla="*/ 394854 w 1257300"/>
                <a:gd name="connsiteY0" fmla="*/ 0 h 870924"/>
                <a:gd name="connsiteX1" fmla="*/ 72736 w 1257300"/>
                <a:gd name="connsiteY1" fmla="*/ 10391 h 870924"/>
                <a:gd name="connsiteX2" fmla="*/ 0 w 1257300"/>
                <a:gd name="connsiteY2" fmla="*/ 670214 h 870924"/>
                <a:gd name="connsiteX3" fmla="*/ 77932 w 1257300"/>
                <a:gd name="connsiteY3" fmla="*/ 701386 h 870924"/>
                <a:gd name="connsiteX4" fmla="*/ 436418 w 1257300"/>
                <a:gd name="connsiteY4" fmla="*/ 524741 h 870924"/>
                <a:gd name="connsiteX5" fmla="*/ 1189759 w 1257300"/>
                <a:gd name="connsiteY5" fmla="*/ 571500 h 870924"/>
                <a:gd name="connsiteX6" fmla="*/ 872836 w 1257300"/>
                <a:gd name="connsiteY6" fmla="*/ 794904 h 870924"/>
                <a:gd name="connsiteX7" fmla="*/ 940377 w 1257300"/>
                <a:gd name="connsiteY7" fmla="*/ 72736 h 870924"/>
                <a:gd name="connsiteX8" fmla="*/ 1257300 w 1257300"/>
                <a:gd name="connsiteY8" fmla="*/ 20782 h 870924"/>
                <a:gd name="connsiteX9" fmla="*/ 1137804 w 1257300"/>
                <a:gd name="connsiteY9" fmla="*/ 20782 h 870924"/>
                <a:gd name="connsiteX10" fmla="*/ 872836 w 1257300"/>
                <a:gd name="connsiteY10" fmla="*/ 46759 h 870924"/>
                <a:gd name="connsiteX11" fmla="*/ 789709 w 1257300"/>
                <a:gd name="connsiteY11" fmla="*/ 846860 h 870924"/>
                <a:gd name="connsiteX12" fmla="*/ 909204 w 1257300"/>
                <a:gd name="connsiteY12" fmla="*/ 852054 h 870924"/>
                <a:gd name="connsiteX13" fmla="*/ 1252104 w 1257300"/>
                <a:gd name="connsiteY13" fmla="*/ 587086 h 870924"/>
                <a:gd name="connsiteX14" fmla="*/ 1174173 w 1257300"/>
                <a:gd name="connsiteY14" fmla="*/ 566304 h 870924"/>
                <a:gd name="connsiteX0" fmla="*/ 394854 w 1257300"/>
                <a:gd name="connsiteY0" fmla="*/ 0 h 872295"/>
                <a:gd name="connsiteX1" fmla="*/ 72736 w 1257300"/>
                <a:gd name="connsiteY1" fmla="*/ 10391 h 872295"/>
                <a:gd name="connsiteX2" fmla="*/ 0 w 1257300"/>
                <a:gd name="connsiteY2" fmla="*/ 670214 h 872295"/>
                <a:gd name="connsiteX3" fmla="*/ 77932 w 1257300"/>
                <a:gd name="connsiteY3" fmla="*/ 701386 h 872295"/>
                <a:gd name="connsiteX4" fmla="*/ 436418 w 1257300"/>
                <a:gd name="connsiteY4" fmla="*/ 524741 h 872295"/>
                <a:gd name="connsiteX5" fmla="*/ 1189759 w 1257300"/>
                <a:gd name="connsiteY5" fmla="*/ 571500 h 872295"/>
                <a:gd name="connsiteX6" fmla="*/ 872836 w 1257300"/>
                <a:gd name="connsiteY6" fmla="*/ 794904 h 872295"/>
                <a:gd name="connsiteX7" fmla="*/ 940377 w 1257300"/>
                <a:gd name="connsiteY7" fmla="*/ 72736 h 872295"/>
                <a:gd name="connsiteX8" fmla="*/ 1257300 w 1257300"/>
                <a:gd name="connsiteY8" fmla="*/ 20782 h 872295"/>
                <a:gd name="connsiteX9" fmla="*/ 1137804 w 1257300"/>
                <a:gd name="connsiteY9" fmla="*/ 20782 h 872295"/>
                <a:gd name="connsiteX10" fmla="*/ 872836 w 1257300"/>
                <a:gd name="connsiteY10" fmla="*/ 46759 h 872295"/>
                <a:gd name="connsiteX11" fmla="*/ 826077 w 1257300"/>
                <a:gd name="connsiteY11" fmla="*/ 852055 h 872295"/>
                <a:gd name="connsiteX12" fmla="*/ 909204 w 1257300"/>
                <a:gd name="connsiteY12" fmla="*/ 852054 h 872295"/>
                <a:gd name="connsiteX13" fmla="*/ 1252104 w 1257300"/>
                <a:gd name="connsiteY13" fmla="*/ 587086 h 872295"/>
                <a:gd name="connsiteX14" fmla="*/ 1174173 w 1257300"/>
                <a:gd name="connsiteY14" fmla="*/ 566304 h 872295"/>
                <a:gd name="connsiteX0" fmla="*/ 394854 w 1257300"/>
                <a:gd name="connsiteY0" fmla="*/ 0 h 873870"/>
                <a:gd name="connsiteX1" fmla="*/ 72736 w 1257300"/>
                <a:gd name="connsiteY1" fmla="*/ 10391 h 873870"/>
                <a:gd name="connsiteX2" fmla="*/ 0 w 1257300"/>
                <a:gd name="connsiteY2" fmla="*/ 670214 h 873870"/>
                <a:gd name="connsiteX3" fmla="*/ 77932 w 1257300"/>
                <a:gd name="connsiteY3" fmla="*/ 701386 h 873870"/>
                <a:gd name="connsiteX4" fmla="*/ 436418 w 1257300"/>
                <a:gd name="connsiteY4" fmla="*/ 524741 h 873870"/>
                <a:gd name="connsiteX5" fmla="*/ 1189759 w 1257300"/>
                <a:gd name="connsiteY5" fmla="*/ 571500 h 873870"/>
                <a:gd name="connsiteX6" fmla="*/ 872836 w 1257300"/>
                <a:gd name="connsiteY6" fmla="*/ 794904 h 873870"/>
                <a:gd name="connsiteX7" fmla="*/ 940377 w 1257300"/>
                <a:gd name="connsiteY7" fmla="*/ 72736 h 873870"/>
                <a:gd name="connsiteX8" fmla="*/ 1257300 w 1257300"/>
                <a:gd name="connsiteY8" fmla="*/ 20782 h 873870"/>
                <a:gd name="connsiteX9" fmla="*/ 1137804 w 1257300"/>
                <a:gd name="connsiteY9" fmla="*/ 20782 h 873870"/>
                <a:gd name="connsiteX10" fmla="*/ 872836 w 1257300"/>
                <a:gd name="connsiteY10" fmla="*/ 46759 h 873870"/>
                <a:gd name="connsiteX11" fmla="*/ 826077 w 1257300"/>
                <a:gd name="connsiteY11" fmla="*/ 857251 h 873870"/>
                <a:gd name="connsiteX12" fmla="*/ 909204 w 1257300"/>
                <a:gd name="connsiteY12" fmla="*/ 852054 h 873870"/>
                <a:gd name="connsiteX13" fmla="*/ 1252104 w 1257300"/>
                <a:gd name="connsiteY13" fmla="*/ 587086 h 873870"/>
                <a:gd name="connsiteX14" fmla="*/ 1174173 w 1257300"/>
                <a:gd name="connsiteY14" fmla="*/ 566304 h 873870"/>
                <a:gd name="connsiteX0" fmla="*/ 394854 w 1257300"/>
                <a:gd name="connsiteY0" fmla="*/ 0 h 925255"/>
                <a:gd name="connsiteX1" fmla="*/ 72736 w 1257300"/>
                <a:gd name="connsiteY1" fmla="*/ 10391 h 925255"/>
                <a:gd name="connsiteX2" fmla="*/ 0 w 1257300"/>
                <a:gd name="connsiteY2" fmla="*/ 670214 h 925255"/>
                <a:gd name="connsiteX3" fmla="*/ 77932 w 1257300"/>
                <a:gd name="connsiteY3" fmla="*/ 701386 h 925255"/>
                <a:gd name="connsiteX4" fmla="*/ 436418 w 1257300"/>
                <a:gd name="connsiteY4" fmla="*/ 524741 h 925255"/>
                <a:gd name="connsiteX5" fmla="*/ 1189759 w 1257300"/>
                <a:gd name="connsiteY5" fmla="*/ 571500 h 925255"/>
                <a:gd name="connsiteX6" fmla="*/ 872836 w 1257300"/>
                <a:gd name="connsiteY6" fmla="*/ 794904 h 925255"/>
                <a:gd name="connsiteX7" fmla="*/ 940377 w 1257300"/>
                <a:gd name="connsiteY7" fmla="*/ 72736 h 925255"/>
                <a:gd name="connsiteX8" fmla="*/ 1257300 w 1257300"/>
                <a:gd name="connsiteY8" fmla="*/ 20782 h 925255"/>
                <a:gd name="connsiteX9" fmla="*/ 1137804 w 1257300"/>
                <a:gd name="connsiteY9" fmla="*/ 20782 h 925255"/>
                <a:gd name="connsiteX10" fmla="*/ 898813 w 1257300"/>
                <a:gd name="connsiteY10" fmla="*/ 57149 h 925255"/>
                <a:gd name="connsiteX11" fmla="*/ 826077 w 1257300"/>
                <a:gd name="connsiteY11" fmla="*/ 857251 h 925255"/>
                <a:gd name="connsiteX12" fmla="*/ 909204 w 1257300"/>
                <a:gd name="connsiteY12" fmla="*/ 852054 h 925255"/>
                <a:gd name="connsiteX13" fmla="*/ 1252104 w 1257300"/>
                <a:gd name="connsiteY13" fmla="*/ 587086 h 925255"/>
                <a:gd name="connsiteX14" fmla="*/ 1174173 w 1257300"/>
                <a:gd name="connsiteY14" fmla="*/ 566304 h 925255"/>
                <a:gd name="connsiteX0" fmla="*/ 394854 w 1257300"/>
                <a:gd name="connsiteY0" fmla="*/ 0 h 869828"/>
                <a:gd name="connsiteX1" fmla="*/ 72736 w 1257300"/>
                <a:gd name="connsiteY1" fmla="*/ 10391 h 869828"/>
                <a:gd name="connsiteX2" fmla="*/ 0 w 1257300"/>
                <a:gd name="connsiteY2" fmla="*/ 670214 h 869828"/>
                <a:gd name="connsiteX3" fmla="*/ 77932 w 1257300"/>
                <a:gd name="connsiteY3" fmla="*/ 701386 h 869828"/>
                <a:gd name="connsiteX4" fmla="*/ 436418 w 1257300"/>
                <a:gd name="connsiteY4" fmla="*/ 524741 h 869828"/>
                <a:gd name="connsiteX5" fmla="*/ 1189759 w 1257300"/>
                <a:gd name="connsiteY5" fmla="*/ 571500 h 869828"/>
                <a:gd name="connsiteX6" fmla="*/ 872836 w 1257300"/>
                <a:gd name="connsiteY6" fmla="*/ 794904 h 869828"/>
                <a:gd name="connsiteX7" fmla="*/ 940377 w 1257300"/>
                <a:gd name="connsiteY7" fmla="*/ 72736 h 869828"/>
                <a:gd name="connsiteX8" fmla="*/ 1257300 w 1257300"/>
                <a:gd name="connsiteY8" fmla="*/ 20782 h 869828"/>
                <a:gd name="connsiteX9" fmla="*/ 1137804 w 1257300"/>
                <a:gd name="connsiteY9" fmla="*/ 20782 h 869828"/>
                <a:gd name="connsiteX10" fmla="*/ 898813 w 1257300"/>
                <a:gd name="connsiteY10" fmla="*/ 57149 h 869828"/>
                <a:gd name="connsiteX11" fmla="*/ 826077 w 1257300"/>
                <a:gd name="connsiteY11" fmla="*/ 857251 h 869828"/>
                <a:gd name="connsiteX12" fmla="*/ 909204 w 1257300"/>
                <a:gd name="connsiteY12" fmla="*/ 852054 h 869828"/>
                <a:gd name="connsiteX13" fmla="*/ 1252104 w 1257300"/>
                <a:gd name="connsiteY13" fmla="*/ 587086 h 869828"/>
                <a:gd name="connsiteX14" fmla="*/ 1174173 w 1257300"/>
                <a:gd name="connsiteY14" fmla="*/ 566304 h 869828"/>
                <a:gd name="connsiteX0" fmla="*/ 374801 w 1257300"/>
                <a:gd name="connsiteY0" fmla="*/ 0 h 869828"/>
                <a:gd name="connsiteX1" fmla="*/ 72736 w 1257300"/>
                <a:gd name="connsiteY1" fmla="*/ 10391 h 869828"/>
                <a:gd name="connsiteX2" fmla="*/ 0 w 1257300"/>
                <a:gd name="connsiteY2" fmla="*/ 670214 h 869828"/>
                <a:gd name="connsiteX3" fmla="*/ 77932 w 1257300"/>
                <a:gd name="connsiteY3" fmla="*/ 701386 h 869828"/>
                <a:gd name="connsiteX4" fmla="*/ 436418 w 1257300"/>
                <a:gd name="connsiteY4" fmla="*/ 524741 h 869828"/>
                <a:gd name="connsiteX5" fmla="*/ 1189759 w 1257300"/>
                <a:gd name="connsiteY5" fmla="*/ 571500 h 869828"/>
                <a:gd name="connsiteX6" fmla="*/ 872836 w 1257300"/>
                <a:gd name="connsiteY6" fmla="*/ 794904 h 869828"/>
                <a:gd name="connsiteX7" fmla="*/ 940377 w 1257300"/>
                <a:gd name="connsiteY7" fmla="*/ 72736 h 869828"/>
                <a:gd name="connsiteX8" fmla="*/ 1257300 w 1257300"/>
                <a:gd name="connsiteY8" fmla="*/ 20782 h 869828"/>
                <a:gd name="connsiteX9" fmla="*/ 1137804 w 1257300"/>
                <a:gd name="connsiteY9" fmla="*/ 20782 h 869828"/>
                <a:gd name="connsiteX10" fmla="*/ 898813 w 1257300"/>
                <a:gd name="connsiteY10" fmla="*/ 57149 h 869828"/>
                <a:gd name="connsiteX11" fmla="*/ 826077 w 1257300"/>
                <a:gd name="connsiteY11" fmla="*/ 857251 h 869828"/>
                <a:gd name="connsiteX12" fmla="*/ 909204 w 1257300"/>
                <a:gd name="connsiteY12" fmla="*/ 852054 h 869828"/>
                <a:gd name="connsiteX13" fmla="*/ 1252104 w 1257300"/>
                <a:gd name="connsiteY13" fmla="*/ 587086 h 869828"/>
                <a:gd name="connsiteX14" fmla="*/ 1174173 w 1257300"/>
                <a:gd name="connsiteY14" fmla="*/ 566304 h 869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57300" h="869828">
                  <a:moveTo>
                    <a:pt x="374801" y="0"/>
                  </a:moveTo>
                  <a:lnTo>
                    <a:pt x="72736" y="10391"/>
                  </a:lnTo>
                  <a:lnTo>
                    <a:pt x="0" y="670214"/>
                  </a:lnTo>
                  <a:lnTo>
                    <a:pt x="77932" y="701386"/>
                  </a:lnTo>
                  <a:lnTo>
                    <a:pt x="436418" y="524741"/>
                  </a:lnTo>
                  <a:lnTo>
                    <a:pt x="1189759" y="571500"/>
                  </a:lnTo>
                  <a:lnTo>
                    <a:pt x="872836" y="794904"/>
                  </a:lnTo>
                  <a:lnTo>
                    <a:pt x="940377" y="72736"/>
                  </a:lnTo>
                  <a:lnTo>
                    <a:pt x="1257300" y="20782"/>
                  </a:lnTo>
                  <a:lnTo>
                    <a:pt x="1137804" y="20782"/>
                  </a:lnTo>
                  <a:lnTo>
                    <a:pt x="898813" y="57149"/>
                  </a:lnTo>
                  <a:cubicBezTo>
                    <a:pt x="842529" y="194829"/>
                    <a:pt x="803564" y="870240"/>
                    <a:pt x="826077" y="857251"/>
                  </a:cubicBezTo>
                  <a:cubicBezTo>
                    <a:pt x="848590" y="844262"/>
                    <a:pt x="833870" y="895349"/>
                    <a:pt x="909204" y="852054"/>
                  </a:cubicBezTo>
                  <a:lnTo>
                    <a:pt x="1252104" y="587086"/>
                  </a:lnTo>
                  <a:lnTo>
                    <a:pt x="1174173" y="566304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任意多边形 60"/>
            <p:cNvSpPr/>
            <p:nvPr/>
          </p:nvSpPr>
          <p:spPr>
            <a:xfrm>
              <a:off x="9315450" y="4722668"/>
              <a:ext cx="46759" cy="358487"/>
            </a:xfrm>
            <a:custGeom>
              <a:avLst/>
              <a:gdLst>
                <a:gd name="connsiteX0" fmla="*/ 0 w 46759"/>
                <a:gd name="connsiteY0" fmla="*/ 358487 h 358487"/>
                <a:gd name="connsiteX1" fmla="*/ 46759 w 46759"/>
                <a:gd name="connsiteY1" fmla="*/ 0 h 3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6759" h="358487">
                  <a:moveTo>
                    <a:pt x="0" y="358487"/>
                  </a:moveTo>
                  <a:lnTo>
                    <a:pt x="46759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任意多边形 61"/>
            <p:cNvSpPr/>
            <p:nvPr/>
          </p:nvSpPr>
          <p:spPr>
            <a:xfrm>
              <a:off x="9367405" y="4514850"/>
              <a:ext cx="20781" cy="114300"/>
            </a:xfrm>
            <a:custGeom>
              <a:avLst/>
              <a:gdLst>
                <a:gd name="connsiteX0" fmla="*/ 0 w 20781"/>
                <a:gd name="connsiteY0" fmla="*/ 114300 h 114300"/>
                <a:gd name="connsiteX1" fmla="*/ 20781 w 20781"/>
                <a:gd name="connsiteY1" fmla="*/ 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781" h="114300">
                  <a:moveTo>
                    <a:pt x="0" y="114300"/>
                  </a:moveTo>
                  <a:lnTo>
                    <a:pt x="20781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任意多边形 62"/>
            <p:cNvSpPr/>
            <p:nvPr/>
          </p:nvSpPr>
          <p:spPr>
            <a:xfrm>
              <a:off x="10089573" y="5257800"/>
              <a:ext cx="41563" cy="62345"/>
            </a:xfrm>
            <a:custGeom>
              <a:avLst/>
              <a:gdLst>
                <a:gd name="connsiteX0" fmla="*/ 41563 w 41563"/>
                <a:gd name="connsiteY0" fmla="*/ 62345 h 62345"/>
                <a:gd name="connsiteX1" fmla="*/ 0 w 41563"/>
                <a:gd name="connsiteY1" fmla="*/ 0 h 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1563" h="62345">
                  <a:moveTo>
                    <a:pt x="41563" y="62345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Freeform 9"/>
          <p:cNvSpPr>
            <a:spLocks noEditPoints="1"/>
          </p:cNvSpPr>
          <p:nvPr/>
        </p:nvSpPr>
        <p:spPr bwMode="auto">
          <a:xfrm flipH="1">
            <a:off x="1903762" y="691567"/>
            <a:ext cx="597231" cy="636385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" name="圆角矩形 29"/>
          <p:cNvSpPr/>
          <p:nvPr/>
        </p:nvSpPr>
        <p:spPr>
          <a:xfrm>
            <a:off x="2649765" y="1989178"/>
            <a:ext cx="6892470" cy="2477891"/>
          </a:xfrm>
          <a:prstGeom prst="roundRect">
            <a:avLst/>
          </a:prstGeom>
          <a:noFill/>
          <a:ln w="254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9099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14534" y="739654"/>
            <a:ext cx="99629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不断地进行大中小三分法，就能把东西整理得井然有序</a:t>
            </a:r>
            <a:endParaRPr lang="zh-CN" altLang="en-US" sz="3200" dirty="0"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1422399" y="1886859"/>
            <a:ext cx="2504389" cy="2516147"/>
          </a:xfrm>
          <a:prstGeom prst="round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521606" y="1883226"/>
            <a:ext cx="3105514" cy="732973"/>
          </a:xfrm>
          <a:prstGeom prst="round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4521606" y="3668879"/>
            <a:ext cx="3105514" cy="732973"/>
          </a:xfrm>
          <a:prstGeom prst="round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521606" y="2768604"/>
            <a:ext cx="3105514" cy="732973"/>
          </a:xfrm>
          <a:prstGeom prst="round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7823199" y="1883226"/>
            <a:ext cx="718046" cy="732973"/>
          </a:xfrm>
          <a:prstGeom prst="round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9564091" y="1883226"/>
            <a:ext cx="718046" cy="732973"/>
          </a:xfrm>
          <a:prstGeom prst="round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8693645" y="1883226"/>
            <a:ext cx="718046" cy="732973"/>
          </a:xfrm>
          <a:prstGeom prst="round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8693645" y="2768604"/>
            <a:ext cx="718046" cy="732973"/>
          </a:xfrm>
          <a:prstGeom prst="round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8693646" y="3668879"/>
            <a:ext cx="718046" cy="732973"/>
          </a:xfrm>
          <a:prstGeom prst="round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7823199" y="2761345"/>
            <a:ext cx="718046" cy="732973"/>
          </a:xfrm>
          <a:prstGeom prst="round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7823200" y="3668879"/>
            <a:ext cx="718046" cy="732973"/>
          </a:xfrm>
          <a:prstGeom prst="round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9564091" y="2768604"/>
            <a:ext cx="718046" cy="732973"/>
          </a:xfrm>
          <a:prstGeom prst="round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9564092" y="3668878"/>
            <a:ext cx="718046" cy="732973"/>
          </a:xfrm>
          <a:prstGeom prst="round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916105" y="1505309"/>
            <a:ext cx="13539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ea typeface="微软雅黑" panose="020B0503020204020204" pitchFamily="34" charset="-122"/>
              </a:rPr>
              <a:t>大分类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616436" y="1513894"/>
            <a:ext cx="13539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ea typeface="微软雅黑" panose="020B0503020204020204" pitchFamily="34" charset="-122"/>
              </a:rPr>
              <a:t>中分类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541245" y="1513894"/>
            <a:ext cx="13539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ea typeface="微软雅黑" panose="020B0503020204020204" pitchFamily="34" charset="-122"/>
              </a:rPr>
              <a:t>小分类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2057736" y="2852545"/>
            <a:ext cx="12337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solidFill>
                  <a:schemeClr val="bg1"/>
                </a:solidFill>
                <a:ea typeface="微软雅黑" panose="020B0503020204020204" pitchFamily="34" charset="-122"/>
              </a:rPr>
              <a:t>餐具</a:t>
            </a:r>
            <a:endParaRPr lang="zh-CN" altLang="en-US" sz="3200" b="1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668684" y="2065045"/>
            <a:ext cx="12337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  <a:ea typeface="微软雅黑" panose="020B0503020204020204" pitchFamily="34" charset="-122"/>
              </a:rPr>
              <a:t>盘子</a:t>
            </a:r>
            <a:endParaRPr lang="zh-CN" altLang="en-US" sz="2400" b="1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668684" y="2943165"/>
            <a:ext cx="12337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  <a:ea typeface="微软雅黑" panose="020B0503020204020204" pitchFamily="34" charset="-122"/>
              </a:rPr>
              <a:t>容器</a:t>
            </a:r>
            <a:endParaRPr lang="zh-CN" altLang="en-US" sz="2400" b="1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668684" y="3841595"/>
            <a:ext cx="12337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ea typeface="微软雅黑" panose="020B0503020204020204" pitchFamily="34" charset="-122"/>
              </a:rPr>
              <a:t>杯子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7724815" y="2111211"/>
            <a:ext cx="914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  <a:ea typeface="微软雅黑" panose="020B0503020204020204" pitchFamily="34" charset="-122"/>
              </a:rPr>
              <a:t>大盘子</a:t>
            </a:r>
            <a:endParaRPr lang="zh-CN" altLang="en-US" b="1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634763" y="2110815"/>
            <a:ext cx="914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  <a:ea typeface="微软雅黑" panose="020B0503020204020204" pitchFamily="34" charset="-122"/>
              </a:rPr>
              <a:t>小盘子</a:t>
            </a:r>
            <a:endParaRPr lang="zh-CN" altLang="en-US" b="1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9603593" y="2110815"/>
            <a:ext cx="914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  <a:ea typeface="微软雅黑" panose="020B0503020204020204" pitchFamily="34" charset="-122"/>
              </a:rPr>
              <a:t>其他</a:t>
            </a:r>
            <a:endParaRPr lang="zh-CN" altLang="en-US" b="1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7851557" y="2943165"/>
            <a:ext cx="914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  <a:ea typeface="微软雅黑" panose="020B0503020204020204" pitchFamily="34" charset="-122"/>
              </a:rPr>
              <a:t>陶器</a:t>
            </a:r>
            <a:endParaRPr lang="zh-CN" altLang="en-US" b="1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8711376" y="2943395"/>
            <a:ext cx="914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  <a:ea typeface="微软雅黑" panose="020B0503020204020204" pitchFamily="34" charset="-122"/>
              </a:rPr>
              <a:t>漆器</a:t>
            </a:r>
            <a:endParaRPr lang="zh-CN" altLang="en-US" b="1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9643920" y="2950424"/>
            <a:ext cx="914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  <a:ea typeface="微软雅黑" panose="020B0503020204020204" pitchFamily="34" charset="-122"/>
              </a:rPr>
              <a:t>其他</a:t>
            </a:r>
            <a:endParaRPr lang="zh-CN" altLang="en-US" b="1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7760690" y="3850698"/>
            <a:ext cx="914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  <a:ea typeface="微软雅黑" panose="020B0503020204020204" pitchFamily="34" charset="-122"/>
              </a:rPr>
              <a:t>玻璃杯</a:t>
            </a:r>
            <a:endParaRPr lang="zh-CN" altLang="en-US" b="1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8711377" y="3755520"/>
            <a:ext cx="7982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  <a:ea typeface="微软雅黑" panose="020B0503020204020204" pitchFamily="34" charset="-122"/>
              </a:rPr>
              <a:t>日式茶杯</a:t>
            </a:r>
            <a:endParaRPr lang="zh-CN" altLang="en-US" b="1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509664" y="3850698"/>
            <a:ext cx="914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  <a:ea typeface="微软雅黑" panose="020B0503020204020204" pitchFamily="34" charset="-122"/>
              </a:rPr>
              <a:t>西式杯</a:t>
            </a:r>
            <a:endParaRPr lang="zh-CN" altLang="en-US" b="1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3137354" y="4868862"/>
            <a:ext cx="6019346" cy="1167541"/>
          </a:xfrm>
          <a:prstGeom prst="round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3607481" y="5120459"/>
            <a:ext cx="48042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方正北魏楷书简体" panose="03000509000000000000" pitchFamily="65" charset="-122"/>
                <a:ea typeface="方正北魏楷书简体" panose="03000509000000000000" pitchFamily="65" charset="-122"/>
              </a:rPr>
              <a:t>不断重复</a:t>
            </a:r>
            <a:r>
              <a:rPr lang="zh-CN" altLang="en-US" sz="2000" b="1" dirty="0" smtClean="0">
                <a:solidFill>
                  <a:srgbClr val="C60F13"/>
                </a:solidFill>
                <a:latin typeface="方正北魏楷书简体" panose="03000509000000000000" pitchFamily="65" charset="-122"/>
                <a:ea typeface="方正北魏楷书简体" panose="03000509000000000000" pitchFamily="65" charset="-122"/>
              </a:rPr>
              <a:t>三分法</a:t>
            </a:r>
            <a:r>
              <a:rPr lang="zh-CN" altLang="en-US" sz="2000" dirty="0" smtClean="0">
                <a:latin typeface="方正北魏楷书简体" panose="03000509000000000000" pitchFamily="65" charset="-122"/>
                <a:ea typeface="方正北魏楷书简体" panose="03000509000000000000" pitchFamily="65" charset="-122"/>
              </a:rPr>
              <a:t>，可以避免整理物品时所造成的混乱。</a:t>
            </a:r>
            <a:endParaRPr lang="zh-CN" altLang="en-US" sz="2000" dirty="0">
              <a:latin typeface="方正北魏楷书简体" panose="03000509000000000000" pitchFamily="65" charset="-122"/>
              <a:ea typeface="方正北魏楷书简体" panose="03000509000000000000" pitchFamily="65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500993" y="740"/>
            <a:ext cx="6892471" cy="597291"/>
            <a:chOff x="1308100" y="740"/>
            <a:chExt cx="6892471" cy="597291"/>
          </a:xfrm>
        </p:grpSpPr>
        <p:sp>
          <p:nvSpPr>
            <p:cNvPr id="45" name="矩形 44"/>
            <p:cNvSpPr/>
            <p:nvPr/>
          </p:nvSpPr>
          <p:spPr>
            <a:xfrm>
              <a:off x="1308100" y="740"/>
              <a:ext cx="6892471" cy="597291"/>
            </a:xfrm>
            <a:prstGeom prst="rect">
              <a:avLst/>
            </a:prstGeom>
            <a:solidFill>
              <a:srgbClr val="C60F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2664298" y="68552"/>
              <a:ext cx="41800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实践方法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——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一些方法和原则</a:t>
              </a:r>
              <a:endParaRPr lang="zh-CN" altLang="en-US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393464" y="4980252"/>
            <a:ext cx="867218" cy="944762"/>
            <a:chOff x="9221932" y="3917255"/>
            <a:chExt cx="1304059" cy="1420665"/>
          </a:xfrm>
        </p:grpSpPr>
        <p:sp>
          <p:nvSpPr>
            <p:cNvPr id="56" name="任意多边形 55"/>
            <p:cNvSpPr/>
            <p:nvPr/>
          </p:nvSpPr>
          <p:spPr>
            <a:xfrm>
              <a:off x="9667783" y="3917255"/>
              <a:ext cx="772736" cy="364363"/>
            </a:xfrm>
            <a:custGeom>
              <a:avLst/>
              <a:gdLst>
                <a:gd name="connsiteX0" fmla="*/ 51954 w 742950"/>
                <a:gd name="connsiteY0" fmla="*/ 0 h 358487"/>
                <a:gd name="connsiteX1" fmla="*/ 0 w 742950"/>
                <a:gd name="connsiteY1" fmla="*/ 358487 h 358487"/>
                <a:gd name="connsiteX2" fmla="*/ 711777 w 742950"/>
                <a:gd name="connsiteY2" fmla="*/ 348096 h 358487"/>
                <a:gd name="connsiteX3" fmla="*/ 742950 w 742950"/>
                <a:gd name="connsiteY3" fmla="*/ 15587 h 358487"/>
                <a:gd name="connsiteX4" fmla="*/ 51954 w 742950"/>
                <a:gd name="connsiteY4" fmla="*/ 0 h 358487"/>
                <a:gd name="connsiteX0" fmla="*/ 51954 w 742950"/>
                <a:gd name="connsiteY0" fmla="*/ 0 h 348096"/>
                <a:gd name="connsiteX1" fmla="*/ 0 w 742950"/>
                <a:gd name="connsiteY1" fmla="*/ 337705 h 348096"/>
                <a:gd name="connsiteX2" fmla="*/ 711777 w 742950"/>
                <a:gd name="connsiteY2" fmla="*/ 348096 h 348096"/>
                <a:gd name="connsiteX3" fmla="*/ 742950 w 742950"/>
                <a:gd name="connsiteY3" fmla="*/ 15587 h 348096"/>
                <a:gd name="connsiteX4" fmla="*/ 51954 w 742950"/>
                <a:gd name="connsiteY4" fmla="*/ 0 h 348096"/>
                <a:gd name="connsiteX0" fmla="*/ 59975 w 742950"/>
                <a:gd name="connsiteY0" fmla="*/ 8476 h 332509"/>
                <a:gd name="connsiteX1" fmla="*/ 0 w 742950"/>
                <a:gd name="connsiteY1" fmla="*/ 322118 h 332509"/>
                <a:gd name="connsiteX2" fmla="*/ 711777 w 742950"/>
                <a:gd name="connsiteY2" fmla="*/ 332509 h 332509"/>
                <a:gd name="connsiteX3" fmla="*/ 742950 w 742950"/>
                <a:gd name="connsiteY3" fmla="*/ 0 h 332509"/>
                <a:gd name="connsiteX4" fmla="*/ 59975 w 742950"/>
                <a:gd name="connsiteY4" fmla="*/ 8476 h 332509"/>
                <a:gd name="connsiteX0" fmla="*/ 121484 w 804459"/>
                <a:gd name="connsiteY0" fmla="*/ 44880 h 368913"/>
                <a:gd name="connsiteX1" fmla="*/ 61509 w 804459"/>
                <a:gd name="connsiteY1" fmla="*/ 358522 h 368913"/>
                <a:gd name="connsiteX2" fmla="*/ 773286 w 804459"/>
                <a:gd name="connsiteY2" fmla="*/ 368913 h 368913"/>
                <a:gd name="connsiteX3" fmla="*/ 804459 w 804459"/>
                <a:gd name="connsiteY3" fmla="*/ 36404 h 368913"/>
                <a:gd name="connsiteX4" fmla="*/ 121484 w 804459"/>
                <a:gd name="connsiteY4" fmla="*/ 44880 h 368913"/>
                <a:gd name="connsiteX0" fmla="*/ 103948 w 786923"/>
                <a:gd name="connsiteY0" fmla="*/ 30001 h 354034"/>
                <a:gd name="connsiteX1" fmla="*/ 43973 w 786923"/>
                <a:gd name="connsiteY1" fmla="*/ 343643 h 354034"/>
                <a:gd name="connsiteX2" fmla="*/ 755750 w 786923"/>
                <a:gd name="connsiteY2" fmla="*/ 354034 h 354034"/>
                <a:gd name="connsiteX3" fmla="*/ 786923 w 786923"/>
                <a:gd name="connsiteY3" fmla="*/ 21525 h 354034"/>
                <a:gd name="connsiteX4" fmla="*/ 103948 w 786923"/>
                <a:gd name="connsiteY4" fmla="*/ 30001 h 354034"/>
                <a:gd name="connsiteX0" fmla="*/ 103948 w 859403"/>
                <a:gd name="connsiteY0" fmla="*/ 44880 h 368913"/>
                <a:gd name="connsiteX1" fmla="*/ 43973 w 859403"/>
                <a:gd name="connsiteY1" fmla="*/ 358522 h 368913"/>
                <a:gd name="connsiteX2" fmla="*/ 755750 w 859403"/>
                <a:gd name="connsiteY2" fmla="*/ 368913 h 368913"/>
                <a:gd name="connsiteX3" fmla="*/ 786923 w 859403"/>
                <a:gd name="connsiteY3" fmla="*/ 36404 h 368913"/>
                <a:gd name="connsiteX4" fmla="*/ 103948 w 859403"/>
                <a:gd name="connsiteY4" fmla="*/ 44880 h 368913"/>
                <a:gd name="connsiteX0" fmla="*/ 103948 w 826442"/>
                <a:gd name="connsiteY0" fmla="*/ 41695 h 365728"/>
                <a:gd name="connsiteX1" fmla="*/ 43973 w 826442"/>
                <a:gd name="connsiteY1" fmla="*/ 355337 h 365728"/>
                <a:gd name="connsiteX2" fmla="*/ 755750 w 826442"/>
                <a:gd name="connsiteY2" fmla="*/ 365728 h 365728"/>
                <a:gd name="connsiteX3" fmla="*/ 786923 w 826442"/>
                <a:gd name="connsiteY3" fmla="*/ 33219 h 365728"/>
                <a:gd name="connsiteX4" fmla="*/ 103948 w 826442"/>
                <a:gd name="connsiteY4" fmla="*/ 41695 h 365728"/>
                <a:gd name="connsiteX0" fmla="*/ 103948 w 902203"/>
                <a:gd name="connsiteY0" fmla="*/ 41695 h 365759"/>
                <a:gd name="connsiteX1" fmla="*/ 43973 w 902203"/>
                <a:gd name="connsiteY1" fmla="*/ 355337 h 365759"/>
                <a:gd name="connsiteX2" fmla="*/ 755750 w 902203"/>
                <a:gd name="connsiteY2" fmla="*/ 365728 h 365759"/>
                <a:gd name="connsiteX3" fmla="*/ 786923 w 902203"/>
                <a:gd name="connsiteY3" fmla="*/ 33219 h 365759"/>
                <a:gd name="connsiteX4" fmla="*/ 103948 w 902203"/>
                <a:gd name="connsiteY4" fmla="*/ 41695 h 365759"/>
                <a:gd name="connsiteX0" fmla="*/ 103948 w 832807"/>
                <a:gd name="connsiteY0" fmla="*/ 41695 h 373309"/>
                <a:gd name="connsiteX1" fmla="*/ 43973 w 832807"/>
                <a:gd name="connsiteY1" fmla="*/ 355337 h 373309"/>
                <a:gd name="connsiteX2" fmla="*/ 755750 w 832807"/>
                <a:gd name="connsiteY2" fmla="*/ 365728 h 373309"/>
                <a:gd name="connsiteX3" fmla="*/ 786923 w 832807"/>
                <a:gd name="connsiteY3" fmla="*/ 33219 h 373309"/>
                <a:gd name="connsiteX4" fmla="*/ 103948 w 832807"/>
                <a:gd name="connsiteY4" fmla="*/ 41695 h 373309"/>
                <a:gd name="connsiteX0" fmla="*/ 103948 w 801014"/>
                <a:gd name="connsiteY0" fmla="*/ 51459 h 383073"/>
                <a:gd name="connsiteX1" fmla="*/ 43973 w 801014"/>
                <a:gd name="connsiteY1" fmla="*/ 365101 h 383073"/>
                <a:gd name="connsiteX2" fmla="*/ 755750 w 801014"/>
                <a:gd name="connsiteY2" fmla="*/ 375492 h 383073"/>
                <a:gd name="connsiteX3" fmla="*/ 786923 w 801014"/>
                <a:gd name="connsiteY3" fmla="*/ 42983 h 383073"/>
                <a:gd name="connsiteX4" fmla="*/ 103948 w 801014"/>
                <a:gd name="connsiteY4" fmla="*/ 51459 h 383073"/>
                <a:gd name="connsiteX0" fmla="*/ 121859 w 853921"/>
                <a:gd name="connsiteY0" fmla="*/ 29378 h 372549"/>
                <a:gd name="connsiteX1" fmla="*/ 61884 w 853921"/>
                <a:gd name="connsiteY1" fmla="*/ 343020 h 372549"/>
                <a:gd name="connsiteX2" fmla="*/ 773661 w 853921"/>
                <a:gd name="connsiteY2" fmla="*/ 353411 h 372549"/>
                <a:gd name="connsiteX3" fmla="*/ 812856 w 853921"/>
                <a:gd name="connsiteY3" fmla="*/ 61008 h 372549"/>
                <a:gd name="connsiteX4" fmla="*/ 121859 w 853921"/>
                <a:gd name="connsiteY4" fmla="*/ 29378 h 372549"/>
                <a:gd name="connsiteX0" fmla="*/ 121859 w 841754"/>
                <a:gd name="connsiteY0" fmla="*/ 29378 h 372549"/>
                <a:gd name="connsiteX1" fmla="*/ 61884 w 841754"/>
                <a:gd name="connsiteY1" fmla="*/ 343020 h 372549"/>
                <a:gd name="connsiteX2" fmla="*/ 773661 w 841754"/>
                <a:gd name="connsiteY2" fmla="*/ 353411 h 372549"/>
                <a:gd name="connsiteX3" fmla="*/ 812856 w 841754"/>
                <a:gd name="connsiteY3" fmla="*/ 61008 h 372549"/>
                <a:gd name="connsiteX4" fmla="*/ 121859 w 841754"/>
                <a:gd name="connsiteY4" fmla="*/ 29378 h 372549"/>
                <a:gd name="connsiteX0" fmla="*/ 121859 w 812868"/>
                <a:gd name="connsiteY0" fmla="*/ 29378 h 377863"/>
                <a:gd name="connsiteX1" fmla="*/ 61884 w 812868"/>
                <a:gd name="connsiteY1" fmla="*/ 343020 h 377863"/>
                <a:gd name="connsiteX2" fmla="*/ 773661 w 812868"/>
                <a:gd name="connsiteY2" fmla="*/ 353411 h 377863"/>
                <a:gd name="connsiteX3" fmla="*/ 812856 w 812868"/>
                <a:gd name="connsiteY3" fmla="*/ 61008 h 377863"/>
                <a:gd name="connsiteX4" fmla="*/ 121859 w 812868"/>
                <a:gd name="connsiteY4" fmla="*/ 29378 h 377863"/>
                <a:gd name="connsiteX0" fmla="*/ 178361 w 869370"/>
                <a:gd name="connsiteY0" fmla="*/ 29378 h 377863"/>
                <a:gd name="connsiteX1" fmla="*/ 118386 w 869370"/>
                <a:gd name="connsiteY1" fmla="*/ 343020 h 377863"/>
                <a:gd name="connsiteX2" fmla="*/ 830163 w 869370"/>
                <a:gd name="connsiteY2" fmla="*/ 353411 h 377863"/>
                <a:gd name="connsiteX3" fmla="*/ 869358 w 869370"/>
                <a:gd name="connsiteY3" fmla="*/ 61008 h 377863"/>
                <a:gd name="connsiteX4" fmla="*/ 178361 w 869370"/>
                <a:gd name="connsiteY4" fmla="*/ 29378 h 377863"/>
                <a:gd name="connsiteX0" fmla="*/ 81713 w 772722"/>
                <a:gd name="connsiteY0" fmla="*/ 29378 h 380401"/>
                <a:gd name="connsiteX1" fmla="*/ 21738 w 772722"/>
                <a:gd name="connsiteY1" fmla="*/ 343020 h 380401"/>
                <a:gd name="connsiteX2" fmla="*/ 733515 w 772722"/>
                <a:gd name="connsiteY2" fmla="*/ 353411 h 380401"/>
                <a:gd name="connsiteX3" fmla="*/ 772710 w 772722"/>
                <a:gd name="connsiteY3" fmla="*/ 61008 h 380401"/>
                <a:gd name="connsiteX4" fmla="*/ 81713 w 772722"/>
                <a:gd name="connsiteY4" fmla="*/ 29378 h 380401"/>
                <a:gd name="connsiteX0" fmla="*/ 81713 w 772736"/>
                <a:gd name="connsiteY0" fmla="*/ 29378 h 364363"/>
                <a:gd name="connsiteX1" fmla="*/ 21738 w 772736"/>
                <a:gd name="connsiteY1" fmla="*/ 343020 h 364363"/>
                <a:gd name="connsiteX2" fmla="*/ 733515 w 772736"/>
                <a:gd name="connsiteY2" fmla="*/ 353411 h 364363"/>
                <a:gd name="connsiteX3" fmla="*/ 772710 w 772736"/>
                <a:gd name="connsiteY3" fmla="*/ 61008 h 364363"/>
                <a:gd name="connsiteX4" fmla="*/ 81713 w 772736"/>
                <a:gd name="connsiteY4" fmla="*/ 29378 h 364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2736" h="364363">
                  <a:moveTo>
                    <a:pt x="81713" y="29378"/>
                  </a:moveTo>
                  <a:cubicBezTo>
                    <a:pt x="-43449" y="76380"/>
                    <a:pt x="9068" y="327524"/>
                    <a:pt x="21738" y="343020"/>
                  </a:cubicBezTo>
                  <a:cubicBezTo>
                    <a:pt x="34408" y="358516"/>
                    <a:pt x="696585" y="376349"/>
                    <a:pt x="733515" y="353411"/>
                  </a:cubicBezTo>
                  <a:cubicBezTo>
                    <a:pt x="770445" y="330473"/>
                    <a:pt x="773059" y="131055"/>
                    <a:pt x="772710" y="61008"/>
                  </a:cubicBezTo>
                  <a:cubicBezTo>
                    <a:pt x="772361" y="-9039"/>
                    <a:pt x="206875" y="-17624"/>
                    <a:pt x="81713" y="29378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任意多边形 56"/>
            <p:cNvSpPr/>
            <p:nvPr/>
          </p:nvSpPr>
          <p:spPr>
            <a:xfrm>
              <a:off x="9544050" y="4275858"/>
              <a:ext cx="846859" cy="420832"/>
            </a:xfrm>
            <a:custGeom>
              <a:avLst/>
              <a:gdLst>
                <a:gd name="connsiteX0" fmla="*/ 181841 w 893618"/>
                <a:gd name="connsiteY0" fmla="*/ 0 h 493568"/>
                <a:gd name="connsiteX1" fmla="*/ 0 w 893618"/>
                <a:gd name="connsiteY1" fmla="*/ 477982 h 493568"/>
                <a:gd name="connsiteX2" fmla="*/ 794905 w 893618"/>
                <a:gd name="connsiteY2" fmla="*/ 493568 h 493568"/>
                <a:gd name="connsiteX3" fmla="*/ 893618 w 893618"/>
                <a:gd name="connsiteY3" fmla="*/ 0 h 493568"/>
                <a:gd name="connsiteX0" fmla="*/ 150668 w 862445"/>
                <a:gd name="connsiteY0" fmla="*/ 0 h 493568"/>
                <a:gd name="connsiteX1" fmla="*/ 0 w 862445"/>
                <a:gd name="connsiteY1" fmla="*/ 405246 h 493568"/>
                <a:gd name="connsiteX2" fmla="*/ 763732 w 862445"/>
                <a:gd name="connsiteY2" fmla="*/ 493568 h 493568"/>
                <a:gd name="connsiteX3" fmla="*/ 862445 w 862445"/>
                <a:gd name="connsiteY3" fmla="*/ 0 h 493568"/>
                <a:gd name="connsiteX0" fmla="*/ 150668 w 862445"/>
                <a:gd name="connsiteY0" fmla="*/ 0 h 446809"/>
                <a:gd name="connsiteX1" fmla="*/ 0 w 862445"/>
                <a:gd name="connsiteY1" fmla="*/ 405246 h 446809"/>
                <a:gd name="connsiteX2" fmla="*/ 774123 w 862445"/>
                <a:gd name="connsiteY2" fmla="*/ 446809 h 446809"/>
                <a:gd name="connsiteX3" fmla="*/ 862445 w 862445"/>
                <a:gd name="connsiteY3" fmla="*/ 0 h 446809"/>
                <a:gd name="connsiteX0" fmla="*/ 150668 w 846859"/>
                <a:gd name="connsiteY0" fmla="*/ 0 h 446809"/>
                <a:gd name="connsiteX1" fmla="*/ 0 w 846859"/>
                <a:gd name="connsiteY1" fmla="*/ 405246 h 446809"/>
                <a:gd name="connsiteX2" fmla="*/ 774123 w 846859"/>
                <a:gd name="connsiteY2" fmla="*/ 446809 h 446809"/>
                <a:gd name="connsiteX3" fmla="*/ 846859 w 846859"/>
                <a:gd name="connsiteY3" fmla="*/ 0 h 446809"/>
                <a:gd name="connsiteX0" fmla="*/ 150668 w 846859"/>
                <a:gd name="connsiteY0" fmla="*/ 0 h 426027"/>
                <a:gd name="connsiteX1" fmla="*/ 0 w 846859"/>
                <a:gd name="connsiteY1" fmla="*/ 405246 h 426027"/>
                <a:gd name="connsiteX2" fmla="*/ 800101 w 846859"/>
                <a:gd name="connsiteY2" fmla="*/ 426027 h 426027"/>
                <a:gd name="connsiteX3" fmla="*/ 846859 w 846859"/>
                <a:gd name="connsiteY3" fmla="*/ 0 h 426027"/>
                <a:gd name="connsiteX0" fmla="*/ 150668 w 846859"/>
                <a:gd name="connsiteY0" fmla="*/ 0 h 426027"/>
                <a:gd name="connsiteX1" fmla="*/ 0 w 846859"/>
                <a:gd name="connsiteY1" fmla="*/ 405246 h 426027"/>
                <a:gd name="connsiteX2" fmla="*/ 800101 w 846859"/>
                <a:gd name="connsiteY2" fmla="*/ 426027 h 426027"/>
                <a:gd name="connsiteX3" fmla="*/ 794905 w 846859"/>
                <a:gd name="connsiteY3" fmla="*/ 228601 h 426027"/>
                <a:gd name="connsiteX4" fmla="*/ 846859 w 846859"/>
                <a:gd name="connsiteY4" fmla="*/ 0 h 426027"/>
                <a:gd name="connsiteX0" fmla="*/ 150668 w 846859"/>
                <a:gd name="connsiteY0" fmla="*/ 0 h 426027"/>
                <a:gd name="connsiteX1" fmla="*/ 57150 w 846859"/>
                <a:gd name="connsiteY1" fmla="*/ 187037 h 426027"/>
                <a:gd name="connsiteX2" fmla="*/ 0 w 846859"/>
                <a:gd name="connsiteY2" fmla="*/ 405246 h 426027"/>
                <a:gd name="connsiteX3" fmla="*/ 800101 w 846859"/>
                <a:gd name="connsiteY3" fmla="*/ 426027 h 426027"/>
                <a:gd name="connsiteX4" fmla="*/ 794905 w 846859"/>
                <a:gd name="connsiteY4" fmla="*/ 228601 h 426027"/>
                <a:gd name="connsiteX5" fmla="*/ 846859 w 846859"/>
                <a:gd name="connsiteY5" fmla="*/ 0 h 426027"/>
                <a:gd name="connsiteX0" fmla="*/ 150668 w 846859"/>
                <a:gd name="connsiteY0" fmla="*/ 0 h 426027"/>
                <a:gd name="connsiteX1" fmla="*/ 57150 w 846859"/>
                <a:gd name="connsiteY1" fmla="*/ 187037 h 426027"/>
                <a:gd name="connsiteX2" fmla="*/ 0 w 846859"/>
                <a:gd name="connsiteY2" fmla="*/ 363682 h 426027"/>
                <a:gd name="connsiteX3" fmla="*/ 800101 w 846859"/>
                <a:gd name="connsiteY3" fmla="*/ 426027 h 426027"/>
                <a:gd name="connsiteX4" fmla="*/ 794905 w 846859"/>
                <a:gd name="connsiteY4" fmla="*/ 228601 h 426027"/>
                <a:gd name="connsiteX5" fmla="*/ 846859 w 846859"/>
                <a:gd name="connsiteY5" fmla="*/ 0 h 426027"/>
                <a:gd name="connsiteX0" fmla="*/ 150668 w 846859"/>
                <a:gd name="connsiteY0" fmla="*/ 0 h 420832"/>
                <a:gd name="connsiteX1" fmla="*/ 57150 w 846859"/>
                <a:gd name="connsiteY1" fmla="*/ 187037 h 420832"/>
                <a:gd name="connsiteX2" fmla="*/ 0 w 846859"/>
                <a:gd name="connsiteY2" fmla="*/ 363682 h 420832"/>
                <a:gd name="connsiteX3" fmla="*/ 789711 w 846859"/>
                <a:gd name="connsiteY3" fmla="*/ 420832 h 420832"/>
                <a:gd name="connsiteX4" fmla="*/ 794905 w 846859"/>
                <a:gd name="connsiteY4" fmla="*/ 228601 h 420832"/>
                <a:gd name="connsiteX5" fmla="*/ 846859 w 846859"/>
                <a:gd name="connsiteY5" fmla="*/ 0 h 42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6859" h="420832">
                  <a:moveTo>
                    <a:pt x="150668" y="0"/>
                  </a:moveTo>
                  <a:cubicBezTo>
                    <a:pt x="124691" y="62346"/>
                    <a:pt x="83127" y="124691"/>
                    <a:pt x="57150" y="187037"/>
                  </a:cubicBezTo>
                  <a:lnTo>
                    <a:pt x="0" y="363682"/>
                  </a:lnTo>
                  <a:lnTo>
                    <a:pt x="789711" y="420832"/>
                  </a:lnTo>
                  <a:cubicBezTo>
                    <a:pt x="793174" y="355023"/>
                    <a:pt x="791442" y="294410"/>
                    <a:pt x="794905" y="228601"/>
                  </a:cubicBezTo>
                  <a:lnTo>
                    <a:pt x="846859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任意多边形 57"/>
            <p:cNvSpPr/>
            <p:nvPr/>
          </p:nvSpPr>
          <p:spPr>
            <a:xfrm>
              <a:off x="9299864" y="4482492"/>
              <a:ext cx="292858" cy="692181"/>
            </a:xfrm>
            <a:custGeom>
              <a:avLst/>
              <a:gdLst>
                <a:gd name="connsiteX0" fmla="*/ 316922 w 316922"/>
                <a:gd name="connsiteY0" fmla="*/ 0 h 696191"/>
                <a:gd name="connsiteX1" fmla="*/ 67541 w 316922"/>
                <a:gd name="connsiteY1" fmla="*/ 41563 h 696191"/>
                <a:gd name="connsiteX2" fmla="*/ 0 w 316922"/>
                <a:gd name="connsiteY2" fmla="*/ 665018 h 696191"/>
                <a:gd name="connsiteX3" fmla="*/ 0 w 316922"/>
                <a:gd name="connsiteY3" fmla="*/ 696191 h 696191"/>
                <a:gd name="connsiteX0" fmla="*/ 292858 w 292858"/>
                <a:gd name="connsiteY0" fmla="*/ 0 h 692181"/>
                <a:gd name="connsiteX1" fmla="*/ 67541 w 292858"/>
                <a:gd name="connsiteY1" fmla="*/ 37553 h 692181"/>
                <a:gd name="connsiteX2" fmla="*/ 0 w 292858"/>
                <a:gd name="connsiteY2" fmla="*/ 661008 h 692181"/>
                <a:gd name="connsiteX3" fmla="*/ 0 w 292858"/>
                <a:gd name="connsiteY3" fmla="*/ 692181 h 692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58" h="692181">
                  <a:moveTo>
                    <a:pt x="292858" y="0"/>
                  </a:moveTo>
                  <a:lnTo>
                    <a:pt x="67541" y="37553"/>
                  </a:lnTo>
                  <a:lnTo>
                    <a:pt x="0" y="661008"/>
                  </a:lnTo>
                  <a:lnTo>
                    <a:pt x="0" y="692181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任意多边形 58"/>
            <p:cNvSpPr/>
            <p:nvPr/>
          </p:nvSpPr>
          <p:spPr>
            <a:xfrm>
              <a:off x="9310256" y="4982441"/>
              <a:ext cx="358486" cy="109104"/>
            </a:xfrm>
            <a:custGeom>
              <a:avLst/>
              <a:gdLst>
                <a:gd name="connsiteX0" fmla="*/ 0 w 374073"/>
                <a:gd name="connsiteY0" fmla="*/ 109104 h 109104"/>
                <a:gd name="connsiteX1" fmla="*/ 296141 w 374073"/>
                <a:gd name="connsiteY1" fmla="*/ 0 h 109104"/>
                <a:gd name="connsiteX2" fmla="*/ 374073 w 374073"/>
                <a:gd name="connsiteY2" fmla="*/ 5195 h 109104"/>
                <a:gd name="connsiteX0" fmla="*/ 0 w 358486"/>
                <a:gd name="connsiteY0" fmla="*/ 109104 h 109104"/>
                <a:gd name="connsiteX1" fmla="*/ 280554 w 358486"/>
                <a:gd name="connsiteY1" fmla="*/ 0 h 109104"/>
                <a:gd name="connsiteX2" fmla="*/ 358486 w 358486"/>
                <a:gd name="connsiteY2" fmla="*/ 5195 h 109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8486" h="109104">
                  <a:moveTo>
                    <a:pt x="0" y="109104"/>
                  </a:moveTo>
                  <a:lnTo>
                    <a:pt x="280554" y="0"/>
                  </a:lnTo>
                  <a:lnTo>
                    <a:pt x="358486" y="5195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任意多边形 59"/>
            <p:cNvSpPr/>
            <p:nvPr/>
          </p:nvSpPr>
          <p:spPr>
            <a:xfrm>
              <a:off x="10115550" y="4540827"/>
              <a:ext cx="62345" cy="711778"/>
            </a:xfrm>
            <a:custGeom>
              <a:avLst/>
              <a:gdLst>
                <a:gd name="connsiteX0" fmla="*/ 62345 w 62345"/>
                <a:gd name="connsiteY0" fmla="*/ 0 h 711778"/>
                <a:gd name="connsiteX1" fmla="*/ 0 w 62345"/>
                <a:gd name="connsiteY1" fmla="*/ 711778 h 711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2345" h="711778">
                  <a:moveTo>
                    <a:pt x="62345" y="0"/>
                  </a:moveTo>
                  <a:lnTo>
                    <a:pt x="0" y="711778"/>
                  </a:lnTo>
                </a:path>
              </a:pathLst>
            </a:custGeom>
            <a:noFill/>
            <a:ln>
              <a:solidFill>
                <a:schemeClr val="tx1">
                  <a:alpha val="99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任意多边形 60"/>
            <p:cNvSpPr/>
            <p:nvPr/>
          </p:nvSpPr>
          <p:spPr>
            <a:xfrm>
              <a:off x="10172700" y="4478482"/>
              <a:ext cx="353291" cy="83127"/>
            </a:xfrm>
            <a:custGeom>
              <a:avLst/>
              <a:gdLst>
                <a:gd name="connsiteX0" fmla="*/ 0 w 353291"/>
                <a:gd name="connsiteY0" fmla="*/ 83127 h 83127"/>
                <a:gd name="connsiteX1" fmla="*/ 353291 w 353291"/>
                <a:gd name="connsiteY1" fmla="*/ 25977 h 83127"/>
                <a:gd name="connsiteX2" fmla="*/ 353291 w 353291"/>
                <a:gd name="connsiteY2" fmla="*/ 0 h 83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3291" h="83127">
                  <a:moveTo>
                    <a:pt x="0" y="83127"/>
                  </a:moveTo>
                  <a:lnTo>
                    <a:pt x="353291" y="25977"/>
                  </a:lnTo>
                  <a:lnTo>
                    <a:pt x="353291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任意多边形 61"/>
            <p:cNvSpPr/>
            <p:nvPr/>
          </p:nvSpPr>
          <p:spPr>
            <a:xfrm>
              <a:off x="9632373" y="5008418"/>
              <a:ext cx="758536" cy="51955"/>
            </a:xfrm>
            <a:custGeom>
              <a:avLst/>
              <a:gdLst>
                <a:gd name="connsiteX0" fmla="*/ 0 w 758536"/>
                <a:gd name="connsiteY0" fmla="*/ 0 h 51955"/>
                <a:gd name="connsiteX1" fmla="*/ 758536 w 758536"/>
                <a:gd name="connsiteY1" fmla="*/ 51955 h 5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58536" h="51955">
                  <a:moveTo>
                    <a:pt x="0" y="0"/>
                  </a:moveTo>
                  <a:lnTo>
                    <a:pt x="758536" y="51955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任意多边形 62"/>
            <p:cNvSpPr/>
            <p:nvPr/>
          </p:nvSpPr>
          <p:spPr>
            <a:xfrm>
              <a:off x="9310255" y="4987636"/>
              <a:ext cx="337704" cy="145473"/>
            </a:xfrm>
            <a:custGeom>
              <a:avLst/>
              <a:gdLst>
                <a:gd name="connsiteX0" fmla="*/ 0 w 337704"/>
                <a:gd name="connsiteY0" fmla="*/ 145473 h 145473"/>
                <a:gd name="connsiteX1" fmla="*/ 337704 w 337704"/>
                <a:gd name="connsiteY1" fmla="*/ 0 h 145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7704" h="145473">
                  <a:moveTo>
                    <a:pt x="0" y="145473"/>
                  </a:moveTo>
                  <a:lnTo>
                    <a:pt x="337704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任意多边形 63"/>
            <p:cNvSpPr/>
            <p:nvPr/>
          </p:nvSpPr>
          <p:spPr>
            <a:xfrm>
              <a:off x="9341427" y="4888923"/>
              <a:ext cx="722168" cy="72736"/>
            </a:xfrm>
            <a:custGeom>
              <a:avLst/>
              <a:gdLst>
                <a:gd name="connsiteX0" fmla="*/ 0 w 722168"/>
                <a:gd name="connsiteY0" fmla="*/ 0 h 72736"/>
                <a:gd name="connsiteX1" fmla="*/ 722168 w 722168"/>
                <a:gd name="connsiteY1" fmla="*/ 72736 h 72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2168" h="72736">
                  <a:moveTo>
                    <a:pt x="0" y="0"/>
                  </a:moveTo>
                  <a:lnTo>
                    <a:pt x="722168" y="72736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任意多边形 82"/>
            <p:cNvSpPr/>
            <p:nvPr/>
          </p:nvSpPr>
          <p:spPr>
            <a:xfrm>
              <a:off x="9351818" y="4805795"/>
              <a:ext cx="722168" cy="67541"/>
            </a:xfrm>
            <a:custGeom>
              <a:avLst/>
              <a:gdLst>
                <a:gd name="connsiteX0" fmla="*/ 0 w 722168"/>
                <a:gd name="connsiteY0" fmla="*/ 0 h 67541"/>
                <a:gd name="connsiteX1" fmla="*/ 722168 w 722168"/>
                <a:gd name="connsiteY1" fmla="*/ 67541 h 67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2168" h="67541">
                  <a:moveTo>
                    <a:pt x="0" y="0"/>
                  </a:moveTo>
                  <a:lnTo>
                    <a:pt x="722168" y="67541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任意多边形 83"/>
            <p:cNvSpPr/>
            <p:nvPr/>
          </p:nvSpPr>
          <p:spPr>
            <a:xfrm>
              <a:off x="9288509" y="4688819"/>
              <a:ext cx="785477" cy="122171"/>
            </a:xfrm>
            <a:custGeom>
              <a:avLst/>
              <a:gdLst>
                <a:gd name="connsiteX0" fmla="*/ 0 w 784513"/>
                <a:gd name="connsiteY0" fmla="*/ 0 h 124691"/>
                <a:gd name="connsiteX1" fmla="*/ 384463 w 784513"/>
                <a:gd name="connsiteY1" fmla="*/ 124691 h 124691"/>
                <a:gd name="connsiteX2" fmla="*/ 784513 w 784513"/>
                <a:gd name="connsiteY2" fmla="*/ 93519 h 124691"/>
                <a:gd name="connsiteX3" fmla="*/ 779318 w 784513"/>
                <a:gd name="connsiteY3" fmla="*/ 36369 h 124691"/>
                <a:gd name="connsiteX4" fmla="*/ 290945 w 784513"/>
                <a:gd name="connsiteY4" fmla="*/ 36369 h 124691"/>
                <a:gd name="connsiteX5" fmla="*/ 0 w 784513"/>
                <a:gd name="connsiteY5" fmla="*/ 0 h 124691"/>
                <a:gd name="connsiteX0" fmla="*/ 0 w 784513"/>
                <a:gd name="connsiteY0" fmla="*/ 0 h 128863"/>
                <a:gd name="connsiteX1" fmla="*/ 384463 w 784513"/>
                <a:gd name="connsiteY1" fmla="*/ 124691 h 128863"/>
                <a:gd name="connsiteX2" fmla="*/ 784513 w 784513"/>
                <a:gd name="connsiteY2" fmla="*/ 93519 h 128863"/>
                <a:gd name="connsiteX3" fmla="*/ 779318 w 784513"/>
                <a:gd name="connsiteY3" fmla="*/ 36369 h 128863"/>
                <a:gd name="connsiteX4" fmla="*/ 290945 w 784513"/>
                <a:gd name="connsiteY4" fmla="*/ 36369 h 128863"/>
                <a:gd name="connsiteX5" fmla="*/ 0 w 784513"/>
                <a:gd name="connsiteY5" fmla="*/ 0 h 128863"/>
                <a:gd name="connsiteX0" fmla="*/ 0 w 784513"/>
                <a:gd name="connsiteY0" fmla="*/ 0 h 115406"/>
                <a:gd name="connsiteX1" fmla="*/ 384463 w 784513"/>
                <a:gd name="connsiteY1" fmla="*/ 109105 h 115406"/>
                <a:gd name="connsiteX2" fmla="*/ 784513 w 784513"/>
                <a:gd name="connsiteY2" fmla="*/ 93519 h 115406"/>
                <a:gd name="connsiteX3" fmla="*/ 779318 w 784513"/>
                <a:gd name="connsiteY3" fmla="*/ 36369 h 115406"/>
                <a:gd name="connsiteX4" fmla="*/ 290945 w 784513"/>
                <a:gd name="connsiteY4" fmla="*/ 36369 h 115406"/>
                <a:gd name="connsiteX5" fmla="*/ 0 w 784513"/>
                <a:gd name="connsiteY5" fmla="*/ 0 h 115406"/>
                <a:gd name="connsiteX0" fmla="*/ 0 w 784513"/>
                <a:gd name="connsiteY0" fmla="*/ 0 h 109105"/>
                <a:gd name="connsiteX1" fmla="*/ 384463 w 784513"/>
                <a:gd name="connsiteY1" fmla="*/ 109105 h 109105"/>
                <a:gd name="connsiteX2" fmla="*/ 784513 w 784513"/>
                <a:gd name="connsiteY2" fmla="*/ 93519 h 109105"/>
                <a:gd name="connsiteX3" fmla="*/ 779318 w 784513"/>
                <a:gd name="connsiteY3" fmla="*/ 36369 h 109105"/>
                <a:gd name="connsiteX4" fmla="*/ 290945 w 784513"/>
                <a:gd name="connsiteY4" fmla="*/ 36369 h 109105"/>
                <a:gd name="connsiteX5" fmla="*/ 0 w 784513"/>
                <a:gd name="connsiteY5" fmla="*/ 0 h 109105"/>
                <a:gd name="connsiteX0" fmla="*/ 0 w 784513"/>
                <a:gd name="connsiteY0" fmla="*/ 0 h 119496"/>
                <a:gd name="connsiteX1" fmla="*/ 384463 w 784513"/>
                <a:gd name="connsiteY1" fmla="*/ 119496 h 119496"/>
                <a:gd name="connsiteX2" fmla="*/ 784513 w 784513"/>
                <a:gd name="connsiteY2" fmla="*/ 93519 h 119496"/>
                <a:gd name="connsiteX3" fmla="*/ 779318 w 784513"/>
                <a:gd name="connsiteY3" fmla="*/ 36369 h 119496"/>
                <a:gd name="connsiteX4" fmla="*/ 290945 w 784513"/>
                <a:gd name="connsiteY4" fmla="*/ 36369 h 119496"/>
                <a:gd name="connsiteX5" fmla="*/ 0 w 784513"/>
                <a:gd name="connsiteY5" fmla="*/ 0 h 119496"/>
                <a:gd name="connsiteX0" fmla="*/ 964 w 785477"/>
                <a:gd name="connsiteY0" fmla="*/ 2675 h 122171"/>
                <a:gd name="connsiteX1" fmla="*/ 385427 w 785477"/>
                <a:gd name="connsiteY1" fmla="*/ 122171 h 122171"/>
                <a:gd name="connsiteX2" fmla="*/ 785477 w 785477"/>
                <a:gd name="connsiteY2" fmla="*/ 96194 h 122171"/>
                <a:gd name="connsiteX3" fmla="*/ 780282 w 785477"/>
                <a:gd name="connsiteY3" fmla="*/ 39044 h 122171"/>
                <a:gd name="connsiteX4" fmla="*/ 291909 w 785477"/>
                <a:gd name="connsiteY4" fmla="*/ 39044 h 122171"/>
                <a:gd name="connsiteX5" fmla="*/ 964 w 785477"/>
                <a:gd name="connsiteY5" fmla="*/ 2675 h 122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5477" h="122171">
                  <a:moveTo>
                    <a:pt x="964" y="2675"/>
                  </a:moveTo>
                  <a:cubicBezTo>
                    <a:pt x="16550" y="17395"/>
                    <a:pt x="265066" y="122172"/>
                    <a:pt x="385427" y="122171"/>
                  </a:cubicBezTo>
                  <a:cubicBezTo>
                    <a:pt x="505788" y="122170"/>
                    <a:pt x="719668" y="110914"/>
                    <a:pt x="785477" y="96194"/>
                  </a:cubicBezTo>
                  <a:lnTo>
                    <a:pt x="780282" y="39044"/>
                  </a:lnTo>
                  <a:cubicBezTo>
                    <a:pt x="698021" y="29519"/>
                    <a:pt x="421795" y="45105"/>
                    <a:pt x="291909" y="39044"/>
                  </a:cubicBezTo>
                  <a:cubicBezTo>
                    <a:pt x="162023" y="32983"/>
                    <a:pt x="-14622" y="-11179"/>
                    <a:pt x="964" y="2675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任意多边形 84"/>
            <p:cNvSpPr/>
            <p:nvPr/>
          </p:nvSpPr>
          <p:spPr>
            <a:xfrm>
              <a:off x="9268691" y="4634345"/>
              <a:ext cx="815687" cy="51955"/>
            </a:xfrm>
            <a:custGeom>
              <a:avLst/>
              <a:gdLst>
                <a:gd name="connsiteX0" fmla="*/ 0 w 810491"/>
                <a:gd name="connsiteY0" fmla="*/ 51955 h 51955"/>
                <a:gd name="connsiteX1" fmla="*/ 83127 w 810491"/>
                <a:gd name="connsiteY1" fmla="*/ 0 h 51955"/>
                <a:gd name="connsiteX2" fmla="*/ 810491 w 810491"/>
                <a:gd name="connsiteY2" fmla="*/ 31173 h 51955"/>
                <a:gd name="connsiteX0" fmla="*/ 0 w 815687"/>
                <a:gd name="connsiteY0" fmla="*/ 51955 h 51955"/>
                <a:gd name="connsiteX1" fmla="*/ 83127 w 815687"/>
                <a:gd name="connsiteY1" fmla="*/ 0 h 51955"/>
                <a:gd name="connsiteX2" fmla="*/ 815687 w 815687"/>
                <a:gd name="connsiteY2" fmla="*/ 36368 h 5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15687" h="51955">
                  <a:moveTo>
                    <a:pt x="0" y="51955"/>
                  </a:moveTo>
                  <a:lnTo>
                    <a:pt x="83127" y="0"/>
                  </a:lnTo>
                  <a:lnTo>
                    <a:pt x="815687" y="36368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任意多边形 85"/>
            <p:cNvSpPr/>
            <p:nvPr/>
          </p:nvSpPr>
          <p:spPr>
            <a:xfrm>
              <a:off x="10151917" y="4691495"/>
              <a:ext cx="186938" cy="93519"/>
            </a:xfrm>
            <a:custGeom>
              <a:avLst/>
              <a:gdLst>
                <a:gd name="connsiteX0" fmla="*/ 0 w 207818"/>
                <a:gd name="connsiteY0" fmla="*/ 103909 h 103909"/>
                <a:gd name="connsiteX1" fmla="*/ 202623 w 207818"/>
                <a:gd name="connsiteY1" fmla="*/ 93518 h 103909"/>
                <a:gd name="connsiteX2" fmla="*/ 207818 w 207818"/>
                <a:gd name="connsiteY2" fmla="*/ 0 h 103909"/>
                <a:gd name="connsiteX3" fmla="*/ 155864 w 207818"/>
                <a:gd name="connsiteY3" fmla="*/ 41563 h 103909"/>
                <a:gd name="connsiteX4" fmla="*/ 10391 w 207818"/>
                <a:gd name="connsiteY4" fmla="*/ 51954 h 103909"/>
                <a:gd name="connsiteX0" fmla="*/ 0 w 202623"/>
                <a:gd name="connsiteY0" fmla="*/ 93519 h 93519"/>
                <a:gd name="connsiteX1" fmla="*/ 202623 w 202623"/>
                <a:gd name="connsiteY1" fmla="*/ 83128 h 93519"/>
                <a:gd name="connsiteX2" fmla="*/ 176646 w 202623"/>
                <a:gd name="connsiteY2" fmla="*/ 0 h 93519"/>
                <a:gd name="connsiteX3" fmla="*/ 155864 w 202623"/>
                <a:gd name="connsiteY3" fmla="*/ 31173 h 93519"/>
                <a:gd name="connsiteX4" fmla="*/ 10391 w 202623"/>
                <a:gd name="connsiteY4" fmla="*/ 41564 h 93519"/>
                <a:gd name="connsiteX0" fmla="*/ 0 w 212129"/>
                <a:gd name="connsiteY0" fmla="*/ 93519 h 93519"/>
                <a:gd name="connsiteX1" fmla="*/ 202623 w 212129"/>
                <a:gd name="connsiteY1" fmla="*/ 83128 h 93519"/>
                <a:gd name="connsiteX2" fmla="*/ 176646 w 212129"/>
                <a:gd name="connsiteY2" fmla="*/ 0 h 93519"/>
                <a:gd name="connsiteX3" fmla="*/ 155864 w 212129"/>
                <a:gd name="connsiteY3" fmla="*/ 31173 h 93519"/>
                <a:gd name="connsiteX4" fmla="*/ 10391 w 212129"/>
                <a:gd name="connsiteY4" fmla="*/ 41564 h 93519"/>
                <a:gd name="connsiteX0" fmla="*/ 0 w 195850"/>
                <a:gd name="connsiteY0" fmla="*/ 93519 h 93519"/>
                <a:gd name="connsiteX1" fmla="*/ 182570 w 195850"/>
                <a:gd name="connsiteY1" fmla="*/ 83128 h 93519"/>
                <a:gd name="connsiteX2" fmla="*/ 176646 w 195850"/>
                <a:gd name="connsiteY2" fmla="*/ 0 h 93519"/>
                <a:gd name="connsiteX3" fmla="*/ 155864 w 195850"/>
                <a:gd name="connsiteY3" fmla="*/ 31173 h 93519"/>
                <a:gd name="connsiteX4" fmla="*/ 10391 w 195850"/>
                <a:gd name="connsiteY4" fmla="*/ 41564 h 93519"/>
                <a:gd name="connsiteX0" fmla="*/ 0 w 186938"/>
                <a:gd name="connsiteY0" fmla="*/ 93519 h 93519"/>
                <a:gd name="connsiteX1" fmla="*/ 182570 w 186938"/>
                <a:gd name="connsiteY1" fmla="*/ 83128 h 93519"/>
                <a:gd name="connsiteX2" fmla="*/ 176646 w 186938"/>
                <a:gd name="connsiteY2" fmla="*/ 0 h 93519"/>
                <a:gd name="connsiteX3" fmla="*/ 155864 w 186938"/>
                <a:gd name="connsiteY3" fmla="*/ 31173 h 93519"/>
                <a:gd name="connsiteX4" fmla="*/ 10391 w 186938"/>
                <a:gd name="connsiteY4" fmla="*/ 41564 h 93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6938" h="93519">
                  <a:moveTo>
                    <a:pt x="0" y="93519"/>
                  </a:moveTo>
                  <a:cubicBezTo>
                    <a:pt x="67541" y="90055"/>
                    <a:pt x="173182" y="90693"/>
                    <a:pt x="182570" y="83128"/>
                  </a:cubicBezTo>
                  <a:cubicBezTo>
                    <a:pt x="191958" y="75563"/>
                    <a:pt x="184439" y="8659"/>
                    <a:pt x="176646" y="0"/>
                  </a:cubicBezTo>
                  <a:lnTo>
                    <a:pt x="155864" y="31173"/>
                  </a:lnTo>
                  <a:lnTo>
                    <a:pt x="10391" y="41564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任意多边形 86"/>
            <p:cNvSpPr/>
            <p:nvPr/>
          </p:nvSpPr>
          <p:spPr>
            <a:xfrm>
              <a:off x="9221932" y="4468092"/>
              <a:ext cx="1257300" cy="869828"/>
            </a:xfrm>
            <a:custGeom>
              <a:avLst/>
              <a:gdLst>
                <a:gd name="connsiteX0" fmla="*/ 394854 w 1257300"/>
                <a:gd name="connsiteY0" fmla="*/ 0 h 852054"/>
                <a:gd name="connsiteX1" fmla="*/ 72736 w 1257300"/>
                <a:gd name="connsiteY1" fmla="*/ 10391 h 852054"/>
                <a:gd name="connsiteX2" fmla="*/ 0 w 1257300"/>
                <a:gd name="connsiteY2" fmla="*/ 670214 h 852054"/>
                <a:gd name="connsiteX3" fmla="*/ 77932 w 1257300"/>
                <a:gd name="connsiteY3" fmla="*/ 701386 h 852054"/>
                <a:gd name="connsiteX4" fmla="*/ 436418 w 1257300"/>
                <a:gd name="connsiteY4" fmla="*/ 524741 h 852054"/>
                <a:gd name="connsiteX5" fmla="*/ 1189759 w 1257300"/>
                <a:gd name="connsiteY5" fmla="*/ 571500 h 852054"/>
                <a:gd name="connsiteX6" fmla="*/ 872836 w 1257300"/>
                <a:gd name="connsiteY6" fmla="*/ 794904 h 852054"/>
                <a:gd name="connsiteX7" fmla="*/ 940377 w 1257300"/>
                <a:gd name="connsiteY7" fmla="*/ 72736 h 852054"/>
                <a:gd name="connsiteX8" fmla="*/ 1257300 w 1257300"/>
                <a:gd name="connsiteY8" fmla="*/ 20782 h 852054"/>
                <a:gd name="connsiteX9" fmla="*/ 1137804 w 1257300"/>
                <a:gd name="connsiteY9" fmla="*/ 20782 h 852054"/>
                <a:gd name="connsiteX10" fmla="*/ 872836 w 1257300"/>
                <a:gd name="connsiteY10" fmla="*/ 46759 h 852054"/>
                <a:gd name="connsiteX11" fmla="*/ 800100 w 1257300"/>
                <a:gd name="connsiteY11" fmla="*/ 846859 h 852054"/>
                <a:gd name="connsiteX12" fmla="*/ 909204 w 1257300"/>
                <a:gd name="connsiteY12" fmla="*/ 852054 h 852054"/>
                <a:gd name="connsiteX13" fmla="*/ 1252104 w 1257300"/>
                <a:gd name="connsiteY13" fmla="*/ 587086 h 852054"/>
                <a:gd name="connsiteX14" fmla="*/ 1174173 w 1257300"/>
                <a:gd name="connsiteY14" fmla="*/ 566304 h 852054"/>
                <a:gd name="connsiteX0" fmla="*/ 394854 w 1257300"/>
                <a:gd name="connsiteY0" fmla="*/ 0 h 919138"/>
                <a:gd name="connsiteX1" fmla="*/ 72736 w 1257300"/>
                <a:gd name="connsiteY1" fmla="*/ 10391 h 919138"/>
                <a:gd name="connsiteX2" fmla="*/ 0 w 1257300"/>
                <a:gd name="connsiteY2" fmla="*/ 670214 h 919138"/>
                <a:gd name="connsiteX3" fmla="*/ 77932 w 1257300"/>
                <a:gd name="connsiteY3" fmla="*/ 701386 h 919138"/>
                <a:gd name="connsiteX4" fmla="*/ 436418 w 1257300"/>
                <a:gd name="connsiteY4" fmla="*/ 524741 h 919138"/>
                <a:gd name="connsiteX5" fmla="*/ 1189759 w 1257300"/>
                <a:gd name="connsiteY5" fmla="*/ 571500 h 919138"/>
                <a:gd name="connsiteX6" fmla="*/ 872836 w 1257300"/>
                <a:gd name="connsiteY6" fmla="*/ 794904 h 919138"/>
                <a:gd name="connsiteX7" fmla="*/ 940377 w 1257300"/>
                <a:gd name="connsiteY7" fmla="*/ 72736 h 919138"/>
                <a:gd name="connsiteX8" fmla="*/ 1257300 w 1257300"/>
                <a:gd name="connsiteY8" fmla="*/ 20782 h 919138"/>
                <a:gd name="connsiteX9" fmla="*/ 1137804 w 1257300"/>
                <a:gd name="connsiteY9" fmla="*/ 20782 h 919138"/>
                <a:gd name="connsiteX10" fmla="*/ 872836 w 1257300"/>
                <a:gd name="connsiteY10" fmla="*/ 46759 h 919138"/>
                <a:gd name="connsiteX11" fmla="*/ 800100 w 1257300"/>
                <a:gd name="connsiteY11" fmla="*/ 846859 h 919138"/>
                <a:gd name="connsiteX12" fmla="*/ 909204 w 1257300"/>
                <a:gd name="connsiteY12" fmla="*/ 852054 h 919138"/>
                <a:gd name="connsiteX13" fmla="*/ 1252104 w 1257300"/>
                <a:gd name="connsiteY13" fmla="*/ 587086 h 919138"/>
                <a:gd name="connsiteX14" fmla="*/ 1174173 w 1257300"/>
                <a:gd name="connsiteY14" fmla="*/ 566304 h 919138"/>
                <a:gd name="connsiteX0" fmla="*/ 394854 w 1257300"/>
                <a:gd name="connsiteY0" fmla="*/ 0 h 874202"/>
                <a:gd name="connsiteX1" fmla="*/ 72736 w 1257300"/>
                <a:gd name="connsiteY1" fmla="*/ 10391 h 874202"/>
                <a:gd name="connsiteX2" fmla="*/ 0 w 1257300"/>
                <a:gd name="connsiteY2" fmla="*/ 670214 h 874202"/>
                <a:gd name="connsiteX3" fmla="*/ 77932 w 1257300"/>
                <a:gd name="connsiteY3" fmla="*/ 701386 h 874202"/>
                <a:gd name="connsiteX4" fmla="*/ 436418 w 1257300"/>
                <a:gd name="connsiteY4" fmla="*/ 524741 h 874202"/>
                <a:gd name="connsiteX5" fmla="*/ 1189759 w 1257300"/>
                <a:gd name="connsiteY5" fmla="*/ 571500 h 874202"/>
                <a:gd name="connsiteX6" fmla="*/ 872836 w 1257300"/>
                <a:gd name="connsiteY6" fmla="*/ 794904 h 874202"/>
                <a:gd name="connsiteX7" fmla="*/ 940377 w 1257300"/>
                <a:gd name="connsiteY7" fmla="*/ 72736 h 874202"/>
                <a:gd name="connsiteX8" fmla="*/ 1257300 w 1257300"/>
                <a:gd name="connsiteY8" fmla="*/ 20782 h 874202"/>
                <a:gd name="connsiteX9" fmla="*/ 1137804 w 1257300"/>
                <a:gd name="connsiteY9" fmla="*/ 20782 h 874202"/>
                <a:gd name="connsiteX10" fmla="*/ 872836 w 1257300"/>
                <a:gd name="connsiteY10" fmla="*/ 46759 h 874202"/>
                <a:gd name="connsiteX11" fmla="*/ 800100 w 1257300"/>
                <a:gd name="connsiteY11" fmla="*/ 748146 h 874202"/>
                <a:gd name="connsiteX12" fmla="*/ 909204 w 1257300"/>
                <a:gd name="connsiteY12" fmla="*/ 852054 h 874202"/>
                <a:gd name="connsiteX13" fmla="*/ 1252104 w 1257300"/>
                <a:gd name="connsiteY13" fmla="*/ 587086 h 874202"/>
                <a:gd name="connsiteX14" fmla="*/ 1174173 w 1257300"/>
                <a:gd name="connsiteY14" fmla="*/ 566304 h 874202"/>
                <a:gd name="connsiteX0" fmla="*/ 394854 w 1257300"/>
                <a:gd name="connsiteY0" fmla="*/ 0 h 874202"/>
                <a:gd name="connsiteX1" fmla="*/ 72736 w 1257300"/>
                <a:gd name="connsiteY1" fmla="*/ 10391 h 874202"/>
                <a:gd name="connsiteX2" fmla="*/ 0 w 1257300"/>
                <a:gd name="connsiteY2" fmla="*/ 670214 h 874202"/>
                <a:gd name="connsiteX3" fmla="*/ 77932 w 1257300"/>
                <a:gd name="connsiteY3" fmla="*/ 701386 h 874202"/>
                <a:gd name="connsiteX4" fmla="*/ 436418 w 1257300"/>
                <a:gd name="connsiteY4" fmla="*/ 524741 h 874202"/>
                <a:gd name="connsiteX5" fmla="*/ 1189759 w 1257300"/>
                <a:gd name="connsiteY5" fmla="*/ 571500 h 874202"/>
                <a:gd name="connsiteX6" fmla="*/ 872836 w 1257300"/>
                <a:gd name="connsiteY6" fmla="*/ 794904 h 874202"/>
                <a:gd name="connsiteX7" fmla="*/ 940377 w 1257300"/>
                <a:gd name="connsiteY7" fmla="*/ 72736 h 874202"/>
                <a:gd name="connsiteX8" fmla="*/ 1257300 w 1257300"/>
                <a:gd name="connsiteY8" fmla="*/ 20782 h 874202"/>
                <a:gd name="connsiteX9" fmla="*/ 1137804 w 1257300"/>
                <a:gd name="connsiteY9" fmla="*/ 20782 h 874202"/>
                <a:gd name="connsiteX10" fmla="*/ 872836 w 1257300"/>
                <a:gd name="connsiteY10" fmla="*/ 46759 h 874202"/>
                <a:gd name="connsiteX11" fmla="*/ 800100 w 1257300"/>
                <a:gd name="connsiteY11" fmla="*/ 748146 h 874202"/>
                <a:gd name="connsiteX12" fmla="*/ 909204 w 1257300"/>
                <a:gd name="connsiteY12" fmla="*/ 852054 h 874202"/>
                <a:gd name="connsiteX13" fmla="*/ 1252104 w 1257300"/>
                <a:gd name="connsiteY13" fmla="*/ 587086 h 874202"/>
                <a:gd name="connsiteX14" fmla="*/ 1174173 w 1257300"/>
                <a:gd name="connsiteY14" fmla="*/ 566304 h 874202"/>
                <a:gd name="connsiteX0" fmla="*/ 394854 w 1257300"/>
                <a:gd name="connsiteY0" fmla="*/ 0 h 919138"/>
                <a:gd name="connsiteX1" fmla="*/ 72736 w 1257300"/>
                <a:gd name="connsiteY1" fmla="*/ 10391 h 919138"/>
                <a:gd name="connsiteX2" fmla="*/ 0 w 1257300"/>
                <a:gd name="connsiteY2" fmla="*/ 670214 h 919138"/>
                <a:gd name="connsiteX3" fmla="*/ 77932 w 1257300"/>
                <a:gd name="connsiteY3" fmla="*/ 701386 h 919138"/>
                <a:gd name="connsiteX4" fmla="*/ 436418 w 1257300"/>
                <a:gd name="connsiteY4" fmla="*/ 524741 h 919138"/>
                <a:gd name="connsiteX5" fmla="*/ 1189759 w 1257300"/>
                <a:gd name="connsiteY5" fmla="*/ 571500 h 919138"/>
                <a:gd name="connsiteX6" fmla="*/ 872836 w 1257300"/>
                <a:gd name="connsiteY6" fmla="*/ 794904 h 919138"/>
                <a:gd name="connsiteX7" fmla="*/ 940377 w 1257300"/>
                <a:gd name="connsiteY7" fmla="*/ 72736 h 919138"/>
                <a:gd name="connsiteX8" fmla="*/ 1257300 w 1257300"/>
                <a:gd name="connsiteY8" fmla="*/ 20782 h 919138"/>
                <a:gd name="connsiteX9" fmla="*/ 1137804 w 1257300"/>
                <a:gd name="connsiteY9" fmla="*/ 20782 h 919138"/>
                <a:gd name="connsiteX10" fmla="*/ 872836 w 1257300"/>
                <a:gd name="connsiteY10" fmla="*/ 46759 h 919138"/>
                <a:gd name="connsiteX11" fmla="*/ 789709 w 1257300"/>
                <a:gd name="connsiteY11" fmla="*/ 846860 h 919138"/>
                <a:gd name="connsiteX12" fmla="*/ 909204 w 1257300"/>
                <a:gd name="connsiteY12" fmla="*/ 852054 h 919138"/>
                <a:gd name="connsiteX13" fmla="*/ 1252104 w 1257300"/>
                <a:gd name="connsiteY13" fmla="*/ 587086 h 919138"/>
                <a:gd name="connsiteX14" fmla="*/ 1174173 w 1257300"/>
                <a:gd name="connsiteY14" fmla="*/ 566304 h 919138"/>
                <a:gd name="connsiteX0" fmla="*/ 394854 w 1257300"/>
                <a:gd name="connsiteY0" fmla="*/ 0 h 870924"/>
                <a:gd name="connsiteX1" fmla="*/ 72736 w 1257300"/>
                <a:gd name="connsiteY1" fmla="*/ 10391 h 870924"/>
                <a:gd name="connsiteX2" fmla="*/ 0 w 1257300"/>
                <a:gd name="connsiteY2" fmla="*/ 670214 h 870924"/>
                <a:gd name="connsiteX3" fmla="*/ 77932 w 1257300"/>
                <a:gd name="connsiteY3" fmla="*/ 701386 h 870924"/>
                <a:gd name="connsiteX4" fmla="*/ 436418 w 1257300"/>
                <a:gd name="connsiteY4" fmla="*/ 524741 h 870924"/>
                <a:gd name="connsiteX5" fmla="*/ 1189759 w 1257300"/>
                <a:gd name="connsiteY5" fmla="*/ 571500 h 870924"/>
                <a:gd name="connsiteX6" fmla="*/ 872836 w 1257300"/>
                <a:gd name="connsiteY6" fmla="*/ 794904 h 870924"/>
                <a:gd name="connsiteX7" fmla="*/ 940377 w 1257300"/>
                <a:gd name="connsiteY7" fmla="*/ 72736 h 870924"/>
                <a:gd name="connsiteX8" fmla="*/ 1257300 w 1257300"/>
                <a:gd name="connsiteY8" fmla="*/ 20782 h 870924"/>
                <a:gd name="connsiteX9" fmla="*/ 1137804 w 1257300"/>
                <a:gd name="connsiteY9" fmla="*/ 20782 h 870924"/>
                <a:gd name="connsiteX10" fmla="*/ 872836 w 1257300"/>
                <a:gd name="connsiteY10" fmla="*/ 46759 h 870924"/>
                <a:gd name="connsiteX11" fmla="*/ 789709 w 1257300"/>
                <a:gd name="connsiteY11" fmla="*/ 846860 h 870924"/>
                <a:gd name="connsiteX12" fmla="*/ 909204 w 1257300"/>
                <a:gd name="connsiteY12" fmla="*/ 852054 h 870924"/>
                <a:gd name="connsiteX13" fmla="*/ 1252104 w 1257300"/>
                <a:gd name="connsiteY13" fmla="*/ 587086 h 870924"/>
                <a:gd name="connsiteX14" fmla="*/ 1174173 w 1257300"/>
                <a:gd name="connsiteY14" fmla="*/ 566304 h 870924"/>
                <a:gd name="connsiteX0" fmla="*/ 394854 w 1257300"/>
                <a:gd name="connsiteY0" fmla="*/ 0 h 872295"/>
                <a:gd name="connsiteX1" fmla="*/ 72736 w 1257300"/>
                <a:gd name="connsiteY1" fmla="*/ 10391 h 872295"/>
                <a:gd name="connsiteX2" fmla="*/ 0 w 1257300"/>
                <a:gd name="connsiteY2" fmla="*/ 670214 h 872295"/>
                <a:gd name="connsiteX3" fmla="*/ 77932 w 1257300"/>
                <a:gd name="connsiteY3" fmla="*/ 701386 h 872295"/>
                <a:gd name="connsiteX4" fmla="*/ 436418 w 1257300"/>
                <a:gd name="connsiteY4" fmla="*/ 524741 h 872295"/>
                <a:gd name="connsiteX5" fmla="*/ 1189759 w 1257300"/>
                <a:gd name="connsiteY5" fmla="*/ 571500 h 872295"/>
                <a:gd name="connsiteX6" fmla="*/ 872836 w 1257300"/>
                <a:gd name="connsiteY6" fmla="*/ 794904 h 872295"/>
                <a:gd name="connsiteX7" fmla="*/ 940377 w 1257300"/>
                <a:gd name="connsiteY7" fmla="*/ 72736 h 872295"/>
                <a:gd name="connsiteX8" fmla="*/ 1257300 w 1257300"/>
                <a:gd name="connsiteY8" fmla="*/ 20782 h 872295"/>
                <a:gd name="connsiteX9" fmla="*/ 1137804 w 1257300"/>
                <a:gd name="connsiteY9" fmla="*/ 20782 h 872295"/>
                <a:gd name="connsiteX10" fmla="*/ 872836 w 1257300"/>
                <a:gd name="connsiteY10" fmla="*/ 46759 h 872295"/>
                <a:gd name="connsiteX11" fmla="*/ 826077 w 1257300"/>
                <a:gd name="connsiteY11" fmla="*/ 852055 h 872295"/>
                <a:gd name="connsiteX12" fmla="*/ 909204 w 1257300"/>
                <a:gd name="connsiteY12" fmla="*/ 852054 h 872295"/>
                <a:gd name="connsiteX13" fmla="*/ 1252104 w 1257300"/>
                <a:gd name="connsiteY13" fmla="*/ 587086 h 872295"/>
                <a:gd name="connsiteX14" fmla="*/ 1174173 w 1257300"/>
                <a:gd name="connsiteY14" fmla="*/ 566304 h 872295"/>
                <a:gd name="connsiteX0" fmla="*/ 394854 w 1257300"/>
                <a:gd name="connsiteY0" fmla="*/ 0 h 873870"/>
                <a:gd name="connsiteX1" fmla="*/ 72736 w 1257300"/>
                <a:gd name="connsiteY1" fmla="*/ 10391 h 873870"/>
                <a:gd name="connsiteX2" fmla="*/ 0 w 1257300"/>
                <a:gd name="connsiteY2" fmla="*/ 670214 h 873870"/>
                <a:gd name="connsiteX3" fmla="*/ 77932 w 1257300"/>
                <a:gd name="connsiteY3" fmla="*/ 701386 h 873870"/>
                <a:gd name="connsiteX4" fmla="*/ 436418 w 1257300"/>
                <a:gd name="connsiteY4" fmla="*/ 524741 h 873870"/>
                <a:gd name="connsiteX5" fmla="*/ 1189759 w 1257300"/>
                <a:gd name="connsiteY5" fmla="*/ 571500 h 873870"/>
                <a:gd name="connsiteX6" fmla="*/ 872836 w 1257300"/>
                <a:gd name="connsiteY6" fmla="*/ 794904 h 873870"/>
                <a:gd name="connsiteX7" fmla="*/ 940377 w 1257300"/>
                <a:gd name="connsiteY7" fmla="*/ 72736 h 873870"/>
                <a:gd name="connsiteX8" fmla="*/ 1257300 w 1257300"/>
                <a:gd name="connsiteY8" fmla="*/ 20782 h 873870"/>
                <a:gd name="connsiteX9" fmla="*/ 1137804 w 1257300"/>
                <a:gd name="connsiteY9" fmla="*/ 20782 h 873870"/>
                <a:gd name="connsiteX10" fmla="*/ 872836 w 1257300"/>
                <a:gd name="connsiteY10" fmla="*/ 46759 h 873870"/>
                <a:gd name="connsiteX11" fmla="*/ 826077 w 1257300"/>
                <a:gd name="connsiteY11" fmla="*/ 857251 h 873870"/>
                <a:gd name="connsiteX12" fmla="*/ 909204 w 1257300"/>
                <a:gd name="connsiteY12" fmla="*/ 852054 h 873870"/>
                <a:gd name="connsiteX13" fmla="*/ 1252104 w 1257300"/>
                <a:gd name="connsiteY13" fmla="*/ 587086 h 873870"/>
                <a:gd name="connsiteX14" fmla="*/ 1174173 w 1257300"/>
                <a:gd name="connsiteY14" fmla="*/ 566304 h 873870"/>
                <a:gd name="connsiteX0" fmla="*/ 394854 w 1257300"/>
                <a:gd name="connsiteY0" fmla="*/ 0 h 925255"/>
                <a:gd name="connsiteX1" fmla="*/ 72736 w 1257300"/>
                <a:gd name="connsiteY1" fmla="*/ 10391 h 925255"/>
                <a:gd name="connsiteX2" fmla="*/ 0 w 1257300"/>
                <a:gd name="connsiteY2" fmla="*/ 670214 h 925255"/>
                <a:gd name="connsiteX3" fmla="*/ 77932 w 1257300"/>
                <a:gd name="connsiteY3" fmla="*/ 701386 h 925255"/>
                <a:gd name="connsiteX4" fmla="*/ 436418 w 1257300"/>
                <a:gd name="connsiteY4" fmla="*/ 524741 h 925255"/>
                <a:gd name="connsiteX5" fmla="*/ 1189759 w 1257300"/>
                <a:gd name="connsiteY5" fmla="*/ 571500 h 925255"/>
                <a:gd name="connsiteX6" fmla="*/ 872836 w 1257300"/>
                <a:gd name="connsiteY6" fmla="*/ 794904 h 925255"/>
                <a:gd name="connsiteX7" fmla="*/ 940377 w 1257300"/>
                <a:gd name="connsiteY7" fmla="*/ 72736 h 925255"/>
                <a:gd name="connsiteX8" fmla="*/ 1257300 w 1257300"/>
                <a:gd name="connsiteY8" fmla="*/ 20782 h 925255"/>
                <a:gd name="connsiteX9" fmla="*/ 1137804 w 1257300"/>
                <a:gd name="connsiteY9" fmla="*/ 20782 h 925255"/>
                <a:gd name="connsiteX10" fmla="*/ 898813 w 1257300"/>
                <a:gd name="connsiteY10" fmla="*/ 57149 h 925255"/>
                <a:gd name="connsiteX11" fmla="*/ 826077 w 1257300"/>
                <a:gd name="connsiteY11" fmla="*/ 857251 h 925255"/>
                <a:gd name="connsiteX12" fmla="*/ 909204 w 1257300"/>
                <a:gd name="connsiteY12" fmla="*/ 852054 h 925255"/>
                <a:gd name="connsiteX13" fmla="*/ 1252104 w 1257300"/>
                <a:gd name="connsiteY13" fmla="*/ 587086 h 925255"/>
                <a:gd name="connsiteX14" fmla="*/ 1174173 w 1257300"/>
                <a:gd name="connsiteY14" fmla="*/ 566304 h 925255"/>
                <a:gd name="connsiteX0" fmla="*/ 394854 w 1257300"/>
                <a:gd name="connsiteY0" fmla="*/ 0 h 869828"/>
                <a:gd name="connsiteX1" fmla="*/ 72736 w 1257300"/>
                <a:gd name="connsiteY1" fmla="*/ 10391 h 869828"/>
                <a:gd name="connsiteX2" fmla="*/ 0 w 1257300"/>
                <a:gd name="connsiteY2" fmla="*/ 670214 h 869828"/>
                <a:gd name="connsiteX3" fmla="*/ 77932 w 1257300"/>
                <a:gd name="connsiteY3" fmla="*/ 701386 h 869828"/>
                <a:gd name="connsiteX4" fmla="*/ 436418 w 1257300"/>
                <a:gd name="connsiteY4" fmla="*/ 524741 h 869828"/>
                <a:gd name="connsiteX5" fmla="*/ 1189759 w 1257300"/>
                <a:gd name="connsiteY5" fmla="*/ 571500 h 869828"/>
                <a:gd name="connsiteX6" fmla="*/ 872836 w 1257300"/>
                <a:gd name="connsiteY6" fmla="*/ 794904 h 869828"/>
                <a:gd name="connsiteX7" fmla="*/ 940377 w 1257300"/>
                <a:gd name="connsiteY7" fmla="*/ 72736 h 869828"/>
                <a:gd name="connsiteX8" fmla="*/ 1257300 w 1257300"/>
                <a:gd name="connsiteY8" fmla="*/ 20782 h 869828"/>
                <a:gd name="connsiteX9" fmla="*/ 1137804 w 1257300"/>
                <a:gd name="connsiteY9" fmla="*/ 20782 h 869828"/>
                <a:gd name="connsiteX10" fmla="*/ 898813 w 1257300"/>
                <a:gd name="connsiteY10" fmla="*/ 57149 h 869828"/>
                <a:gd name="connsiteX11" fmla="*/ 826077 w 1257300"/>
                <a:gd name="connsiteY11" fmla="*/ 857251 h 869828"/>
                <a:gd name="connsiteX12" fmla="*/ 909204 w 1257300"/>
                <a:gd name="connsiteY12" fmla="*/ 852054 h 869828"/>
                <a:gd name="connsiteX13" fmla="*/ 1252104 w 1257300"/>
                <a:gd name="connsiteY13" fmla="*/ 587086 h 869828"/>
                <a:gd name="connsiteX14" fmla="*/ 1174173 w 1257300"/>
                <a:gd name="connsiteY14" fmla="*/ 566304 h 869828"/>
                <a:gd name="connsiteX0" fmla="*/ 374801 w 1257300"/>
                <a:gd name="connsiteY0" fmla="*/ 0 h 869828"/>
                <a:gd name="connsiteX1" fmla="*/ 72736 w 1257300"/>
                <a:gd name="connsiteY1" fmla="*/ 10391 h 869828"/>
                <a:gd name="connsiteX2" fmla="*/ 0 w 1257300"/>
                <a:gd name="connsiteY2" fmla="*/ 670214 h 869828"/>
                <a:gd name="connsiteX3" fmla="*/ 77932 w 1257300"/>
                <a:gd name="connsiteY3" fmla="*/ 701386 h 869828"/>
                <a:gd name="connsiteX4" fmla="*/ 436418 w 1257300"/>
                <a:gd name="connsiteY4" fmla="*/ 524741 h 869828"/>
                <a:gd name="connsiteX5" fmla="*/ 1189759 w 1257300"/>
                <a:gd name="connsiteY5" fmla="*/ 571500 h 869828"/>
                <a:gd name="connsiteX6" fmla="*/ 872836 w 1257300"/>
                <a:gd name="connsiteY6" fmla="*/ 794904 h 869828"/>
                <a:gd name="connsiteX7" fmla="*/ 940377 w 1257300"/>
                <a:gd name="connsiteY7" fmla="*/ 72736 h 869828"/>
                <a:gd name="connsiteX8" fmla="*/ 1257300 w 1257300"/>
                <a:gd name="connsiteY8" fmla="*/ 20782 h 869828"/>
                <a:gd name="connsiteX9" fmla="*/ 1137804 w 1257300"/>
                <a:gd name="connsiteY9" fmla="*/ 20782 h 869828"/>
                <a:gd name="connsiteX10" fmla="*/ 898813 w 1257300"/>
                <a:gd name="connsiteY10" fmla="*/ 57149 h 869828"/>
                <a:gd name="connsiteX11" fmla="*/ 826077 w 1257300"/>
                <a:gd name="connsiteY11" fmla="*/ 857251 h 869828"/>
                <a:gd name="connsiteX12" fmla="*/ 909204 w 1257300"/>
                <a:gd name="connsiteY12" fmla="*/ 852054 h 869828"/>
                <a:gd name="connsiteX13" fmla="*/ 1252104 w 1257300"/>
                <a:gd name="connsiteY13" fmla="*/ 587086 h 869828"/>
                <a:gd name="connsiteX14" fmla="*/ 1174173 w 1257300"/>
                <a:gd name="connsiteY14" fmla="*/ 566304 h 869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57300" h="869828">
                  <a:moveTo>
                    <a:pt x="374801" y="0"/>
                  </a:moveTo>
                  <a:lnTo>
                    <a:pt x="72736" y="10391"/>
                  </a:lnTo>
                  <a:lnTo>
                    <a:pt x="0" y="670214"/>
                  </a:lnTo>
                  <a:lnTo>
                    <a:pt x="77932" y="701386"/>
                  </a:lnTo>
                  <a:lnTo>
                    <a:pt x="436418" y="524741"/>
                  </a:lnTo>
                  <a:lnTo>
                    <a:pt x="1189759" y="571500"/>
                  </a:lnTo>
                  <a:lnTo>
                    <a:pt x="872836" y="794904"/>
                  </a:lnTo>
                  <a:lnTo>
                    <a:pt x="940377" y="72736"/>
                  </a:lnTo>
                  <a:lnTo>
                    <a:pt x="1257300" y="20782"/>
                  </a:lnTo>
                  <a:lnTo>
                    <a:pt x="1137804" y="20782"/>
                  </a:lnTo>
                  <a:lnTo>
                    <a:pt x="898813" y="57149"/>
                  </a:lnTo>
                  <a:cubicBezTo>
                    <a:pt x="842529" y="194829"/>
                    <a:pt x="803564" y="870240"/>
                    <a:pt x="826077" y="857251"/>
                  </a:cubicBezTo>
                  <a:cubicBezTo>
                    <a:pt x="848590" y="844262"/>
                    <a:pt x="833870" y="895349"/>
                    <a:pt x="909204" y="852054"/>
                  </a:cubicBezTo>
                  <a:lnTo>
                    <a:pt x="1252104" y="587086"/>
                  </a:lnTo>
                  <a:lnTo>
                    <a:pt x="1174173" y="566304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任意多边形 87"/>
            <p:cNvSpPr/>
            <p:nvPr/>
          </p:nvSpPr>
          <p:spPr>
            <a:xfrm>
              <a:off x="9315450" y="4722668"/>
              <a:ext cx="46759" cy="358487"/>
            </a:xfrm>
            <a:custGeom>
              <a:avLst/>
              <a:gdLst>
                <a:gd name="connsiteX0" fmla="*/ 0 w 46759"/>
                <a:gd name="connsiteY0" fmla="*/ 358487 h 358487"/>
                <a:gd name="connsiteX1" fmla="*/ 46759 w 46759"/>
                <a:gd name="connsiteY1" fmla="*/ 0 h 3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6759" h="358487">
                  <a:moveTo>
                    <a:pt x="0" y="358487"/>
                  </a:moveTo>
                  <a:lnTo>
                    <a:pt x="46759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任意多边形 88"/>
            <p:cNvSpPr/>
            <p:nvPr/>
          </p:nvSpPr>
          <p:spPr>
            <a:xfrm>
              <a:off x="9367405" y="4514850"/>
              <a:ext cx="20781" cy="114300"/>
            </a:xfrm>
            <a:custGeom>
              <a:avLst/>
              <a:gdLst>
                <a:gd name="connsiteX0" fmla="*/ 0 w 20781"/>
                <a:gd name="connsiteY0" fmla="*/ 114300 h 114300"/>
                <a:gd name="connsiteX1" fmla="*/ 20781 w 20781"/>
                <a:gd name="connsiteY1" fmla="*/ 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781" h="114300">
                  <a:moveTo>
                    <a:pt x="0" y="114300"/>
                  </a:moveTo>
                  <a:lnTo>
                    <a:pt x="20781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任意多边形 89"/>
            <p:cNvSpPr/>
            <p:nvPr/>
          </p:nvSpPr>
          <p:spPr>
            <a:xfrm>
              <a:off x="10089573" y="5257800"/>
              <a:ext cx="41563" cy="62345"/>
            </a:xfrm>
            <a:custGeom>
              <a:avLst/>
              <a:gdLst>
                <a:gd name="connsiteX0" fmla="*/ 41563 w 41563"/>
                <a:gd name="connsiteY0" fmla="*/ 62345 h 62345"/>
                <a:gd name="connsiteX1" fmla="*/ 0 w 41563"/>
                <a:gd name="connsiteY1" fmla="*/ 0 h 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1563" h="62345">
                  <a:moveTo>
                    <a:pt x="41563" y="62345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5" name="Freeform 9"/>
          <p:cNvSpPr>
            <a:spLocks noEditPoints="1"/>
          </p:cNvSpPr>
          <p:nvPr/>
        </p:nvSpPr>
        <p:spPr bwMode="auto">
          <a:xfrm flipH="1">
            <a:off x="207636" y="687352"/>
            <a:ext cx="597231" cy="636385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6" name="圆角矩形 65"/>
          <p:cNvSpPr/>
          <p:nvPr/>
        </p:nvSpPr>
        <p:spPr>
          <a:xfrm>
            <a:off x="804867" y="1396294"/>
            <a:ext cx="10079033" cy="3336366"/>
          </a:xfrm>
          <a:prstGeom prst="roundRect">
            <a:avLst/>
          </a:prstGeom>
          <a:noFill/>
          <a:ln w="254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8693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98025" y="739877"/>
            <a:ext cx="91959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利用七、五、一的总量限制原则，打造充裕的空间</a:t>
            </a:r>
            <a:endParaRPr lang="zh-CN" altLang="en-US" sz="3200" dirty="0"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329543" y="2024780"/>
            <a:ext cx="7973942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 r:embed="rId2"/>
              </a:buBlip>
            </a:pPr>
            <a:r>
              <a:rPr lang="zh-CN" altLang="en-US" dirty="0" smtClean="0">
                <a:ea typeface="微软雅黑" panose="020B0503020204020204" pitchFamily="34" charset="-122"/>
              </a:rPr>
              <a:t>从空间里限制物品数量</a:t>
            </a:r>
            <a:endParaRPr lang="en-US" altLang="zh-CN" dirty="0" smtClean="0"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ea typeface="微软雅黑" panose="020B0503020204020204" pitchFamily="34" charset="-122"/>
              </a:rPr>
              <a:t> </a:t>
            </a:r>
            <a:r>
              <a:rPr lang="zh-CN" altLang="en-US" b="1" dirty="0" smtClean="0">
                <a:solidFill>
                  <a:srgbClr val="C60F13"/>
                </a:solidFill>
                <a:ea typeface="微软雅黑" panose="020B0503020204020204" pitchFamily="34" charset="-122"/>
              </a:rPr>
              <a:t>看不见</a:t>
            </a:r>
            <a:r>
              <a:rPr lang="zh-CN" altLang="en-US" dirty="0" smtClean="0">
                <a:ea typeface="微软雅黑" panose="020B0503020204020204" pitchFamily="34" charset="-122"/>
              </a:rPr>
              <a:t>的收纳空间只能放</a:t>
            </a:r>
            <a:r>
              <a:rPr lang="zh-CN" altLang="en-US" b="1" dirty="0">
                <a:solidFill>
                  <a:srgbClr val="C60F13"/>
                </a:solidFill>
                <a:ea typeface="微软雅黑" panose="020B0503020204020204" pitchFamily="34" charset="-122"/>
              </a:rPr>
              <a:t>七成</a:t>
            </a:r>
            <a:r>
              <a:rPr lang="zh-CN" altLang="en-US" dirty="0" smtClean="0">
                <a:ea typeface="微软雅黑" panose="020B0503020204020204" pitchFamily="34" charset="-122"/>
              </a:rPr>
              <a:t>东西</a:t>
            </a:r>
            <a:r>
              <a:rPr lang="en-US" altLang="zh-CN" dirty="0" smtClean="0">
                <a:ea typeface="微软雅黑" panose="020B0503020204020204" pitchFamily="34" charset="-122"/>
              </a:rPr>
              <a:t>——</a:t>
            </a:r>
            <a:r>
              <a:rPr lang="zh-CN" altLang="en-US" dirty="0" smtClean="0">
                <a:ea typeface="微软雅黑" panose="020B0503020204020204" pitchFamily="34" charset="-122"/>
              </a:rPr>
              <a:t>给人想要收拾的欲望和心情</a:t>
            </a:r>
            <a:endParaRPr lang="en-US" altLang="zh-CN" dirty="0" smtClean="0"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ea typeface="微软雅黑" panose="020B0503020204020204" pitchFamily="34" charset="-122"/>
              </a:rPr>
              <a:t> </a:t>
            </a:r>
            <a:r>
              <a:rPr lang="zh-CN" altLang="en-US" b="1" dirty="0">
                <a:solidFill>
                  <a:srgbClr val="C60F13"/>
                </a:solidFill>
                <a:ea typeface="微软雅黑" panose="020B0503020204020204" pitchFamily="34" charset="-122"/>
              </a:rPr>
              <a:t>看得见</a:t>
            </a:r>
            <a:r>
              <a:rPr lang="zh-CN" altLang="en-US" dirty="0" smtClean="0">
                <a:ea typeface="微软雅黑" panose="020B0503020204020204" pitchFamily="34" charset="-122"/>
              </a:rPr>
              <a:t>的收纳空间只能放</a:t>
            </a:r>
            <a:r>
              <a:rPr lang="zh-CN" altLang="en-US" b="1" dirty="0">
                <a:solidFill>
                  <a:srgbClr val="C60F13"/>
                </a:solidFill>
                <a:ea typeface="微软雅黑" panose="020B0503020204020204" pitchFamily="34" charset="-122"/>
              </a:rPr>
              <a:t>五成</a:t>
            </a:r>
            <a:r>
              <a:rPr lang="zh-CN" altLang="en-US" dirty="0" smtClean="0">
                <a:ea typeface="微软雅黑" panose="020B0503020204020204" pitchFamily="34" charset="-122"/>
              </a:rPr>
              <a:t>东西</a:t>
            </a:r>
            <a:r>
              <a:rPr lang="en-US" altLang="zh-CN" dirty="0" smtClean="0">
                <a:ea typeface="微软雅黑" panose="020B0503020204020204" pitchFamily="34" charset="-122"/>
              </a:rPr>
              <a:t>——</a:t>
            </a:r>
            <a:r>
              <a:rPr lang="zh-CN" altLang="en-US" dirty="0" smtClean="0">
                <a:ea typeface="微软雅黑" panose="020B0503020204020204" pitchFamily="34" charset="-122"/>
              </a:rPr>
              <a:t>显得漂亮美观有品位</a:t>
            </a:r>
            <a:endParaRPr lang="en-US" altLang="zh-CN" dirty="0" smtClean="0"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ea typeface="微软雅黑" panose="020B0503020204020204" pitchFamily="34" charset="-122"/>
              </a:rPr>
              <a:t> </a:t>
            </a:r>
            <a:r>
              <a:rPr lang="zh-CN" altLang="en-US" b="1" dirty="0">
                <a:solidFill>
                  <a:srgbClr val="C60F13"/>
                </a:solidFill>
                <a:ea typeface="微软雅黑" panose="020B0503020204020204" pitchFamily="34" charset="-122"/>
              </a:rPr>
              <a:t>装饰性</a:t>
            </a:r>
            <a:r>
              <a:rPr lang="zh-CN" altLang="en-US" dirty="0" smtClean="0">
                <a:ea typeface="微软雅黑" panose="020B0503020204020204" pitchFamily="34" charset="-122"/>
              </a:rPr>
              <a:t>的收纳空间只能放</a:t>
            </a:r>
            <a:r>
              <a:rPr lang="zh-CN" altLang="en-US" b="1" dirty="0">
                <a:solidFill>
                  <a:srgbClr val="C60F13"/>
                </a:solidFill>
                <a:ea typeface="微软雅黑" panose="020B0503020204020204" pitchFamily="34" charset="-122"/>
              </a:rPr>
              <a:t>一成</a:t>
            </a:r>
            <a:r>
              <a:rPr lang="zh-CN" altLang="en-US" dirty="0" smtClean="0">
                <a:ea typeface="微软雅黑" panose="020B0503020204020204" pitchFamily="34" charset="-122"/>
              </a:rPr>
              <a:t>东西</a:t>
            </a:r>
            <a:r>
              <a:rPr lang="en-US" altLang="zh-CN" dirty="0" smtClean="0">
                <a:ea typeface="微软雅黑" panose="020B0503020204020204" pitchFamily="34" charset="-122"/>
              </a:rPr>
              <a:t>——</a:t>
            </a:r>
            <a:r>
              <a:rPr lang="zh-CN" altLang="en-US" dirty="0" smtClean="0">
                <a:ea typeface="微软雅黑" panose="020B0503020204020204" pitchFamily="34" charset="-122"/>
              </a:rPr>
              <a:t>主次一目了然，营造高品位</a:t>
            </a:r>
            <a:endParaRPr lang="en-US" altLang="zh-CN" dirty="0" smtClean="0"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Blip>
                <a:blip r:embed="rId2"/>
              </a:buBlip>
            </a:pPr>
            <a:r>
              <a:rPr lang="zh-CN" altLang="en-US" dirty="0" smtClean="0">
                <a:ea typeface="微软雅黑" panose="020B0503020204020204" pitchFamily="34" charset="-122"/>
              </a:rPr>
              <a:t>伴随总量限制原则的替换原则</a:t>
            </a:r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3114065" y="4868863"/>
            <a:ext cx="6019346" cy="1189037"/>
          </a:xfrm>
          <a:prstGeom prst="round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477828" y="5184577"/>
            <a:ext cx="5529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方正北魏楷书简体" panose="03000509000000000000" pitchFamily="65" charset="-122"/>
                <a:ea typeface="方正北魏楷书简体" panose="03000509000000000000" pitchFamily="65" charset="-122"/>
              </a:rPr>
              <a:t>通过</a:t>
            </a:r>
            <a:r>
              <a:rPr lang="zh-CN" altLang="en-US" sz="2000" b="1" dirty="0" smtClean="0">
                <a:solidFill>
                  <a:srgbClr val="C60F13"/>
                </a:solidFill>
                <a:latin typeface="方正北魏楷书简体" panose="03000509000000000000" pitchFamily="65" charset="-122"/>
                <a:ea typeface="方正北魏楷书简体" panose="03000509000000000000" pitchFamily="65" charset="-122"/>
              </a:rPr>
              <a:t>限制总量</a:t>
            </a:r>
            <a:r>
              <a:rPr lang="zh-CN" altLang="en-US" sz="2000" dirty="0" smtClean="0">
                <a:latin typeface="方正北魏楷书简体" panose="03000509000000000000" pitchFamily="65" charset="-122"/>
                <a:ea typeface="方正北魏楷书简体" panose="03000509000000000000" pitchFamily="65" charset="-122"/>
              </a:rPr>
              <a:t>，更加严格地筛选出自己喜欢的物品，自然而然地提升了品位。</a:t>
            </a:r>
            <a:endParaRPr lang="zh-CN" altLang="en-US" sz="2000" dirty="0">
              <a:latin typeface="方正北魏楷书简体" panose="03000509000000000000" pitchFamily="65" charset="-122"/>
              <a:ea typeface="方正北魏楷书简体" panose="03000509000000000000" pitchFamily="65" charset="-122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2500993" y="740"/>
            <a:ext cx="6892471" cy="597291"/>
            <a:chOff x="1308100" y="740"/>
            <a:chExt cx="6892471" cy="597291"/>
          </a:xfrm>
        </p:grpSpPr>
        <p:sp>
          <p:nvSpPr>
            <p:cNvPr id="6" name="矩形 5"/>
            <p:cNvSpPr/>
            <p:nvPr/>
          </p:nvSpPr>
          <p:spPr>
            <a:xfrm>
              <a:off x="1308100" y="740"/>
              <a:ext cx="6892471" cy="597291"/>
            </a:xfrm>
            <a:prstGeom prst="rect">
              <a:avLst/>
            </a:prstGeom>
            <a:solidFill>
              <a:srgbClr val="C60F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2646583" y="68552"/>
              <a:ext cx="42155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实践方法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——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一些方法和原则</a:t>
              </a:r>
              <a:endParaRPr lang="zh-CN" altLang="en-US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9393464" y="4980252"/>
            <a:ext cx="867218" cy="944762"/>
            <a:chOff x="9221932" y="3917255"/>
            <a:chExt cx="1304059" cy="1420665"/>
          </a:xfrm>
        </p:grpSpPr>
        <p:sp>
          <p:nvSpPr>
            <p:cNvPr id="46" name="任意多边形 45"/>
            <p:cNvSpPr/>
            <p:nvPr/>
          </p:nvSpPr>
          <p:spPr>
            <a:xfrm>
              <a:off x="9667783" y="3917255"/>
              <a:ext cx="772736" cy="364363"/>
            </a:xfrm>
            <a:custGeom>
              <a:avLst/>
              <a:gdLst>
                <a:gd name="connsiteX0" fmla="*/ 51954 w 742950"/>
                <a:gd name="connsiteY0" fmla="*/ 0 h 358487"/>
                <a:gd name="connsiteX1" fmla="*/ 0 w 742950"/>
                <a:gd name="connsiteY1" fmla="*/ 358487 h 358487"/>
                <a:gd name="connsiteX2" fmla="*/ 711777 w 742950"/>
                <a:gd name="connsiteY2" fmla="*/ 348096 h 358487"/>
                <a:gd name="connsiteX3" fmla="*/ 742950 w 742950"/>
                <a:gd name="connsiteY3" fmla="*/ 15587 h 358487"/>
                <a:gd name="connsiteX4" fmla="*/ 51954 w 742950"/>
                <a:gd name="connsiteY4" fmla="*/ 0 h 358487"/>
                <a:gd name="connsiteX0" fmla="*/ 51954 w 742950"/>
                <a:gd name="connsiteY0" fmla="*/ 0 h 348096"/>
                <a:gd name="connsiteX1" fmla="*/ 0 w 742950"/>
                <a:gd name="connsiteY1" fmla="*/ 337705 h 348096"/>
                <a:gd name="connsiteX2" fmla="*/ 711777 w 742950"/>
                <a:gd name="connsiteY2" fmla="*/ 348096 h 348096"/>
                <a:gd name="connsiteX3" fmla="*/ 742950 w 742950"/>
                <a:gd name="connsiteY3" fmla="*/ 15587 h 348096"/>
                <a:gd name="connsiteX4" fmla="*/ 51954 w 742950"/>
                <a:gd name="connsiteY4" fmla="*/ 0 h 348096"/>
                <a:gd name="connsiteX0" fmla="*/ 59975 w 742950"/>
                <a:gd name="connsiteY0" fmla="*/ 8476 h 332509"/>
                <a:gd name="connsiteX1" fmla="*/ 0 w 742950"/>
                <a:gd name="connsiteY1" fmla="*/ 322118 h 332509"/>
                <a:gd name="connsiteX2" fmla="*/ 711777 w 742950"/>
                <a:gd name="connsiteY2" fmla="*/ 332509 h 332509"/>
                <a:gd name="connsiteX3" fmla="*/ 742950 w 742950"/>
                <a:gd name="connsiteY3" fmla="*/ 0 h 332509"/>
                <a:gd name="connsiteX4" fmla="*/ 59975 w 742950"/>
                <a:gd name="connsiteY4" fmla="*/ 8476 h 332509"/>
                <a:gd name="connsiteX0" fmla="*/ 121484 w 804459"/>
                <a:gd name="connsiteY0" fmla="*/ 44880 h 368913"/>
                <a:gd name="connsiteX1" fmla="*/ 61509 w 804459"/>
                <a:gd name="connsiteY1" fmla="*/ 358522 h 368913"/>
                <a:gd name="connsiteX2" fmla="*/ 773286 w 804459"/>
                <a:gd name="connsiteY2" fmla="*/ 368913 h 368913"/>
                <a:gd name="connsiteX3" fmla="*/ 804459 w 804459"/>
                <a:gd name="connsiteY3" fmla="*/ 36404 h 368913"/>
                <a:gd name="connsiteX4" fmla="*/ 121484 w 804459"/>
                <a:gd name="connsiteY4" fmla="*/ 44880 h 368913"/>
                <a:gd name="connsiteX0" fmla="*/ 103948 w 786923"/>
                <a:gd name="connsiteY0" fmla="*/ 30001 h 354034"/>
                <a:gd name="connsiteX1" fmla="*/ 43973 w 786923"/>
                <a:gd name="connsiteY1" fmla="*/ 343643 h 354034"/>
                <a:gd name="connsiteX2" fmla="*/ 755750 w 786923"/>
                <a:gd name="connsiteY2" fmla="*/ 354034 h 354034"/>
                <a:gd name="connsiteX3" fmla="*/ 786923 w 786923"/>
                <a:gd name="connsiteY3" fmla="*/ 21525 h 354034"/>
                <a:gd name="connsiteX4" fmla="*/ 103948 w 786923"/>
                <a:gd name="connsiteY4" fmla="*/ 30001 h 354034"/>
                <a:gd name="connsiteX0" fmla="*/ 103948 w 859403"/>
                <a:gd name="connsiteY0" fmla="*/ 44880 h 368913"/>
                <a:gd name="connsiteX1" fmla="*/ 43973 w 859403"/>
                <a:gd name="connsiteY1" fmla="*/ 358522 h 368913"/>
                <a:gd name="connsiteX2" fmla="*/ 755750 w 859403"/>
                <a:gd name="connsiteY2" fmla="*/ 368913 h 368913"/>
                <a:gd name="connsiteX3" fmla="*/ 786923 w 859403"/>
                <a:gd name="connsiteY3" fmla="*/ 36404 h 368913"/>
                <a:gd name="connsiteX4" fmla="*/ 103948 w 859403"/>
                <a:gd name="connsiteY4" fmla="*/ 44880 h 368913"/>
                <a:gd name="connsiteX0" fmla="*/ 103948 w 826442"/>
                <a:gd name="connsiteY0" fmla="*/ 41695 h 365728"/>
                <a:gd name="connsiteX1" fmla="*/ 43973 w 826442"/>
                <a:gd name="connsiteY1" fmla="*/ 355337 h 365728"/>
                <a:gd name="connsiteX2" fmla="*/ 755750 w 826442"/>
                <a:gd name="connsiteY2" fmla="*/ 365728 h 365728"/>
                <a:gd name="connsiteX3" fmla="*/ 786923 w 826442"/>
                <a:gd name="connsiteY3" fmla="*/ 33219 h 365728"/>
                <a:gd name="connsiteX4" fmla="*/ 103948 w 826442"/>
                <a:gd name="connsiteY4" fmla="*/ 41695 h 365728"/>
                <a:gd name="connsiteX0" fmla="*/ 103948 w 902203"/>
                <a:gd name="connsiteY0" fmla="*/ 41695 h 365759"/>
                <a:gd name="connsiteX1" fmla="*/ 43973 w 902203"/>
                <a:gd name="connsiteY1" fmla="*/ 355337 h 365759"/>
                <a:gd name="connsiteX2" fmla="*/ 755750 w 902203"/>
                <a:gd name="connsiteY2" fmla="*/ 365728 h 365759"/>
                <a:gd name="connsiteX3" fmla="*/ 786923 w 902203"/>
                <a:gd name="connsiteY3" fmla="*/ 33219 h 365759"/>
                <a:gd name="connsiteX4" fmla="*/ 103948 w 902203"/>
                <a:gd name="connsiteY4" fmla="*/ 41695 h 365759"/>
                <a:gd name="connsiteX0" fmla="*/ 103948 w 832807"/>
                <a:gd name="connsiteY0" fmla="*/ 41695 h 373309"/>
                <a:gd name="connsiteX1" fmla="*/ 43973 w 832807"/>
                <a:gd name="connsiteY1" fmla="*/ 355337 h 373309"/>
                <a:gd name="connsiteX2" fmla="*/ 755750 w 832807"/>
                <a:gd name="connsiteY2" fmla="*/ 365728 h 373309"/>
                <a:gd name="connsiteX3" fmla="*/ 786923 w 832807"/>
                <a:gd name="connsiteY3" fmla="*/ 33219 h 373309"/>
                <a:gd name="connsiteX4" fmla="*/ 103948 w 832807"/>
                <a:gd name="connsiteY4" fmla="*/ 41695 h 373309"/>
                <a:gd name="connsiteX0" fmla="*/ 103948 w 801014"/>
                <a:gd name="connsiteY0" fmla="*/ 51459 h 383073"/>
                <a:gd name="connsiteX1" fmla="*/ 43973 w 801014"/>
                <a:gd name="connsiteY1" fmla="*/ 365101 h 383073"/>
                <a:gd name="connsiteX2" fmla="*/ 755750 w 801014"/>
                <a:gd name="connsiteY2" fmla="*/ 375492 h 383073"/>
                <a:gd name="connsiteX3" fmla="*/ 786923 w 801014"/>
                <a:gd name="connsiteY3" fmla="*/ 42983 h 383073"/>
                <a:gd name="connsiteX4" fmla="*/ 103948 w 801014"/>
                <a:gd name="connsiteY4" fmla="*/ 51459 h 383073"/>
                <a:gd name="connsiteX0" fmla="*/ 121859 w 853921"/>
                <a:gd name="connsiteY0" fmla="*/ 29378 h 372549"/>
                <a:gd name="connsiteX1" fmla="*/ 61884 w 853921"/>
                <a:gd name="connsiteY1" fmla="*/ 343020 h 372549"/>
                <a:gd name="connsiteX2" fmla="*/ 773661 w 853921"/>
                <a:gd name="connsiteY2" fmla="*/ 353411 h 372549"/>
                <a:gd name="connsiteX3" fmla="*/ 812856 w 853921"/>
                <a:gd name="connsiteY3" fmla="*/ 61008 h 372549"/>
                <a:gd name="connsiteX4" fmla="*/ 121859 w 853921"/>
                <a:gd name="connsiteY4" fmla="*/ 29378 h 372549"/>
                <a:gd name="connsiteX0" fmla="*/ 121859 w 841754"/>
                <a:gd name="connsiteY0" fmla="*/ 29378 h 372549"/>
                <a:gd name="connsiteX1" fmla="*/ 61884 w 841754"/>
                <a:gd name="connsiteY1" fmla="*/ 343020 h 372549"/>
                <a:gd name="connsiteX2" fmla="*/ 773661 w 841754"/>
                <a:gd name="connsiteY2" fmla="*/ 353411 h 372549"/>
                <a:gd name="connsiteX3" fmla="*/ 812856 w 841754"/>
                <a:gd name="connsiteY3" fmla="*/ 61008 h 372549"/>
                <a:gd name="connsiteX4" fmla="*/ 121859 w 841754"/>
                <a:gd name="connsiteY4" fmla="*/ 29378 h 372549"/>
                <a:gd name="connsiteX0" fmla="*/ 121859 w 812868"/>
                <a:gd name="connsiteY0" fmla="*/ 29378 h 377863"/>
                <a:gd name="connsiteX1" fmla="*/ 61884 w 812868"/>
                <a:gd name="connsiteY1" fmla="*/ 343020 h 377863"/>
                <a:gd name="connsiteX2" fmla="*/ 773661 w 812868"/>
                <a:gd name="connsiteY2" fmla="*/ 353411 h 377863"/>
                <a:gd name="connsiteX3" fmla="*/ 812856 w 812868"/>
                <a:gd name="connsiteY3" fmla="*/ 61008 h 377863"/>
                <a:gd name="connsiteX4" fmla="*/ 121859 w 812868"/>
                <a:gd name="connsiteY4" fmla="*/ 29378 h 377863"/>
                <a:gd name="connsiteX0" fmla="*/ 178361 w 869370"/>
                <a:gd name="connsiteY0" fmla="*/ 29378 h 377863"/>
                <a:gd name="connsiteX1" fmla="*/ 118386 w 869370"/>
                <a:gd name="connsiteY1" fmla="*/ 343020 h 377863"/>
                <a:gd name="connsiteX2" fmla="*/ 830163 w 869370"/>
                <a:gd name="connsiteY2" fmla="*/ 353411 h 377863"/>
                <a:gd name="connsiteX3" fmla="*/ 869358 w 869370"/>
                <a:gd name="connsiteY3" fmla="*/ 61008 h 377863"/>
                <a:gd name="connsiteX4" fmla="*/ 178361 w 869370"/>
                <a:gd name="connsiteY4" fmla="*/ 29378 h 377863"/>
                <a:gd name="connsiteX0" fmla="*/ 81713 w 772722"/>
                <a:gd name="connsiteY0" fmla="*/ 29378 h 380401"/>
                <a:gd name="connsiteX1" fmla="*/ 21738 w 772722"/>
                <a:gd name="connsiteY1" fmla="*/ 343020 h 380401"/>
                <a:gd name="connsiteX2" fmla="*/ 733515 w 772722"/>
                <a:gd name="connsiteY2" fmla="*/ 353411 h 380401"/>
                <a:gd name="connsiteX3" fmla="*/ 772710 w 772722"/>
                <a:gd name="connsiteY3" fmla="*/ 61008 h 380401"/>
                <a:gd name="connsiteX4" fmla="*/ 81713 w 772722"/>
                <a:gd name="connsiteY4" fmla="*/ 29378 h 380401"/>
                <a:gd name="connsiteX0" fmla="*/ 81713 w 772736"/>
                <a:gd name="connsiteY0" fmla="*/ 29378 h 364363"/>
                <a:gd name="connsiteX1" fmla="*/ 21738 w 772736"/>
                <a:gd name="connsiteY1" fmla="*/ 343020 h 364363"/>
                <a:gd name="connsiteX2" fmla="*/ 733515 w 772736"/>
                <a:gd name="connsiteY2" fmla="*/ 353411 h 364363"/>
                <a:gd name="connsiteX3" fmla="*/ 772710 w 772736"/>
                <a:gd name="connsiteY3" fmla="*/ 61008 h 364363"/>
                <a:gd name="connsiteX4" fmla="*/ 81713 w 772736"/>
                <a:gd name="connsiteY4" fmla="*/ 29378 h 364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2736" h="364363">
                  <a:moveTo>
                    <a:pt x="81713" y="29378"/>
                  </a:moveTo>
                  <a:cubicBezTo>
                    <a:pt x="-43449" y="76380"/>
                    <a:pt x="9068" y="327524"/>
                    <a:pt x="21738" y="343020"/>
                  </a:cubicBezTo>
                  <a:cubicBezTo>
                    <a:pt x="34408" y="358516"/>
                    <a:pt x="696585" y="376349"/>
                    <a:pt x="733515" y="353411"/>
                  </a:cubicBezTo>
                  <a:cubicBezTo>
                    <a:pt x="770445" y="330473"/>
                    <a:pt x="773059" y="131055"/>
                    <a:pt x="772710" y="61008"/>
                  </a:cubicBezTo>
                  <a:cubicBezTo>
                    <a:pt x="772361" y="-9039"/>
                    <a:pt x="206875" y="-17624"/>
                    <a:pt x="81713" y="29378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任意多边形 46"/>
            <p:cNvSpPr/>
            <p:nvPr/>
          </p:nvSpPr>
          <p:spPr>
            <a:xfrm>
              <a:off x="9544050" y="4275858"/>
              <a:ext cx="846859" cy="420832"/>
            </a:xfrm>
            <a:custGeom>
              <a:avLst/>
              <a:gdLst>
                <a:gd name="connsiteX0" fmla="*/ 181841 w 893618"/>
                <a:gd name="connsiteY0" fmla="*/ 0 h 493568"/>
                <a:gd name="connsiteX1" fmla="*/ 0 w 893618"/>
                <a:gd name="connsiteY1" fmla="*/ 477982 h 493568"/>
                <a:gd name="connsiteX2" fmla="*/ 794905 w 893618"/>
                <a:gd name="connsiteY2" fmla="*/ 493568 h 493568"/>
                <a:gd name="connsiteX3" fmla="*/ 893618 w 893618"/>
                <a:gd name="connsiteY3" fmla="*/ 0 h 493568"/>
                <a:gd name="connsiteX0" fmla="*/ 150668 w 862445"/>
                <a:gd name="connsiteY0" fmla="*/ 0 h 493568"/>
                <a:gd name="connsiteX1" fmla="*/ 0 w 862445"/>
                <a:gd name="connsiteY1" fmla="*/ 405246 h 493568"/>
                <a:gd name="connsiteX2" fmla="*/ 763732 w 862445"/>
                <a:gd name="connsiteY2" fmla="*/ 493568 h 493568"/>
                <a:gd name="connsiteX3" fmla="*/ 862445 w 862445"/>
                <a:gd name="connsiteY3" fmla="*/ 0 h 493568"/>
                <a:gd name="connsiteX0" fmla="*/ 150668 w 862445"/>
                <a:gd name="connsiteY0" fmla="*/ 0 h 446809"/>
                <a:gd name="connsiteX1" fmla="*/ 0 w 862445"/>
                <a:gd name="connsiteY1" fmla="*/ 405246 h 446809"/>
                <a:gd name="connsiteX2" fmla="*/ 774123 w 862445"/>
                <a:gd name="connsiteY2" fmla="*/ 446809 h 446809"/>
                <a:gd name="connsiteX3" fmla="*/ 862445 w 862445"/>
                <a:gd name="connsiteY3" fmla="*/ 0 h 446809"/>
                <a:gd name="connsiteX0" fmla="*/ 150668 w 846859"/>
                <a:gd name="connsiteY0" fmla="*/ 0 h 446809"/>
                <a:gd name="connsiteX1" fmla="*/ 0 w 846859"/>
                <a:gd name="connsiteY1" fmla="*/ 405246 h 446809"/>
                <a:gd name="connsiteX2" fmla="*/ 774123 w 846859"/>
                <a:gd name="connsiteY2" fmla="*/ 446809 h 446809"/>
                <a:gd name="connsiteX3" fmla="*/ 846859 w 846859"/>
                <a:gd name="connsiteY3" fmla="*/ 0 h 446809"/>
                <a:gd name="connsiteX0" fmla="*/ 150668 w 846859"/>
                <a:gd name="connsiteY0" fmla="*/ 0 h 426027"/>
                <a:gd name="connsiteX1" fmla="*/ 0 w 846859"/>
                <a:gd name="connsiteY1" fmla="*/ 405246 h 426027"/>
                <a:gd name="connsiteX2" fmla="*/ 800101 w 846859"/>
                <a:gd name="connsiteY2" fmla="*/ 426027 h 426027"/>
                <a:gd name="connsiteX3" fmla="*/ 846859 w 846859"/>
                <a:gd name="connsiteY3" fmla="*/ 0 h 426027"/>
                <a:gd name="connsiteX0" fmla="*/ 150668 w 846859"/>
                <a:gd name="connsiteY0" fmla="*/ 0 h 426027"/>
                <a:gd name="connsiteX1" fmla="*/ 0 w 846859"/>
                <a:gd name="connsiteY1" fmla="*/ 405246 h 426027"/>
                <a:gd name="connsiteX2" fmla="*/ 800101 w 846859"/>
                <a:gd name="connsiteY2" fmla="*/ 426027 h 426027"/>
                <a:gd name="connsiteX3" fmla="*/ 794905 w 846859"/>
                <a:gd name="connsiteY3" fmla="*/ 228601 h 426027"/>
                <a:gd name="connsiteX4" fmla="*/ 846859 w 846859"/>
                <a:gd name="connsiteY4" fmla="*/ 0 h 426027"/>
                <a:gd name="connsiteX0" fmla="*/ 150668 w 846859"/>
                <a:gd name="connsiteY0" fmla="*/ 0 h 426027"/>
                <a:gd name="connsiteX1" fmla="*/ 57150 w 846859"/>
                <a:gd name="connsiteY1" fmla="*/ 187037 h 426027"/>
                <a:gd name="connsiteX2" fmla="*/ 0 w 846859"/>
                <a:gd name="connsiteY2" fmla="*/ 405246 h 426027"/>
                <a:gd name="connsiteX3" fmla="*/ 800101 w 846859"/>
                <a:gd name="connsiteY3" fmla="*/ 426027 h 426027"/>
                <a:gd name="connsiteX4" fmla="*/ 794905 w 846859"/>
                <a:gd name="connsiteY4" fmla="*/ 228601 h 426027"/>
                <a:gd name="connsiteX5" fmla="*/ 846859 w 846859"/>
                <a:gd name="connsiteY5" fmla="*/ 0 h 426027"/>
                <a:gd name="connsiteX0" fmla="*/ 150668 w 846859"/>
                <a:gd name="connsiteY0" fmla="*/ 0 h 426027"/>
                <a:gd name="connsiteX1" fmla="*/ 57150 w 846859"/>
                <a:gd name="connsiteY1" fmla="*/ 187037 h 426027"/>
                <a:gd name="connsiteX2" fmla="*/ 0 w 846859"/>
                <a:gd name="connsiteY2" fmla="*/ 363682 h 426027"/>
                <a:gd name="connsiteX3" fmla="*/ 800101 w 846859"/>
                <a:gd name="connsiteY3" fmla="*/ 426027 h 426027"/>
                <a:gd name="connsiteX4" fmla="*/ 794905 w 846859"/>
                <a:gd name="connsiteY4" fmla="*/ 228601 h 426027"/>
                <a:gd name="connsiteX5" fmla="*/ 846859 w 846859"/>
                <a:gd name="connsiteY5" fmla="*/ 0 h 426027"/>
                <a:gd name="connsiteX0" fmla="*/ 150668 w 846859"/>
                <a:gd name="connsiteY0" fmla="*/ 0 h 420832"/>
                <a:gd name="connsiteX1" fmla="*/ 57150 w 846859"/>
                <a:gd name="connsiteY1" fmla="*/ 187037 h 420832"/>
                <a:gd name="connsiteX2" fmla="*/ 0 w 846859"/>
                <a:gd name="connsiteY2" fmla="*/ 363682 h 420832"/>
                <a:gd name="connsiteX3" fmla="*/ 789711 w 846859"/>
                <a:gd name="connsiteY3" fmla="*/ 420832 h 420832"/>
                <a:gd name="connsiteX4" fmla="*/ 794905 w 846859"/>
                <a:gd name="connsiteY4" fmla="*/ 228601 h 420832"/>
                <a:gd name="connsiteX5" fmla="*/ 846859 w 846859"/>
                <a:gd name="connsiteY5" fmla="*/ 0 h 42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6859" h="420832">
                  <a:moveTo>
                    <a:pt x="150668" y="0"/>
                  </a:moveTo>
                  <a:cubicBezTo>
                    <a:pt x="124691" y="62346"/>
                    <a:pt x="83127" y="124691"/>
                    <a:pt x="57150" y="187037"/>
                  </a:cubicBezTo>
                  <a:lnTo>
                    <a:pt x="0" y="363682"/>
                  </a:lnTo>
                  <a:lnTo>
                    <a:pt x="789711" y="420832"/>
                  </a:lnTo>
                  <a:cubicBezTo>
                    <a:pt x="793174" y="355023"/>
                    <a:pt x="791442" y="294410"/>
                    <a:pt x="794905" y="228601"/>
                  </a:cubicBezTo>
                  <a:lnTo>
                    <a:pt x="846859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任意多边形 47"/>
            <p:cNvSpPr/>
            <p:nvPr/>
          </p:nvSpPr>
          <p:spPr>
            <a:xfrm>
              <a:off x="9299864" y="4482492"/>
              <a:ext cx="292858" cy="692181"/>
            </a:xfrm>
            <a:custGeom>
              <a:avLst/>
              <a:gdLst>
                <a:gd name="connsiteX0" fmla="*/ 316922 w 316922"/>
                <a:gd name="connsiteY0" fmla="*/ 0 h 696191"/>
                <a:gd name="connsiteX1" fmla="*/ 67541 w 316922"/>
                <a:gd name="connsiteY1" fmla="*/ 41563 h 696191"/>
                <a:gd name="connsiteX2" fmla="*/ 0 w 316922"/>
                <a:gd name="connsiteY2" fmla="*/ 665018 h 696191"/>
                <a:gd name="connsiteX3" fmla="*/ 0 w 316922"/>
                <a:gd name="connsiteY3" fmla="*/ 696191 h 696191"/>
                <a:gd name="connsiteX0" fmla="*/ 292858 w 292858"/>
                <a:gd name="connsiteY0" fmla="*/ 0 h 692181"/>
                <a:gd name="connsiteX1" fmla="*/ 67541 w 292858"/>
                <a:gd name="connsiteY1" fmla="*/ 37553 h 692181"/>
                <a:gd name="connsiteX2" fmla="*/ 0 w 292858"/>
                <a:gd name="connsiteY2" fmla="*/ 661008 h 692181"/>
                <a:gd name="connsiteX3" fmla="*/ 0 w 292858"/>
                <a:gd name="connsiteY3" fmla="*/ 692181 h 692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58" h="692181">
                  <a:moveTo>
                    <a:pt x="292858" y="0"/>
                  </a:moveTo>
                  <a:lnTo>
                    <a:pt x="67541" y="37553"/>
                  </a:lnTo>
                  <a:lnTo>
                    <a:pt x="0" y="661008"/>
                  </a:lnTo>
                  <a:lnTo>
                    <a:pt x="0" y="692181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任意多边形 48"/>
            <p:cNvSpPr/>
            <p:nvPr/>
          </p:nvSpPr>
          <p:spPr>
            <a:xfrm>
              <a:off x="9310256" y="4982441"/>
              <a:ext cx="358486" cy="109104"/>
            </a:xfrm>
            <a:custGeom>
              <a:avLst/>
              <a:gdLst>
                <a:gd name="connsiteX0" fmla="*/ 0 w 374073"/>
                <a:gd name="connsiteY0" fmla="*/ 109104 h 109104"/>
                <a:gd name="connsiteX1" fmla="*/ 296141 w 374073"/>
                <a:gd name="connsiteY1" fmla="*/ 0 h 109104"/>
                <a:gd name="connsiteX2" fmla="*/ 374073 w 374073"/>
                <a:gd name="connsiteY2" fmla="*/ 5195 h 109104"/>
                <a:gd name="connsiteX0" fmla="*/ 0 w 358486"/>
                <a:gd name="connsiteY0" fmla="*/ 109104 h 109104"/>
                <a:gd name="connsiteX1" fmla="*/ 280554 w 358486"/>
                <a:gd name="connsiteY1" fmla="*/ 0 h 109104"/>
                <a:gd name="connsiteX2" fmla="*/ 358486 w 358486"/>
                <a:gd name="connsiteY2" fmla="*/ 5195 h 109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8486" h="109104">
                  <a:moveTo>
                    <a:pt x="0" y="109104"/>
                  </a:moveTo>
                  <a:lnTo>
                    <a:pt x="280554" y="0"/>
                  </a:lnTo>
                  <a:lnTo>
                    <a:pt x="358486" y="5195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任意多边形 49"/>
            <p:cNvSpPr/>
            <p:nvPr/>
          </p:nvSpPr>
          <p:spPr>
            <a:xfrm>
              <a:off x="10115550" y="4540827"/>
              <a:ext cx="62345" cy="711778"/>
            </a:xfrm>
            <a:custGeom>
              <a:avLst/>
              <a:gdLst>
                <a:gd name="connsiteX0" fmla="*/ 62345 w 62345"/>
                <a:gd name="connsiteY0" fmla="*/ 0 h 711778"/>
                <a:gd name="connsiteX1" fmla="*/ 0 w 62345"/>
                <a:gd name="connsiteY1" fmla="*/ 711778 h 711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2345" h="711778">
                  <a:moveTo>
                    <a:pt x="62345" y="0"/>
                  </a:moveTo>
                  <a:lnTo>
                    <a:pt x="0" y="711778"/>
                  </a:lnTo>
                </a:path>
              </a:pathLst>
            </a:custGeom>
            <a:noFill/>
            <a:ln>
              <a:solidFill>
                <a:schemeClr val="tx1">
                  <a:alpha val="99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任意多边形 50"/>
            <p:cNvSpPr/>
            <p:nvPr/>
          </p:nvSpPr>
          <p:spPr>
            <a:xfrm>
              <a:off x="10172700" y="4478482"/>
              <a:ext cx="353291" cy="83127"/>
            </a:xfrm>
            <a:custGeom>
              <a:avLst/>
              <a:gdLst>
                <a:gd name="connsiteX0" fmla="*/ 0 w 353291"/>
                <a:gd name="connsiteY0" fmla="*/ 83127 h 83127"/>
                <a:gd name="connsiteX1" fmla="*/ 353291 w 353291"/>
                <a:gd name="connsiteY1" fmla="*/ 25977 h 83127"/>
                <a:gd name="connsiteX2" fmla="*/ 353291 w 353291"/>
                <a:gd name="connsiteY2" fmla="*/ 0 h 83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3291" h="83127">
                  <a:moveTo>
                    <a:pt x="0" y="83127"/>
                  </a:moveTo>
                  <a:lnTo>
                    <a:pt x="353291" y="25977"/>
                  </a:lnTo>
                  <a:lnTo>
                    <a:pt x="353291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任意多边形 51"/>
            <p:cNvSpPr/>
            <p:nvPr/>
          </p:nvSpPr>
          <p:spPr>
            <a:xfrm>
              <a:off x="9632373" y="5008418"/>
              <a:ext cx="758536" cy="51955"/>
            </a:xfrm>
            <a:custGeom>
              <a:avLst/>
              <a:gdLst>
                <a:gd name="connsiteX0" fmla="*/ 0 w 758536"/>
                <a:gd name="connsiteY0" fmla="*/ 0 h 51955"/>
                <a:gd name="connsiteX1" fmla="*/ 758536 w 758536"/>
                <a:gd name="connsiteY1" fmla="*/ 51955 h 5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58536" h="51955">
                  <a:moveTo>
                    <a:pt x="0" y="0"/>
                  </a:moveTo>
                  <a:lnTo>
                    <a:pt x="758536" y="51955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任意多边形 52"/>
            <p:cNvSpPr/>
            <p:nvPr/>
          </p:nvSpPr>
          <p:spPr>
            <a:xfrm>
              <a:off x="9310255" y="4987636"/>
              <a:ext cx="337704" cy="145473"/>
            </a:xfrm>
            <a:custGeom>
              <a:avLst/>
              <a:gdLst>
                <a:gd name="connsiteX0" fmla="*/ 0 w 337704"/>
                <a:gd name="connsiteY0" fmla="*/ 145473 h 145473"/>
                <a:gd name="connsiteX1" fmla="*/ 337704 w 337704"/>
                <a:gd name="connsiteY1" fmla="*/ 0 h 145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7704" h="145473">
                  <a:moveTo>
                    <a:pt x="0" y="145473"/>
                  </a:moveTo>
                  <a:lnTo>
                    <a:pt x="337704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任意多边形 53"/>
            <p:cNvSpPr/>
            <p:nvPr/>
          </p:nvSpPr>
          <p:spPr>
            <a:xfrm>
              <a:off x="9341427" y="4888923"/>
              <a:ext cx="722168" cy="72736"/>
            </a:xfrm>
            <a:custGeom>
              <a:avLst/>
              <a:gdLst>
                <a:gd name="connsiteX0" fmla="*/ 0 w 722168"/>
                <a:gd name="connsiteY0" fmla="*/ 0 h 72736"/>
                <a:gd name="connsiteX1" fmla="*/ 722168 w 722168"/>
                <a:gd name="connsiteY1" fmla="*/ 72736 h 72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2168" h="72736">
                  <a:moveTo>
                    <a:pt x="0" y="0"/>
                  </a:moveTo>
                  <a:lnTo>
                    <a:pt x="722168" y="72736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任意多边形 54"/>
            <p:cNvSpPr/>
            <p:nvPr/>
          </p:nvSpPr>
          <p:spPr>
            <a:xfrm>
              <a:off x="9351818" y="4805795"/>
              <a:ext cx="722168" cy="67541"/>
            </a:xfrm>
            <a:custGeom>
              <a:avLst/>
              <a:gdLst>
                <a:gd name="connsiteX0" fmla="*/ 0 w 722168"/>
                <a:gd name="connsiteY0" fmla="*/ 0 h 67541"/>
                <a:gd name="connsiteX1" fmla="*/ 722168 w 722168"/>
                <a:gd name="connsiteY1" fmla="*/ 67541 h 67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2168" h="67541">
                  <a:moveTo>
                    <a:pt x="0" y="0"/>
                  </a:moveTo>
                  <a:lnTo>
                    <a:pt x="722168" y="67541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任意多边形 55"/>
            <p:cNvSpPr/>
            <p:nvPr/>
          </p:nvSpPr>
          <p:spPr>
            <a:xfrm>
              <a:off x="9288509" y="4688819"/>
              <a:ext cx="785477" cy="122171"/>
            </a:xfrm>
            <a:custGeom>
              <a:avLst/>
              <a:gdLst>
                <a:gd name="connsiteX0" fmla="*/ 0 w 784513"/>
                <a:gd name="connsiteY0" fmla="*/ 0 h 124691"/>
                <a:gd name="connsiteX1" fmla="*/ 384463 w 784513"/>
                <a:gd name="connsiteY1" fmla="*/ 124691 h 124691"/>
                <a:gd name="connsiteX2" fmla="*/ 784513 w 784513"/>
                <a:gd name="connsiteY2" fmla="*/ 93519 h 124691"/>
                <a:gd name="connsiteX3" fmla="*/ 779318 w 784513"/>
                <a:gd name="connsiteY3" fmla="*/ 36369 h 124691"/>
                <a:gd name="connsiteX4" fmla="*/ 290945 w 784513"/>
                <a:gd name="connsiteY4" fmla="*/ 36369 h 124691"/>
                <a:gd name="connsiteX5" fmla="*/ 0 w 784513"/>
                <a:gd name="connsiteY5" fmla="*/ 0 h 124691"/>
                <a:gd name="connsiteX0" fmla="*/ 0 w 784513"/>
                <a:gd name="connsiteY0" fmla="*/ 0 h 128863"/>
                <a:gd name="connsiteX1" fmla="*/ 384463 w 784513"/>
                <a:gd name="connsiteY1" fmla="*/ 124691 h 128863"/>
                <a:gd name="connsiteX2" fmla="*/ 784513 w 784513"/>
                <a:gd name="connsiteY2" fmla="*/ 93519 h 128863"/>
                <a:gd name="connsiteX3" fmla="*/ 779318 w 784513"/>
                <a:gd name="connsiteY3" fmla="*/ 36369 h 128863"/>
                <a:gd name="connsiteX4" fmla="*/ 290945 w 784513"/>
                <a:gd name="connsiteY4" fmla="*/ 36369 h 128863"/>
                <a:gd name="connsiteX5" fmla="*/ 0 w 784513"/>
                <a:gd name="connsiteY5" fmla="*/ 0 h 128863"/>
                <a:gd name="connsiteX0" fmla="*/ 0 w 784513"/>
                <a:gd name="connsiteY0" fmla="*/ 0 h 115406"/>
                <a:gd name="connsiteX1" fmla="*/ 384463 w 784513"/>
                <a:gd name="connsiteY1" fmla="*/ 109105 h 115406"/>
                <a:gd name="connsiteX2" fmla="*/ 784513 w 784513"/>
                <a:gd name="connsiteY2" fmla="*/ 93519 h 115406"/>
                <a:gd name="connsiteX3" fmla="*/ 779318 w 784513"/>
                <a:gd name="connsiteY3" fmla="*/ 36369 h 115406"/>
                <a:gd name="connsiteX4" fmla="*/ 290945 w 784513"/>
                <a:gd name="connsiteY4" fmla="*/ 36369 h 115406"/>
                <a:gd name="connsiteX5" fmla="*/ 0 w 784513"/>
                <a:gd name="connsiteY5" fmla="*/ 0 h 115406"/>
                <a:gd name="connsiteX0" fmla="*/ 0 w 784513"/>
                <a:gd name="connsiteY0" fmla="*/ 0 h 109105"/>
                <a:gd name="connsiteX1" fmla="*/ 384463 w 784513"/>
                <a:gd name="connsiteY1" fmla="*/ 109105 h 109105"/>
                <a:gd name="connsiteX2" fmla="*/ 784513 w 784513"/>
                <a:gd name="connsiteY2" fmla="*/ 93519 h 109105"/>
                <a:gd name="connsiteX3" fmla="*/ 779318 w 784513"/>
                <a:gd name="connsiteY3" fmla="*/ 36369 h 109105"/>
                <a:gd name="connsiteX4" fmla="*/ 290945 w 784513"/>
                <a:gd name="connsiteY4" fmla="*/ 36369 h 109105"/>
                <a:gd name="connsiteX5" fmla="*/ 0 w 784513"/>
                <a:gd name="connsiteY5" fmla="*/ 0 h 109105"/>
                <a:gd name="connsiteX0" fmla="*/ 0 w 784513"/>
                <a:gd name="connsiteY0" fmla="*/ 0 h 119496"/>
                <a:gd name="connsiteX1" fmla="*/ 384463 w 784513"/>
                <a:gd name="connsiteY1" fmla="*/ 119496 h 119496"/>
                <a:gd name="connsiteX2" fmla="*/ 784513 w 784513"/>
                <a:gd name="connsiteY2" fmla="*/ 93519 h 119496"/>
                <a:gd name="connsiteX3" fmla="*/ 779318 w 784513"/>
                <a:gd name="connsiteY3" fmla="*/ 36369 h 119496"/>
                <a:gd name="connsiteX4" fmla="*/ 290945 w 784513"/>
                <a:gd name="connsiteY4" fmla="*/ 36369 h 119496"/>
                <a:gd name="connsiteX5" fmla="*/ 0 w 784513"/>
                <a:gd name="connsiteY5" fmla="*/ 0 h 119496"/>
                <a:gd name="connsiteX0" fmla="*/ 964 w 785477"/>
                <a:gd name="connsiteY0" fmla="*/ 2675 h 122171"/>
                <a:gd name="connsiteX1" fmla="*/ 385427 w 785477"/>
                <a:gd name="connsiteY1" fmla="*/ 122171 h 122171"/>
                <a:gd name="connsiteX2" fmla="*/ 785477 w 785477"/>
                <a:gd name="connsiteY2" fmla="*/ 96194 h 122171"/>
                <a:gd name="connsiteX3" fmla="*/ 780282 w 785477"/>
                <a:gd name="connsiteY3" fmla="*/ 39044 h 122171"/>
                <a:gd name="connsiteX4" fmla="*/ 291909 w 785477"/>
                <a:gd name="connsiteY4" fmla="*/ 39044 h 122171"/>
                <a:gd name="connsiteX5" fmla="*/ 964 w 785477"/>
                <a:gd name="connsiteY5" fmla="*/ 2675 h 122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5477" h="122171">
                  <a:moveTo>
                    <a:pt x="964" y="2675"/>
                  </a:moveTo>
                  <a:cubicBezTo>
                    <a:pt x="16550" y="17395"/>
                    <a:pt x="265066" y="122172"/>
                    <a:pt x="385427" y="122171"/>
                  </a:cubicBezTo>
                  <a:cubicBezTo>
                    <a:pt x="505788" y="122170"/>
                    <a:pt x="719668" y="110914"/>
                    <a:pt x="785477" y="96194"/>
                  </a:cubicBezTo>
                  <a:lnTo>
                    <a:pt x="780282" y="39044"/>
                  </a:lnTo>
                  <a:cubicBezTo>
                    <a:pt x="698021" y="29519"/>
                    <a:pt x="421795" y="45105"/>
                    <a:pt x="291909" y="39044"/>
                  </a:cubicBezTo>
                  <a:cubicBezTo>
                    <a:pt x="162023" y="32983"/>
                    <a:pt x="-14622" y="-11179"/>
                    <a:pt x="964" y="2675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任意多边形 56"/>
            <p:cNvSpPr/>
            <p:nvPr/>
          </p:nvSpPr>
          <p:spPr>
            <a:xfrm>
              <a:off x="9268691" y="4634345"/>
              <a:ext cx="815687" cy="51955"/>
            </a:xfrm>
            <a:custGeom>
              <a:avLst/>
              <a:gdLst>
                <a:gd name="connsiteX0" fmla="*/ 0 w 810491"/>
                <a:gd name="connsiteY0" fmla="*/ 51955 h 51955"/>
                <a:gd name="connsiteX1" fmla="*/ 83127 w 810491"/>
                <a:gd name="connsiteY1" fmla="*/ 0 h 51955"/>
                <a:gd name="connsiteX2" fmla="*/ 810491 w 810491"/>
                <a:gd name="connsiteY2" fmla="*/ 31173 h 51955"/>
                <a:gd name="connsiteX0" fmla="*/ 0 w 815687"/>
                <a:gd name="connsiteY0" fmla="*/ 51955 h 51955"/>
                <a:gd name="connsiteX1" fmla="*/ 83127 w 815687"/>
                <a:gd name="connsiteY1" fmla="*/ 0 h 51955"/>
                <a:gd name="connsiteX2" fmla="*/ 815687 w 815687"/>
                <a:gd name="connsiteY2" fmla="*/ 36368 h 5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15687" h="51955">
                  <a:moveTo>
                    <a:pt x="0" y="51955"/>
                  </a:moveTo>
                  <a:lnTo>
                    <a:pt x="83127" y="0"/>
                  </a:lnTo>
                  <a:lnTo>
                    <a:pt x="815687" y="36368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任意多边形 57"/>
            <p:cNvSpPr/>
            <p:nvPr/>
          </p:nvSpPr>
          <p:spPr>
            <a:xfrm>
              <a:off x="10151917" y="4691495"/>
              <a:ext cx="186938" cy="93519"/>
            </a:xfrm>
            <a:custGeom>
              <a:avLst/>
              <a:gdLst>
                <a:gd name="connsiteX0" fmla="*/ 0 w 207818"/>
                <a:gd name="connsiteY0" fmla="*/ 103909 h 103909"/>
                <a:gd name="connsiteX1" fmla="*/ 202623 w 207818"/>
                <a:gd name="connsiteY1" fmla="*/ 93518 h 103909"/>
                <a:gd name="connsiteX2" fmla="*/ 207818 w 207818"/>
                <a:gd name="connsiteY2" fmla="*/ 0 h 103909"/>
                <a:gd name="connsiteX3" fmla="*/ 155864 w 207818"/>
                <a:gd name="connsiteY3" fmla="*/ 41563 h 103909"/>
                <a:gd name="connsiteX4" fmla="*/ 10391 w 207818"/>
                <a:gd name="connsiteY4" fmla="*/ 51954 h 103909"/>
                <a:gd name="connsiteX0" fmla="*/ 0 w 202623"/>
                <a:gd name="connsiteY0" fmla="*/ 93519 h 93519"/>
                <a:gd name="connsiteX1" fmla="*/ 202623 w 202623"/>
                <a:gd name="connsiteY1" fmla="*/ 83128 h 93519"/>
                <a:gd name="connsiteX2" fmla="*/ 176646 w 202623"/>
                <a:gd name="connsiteY2" fmla="*/ 0 h 93519"/>
                <a:gd name="connsiteX3" fmla="*/ 155864 w 202623"/>
                <a:gd name="connsiteY3" fmla="*/ 31173 h 93519"/>
                <a:gd name="connsiteX4" fmla="*/ 10391 w 202623"/>
                <a:gd name="connsiteY4" fmla="*/ 41564 h 93519"/>
                <a:gd name="connsiteX0" fmla="*/ 0 w 212129"/>
                <a:gd name="connsiteY0" fmla="*/ 93519 h 93519"/>
                <a:gd name="connsiteX1" fmla="*/ 202623 w 212129"/>
                <a:gd name="connsiteY1" fmla="*/ 83128 h 93519"/>
                <a:gd name="connsiteX2" fmla="*/ 176646 w 212129"/>
                <a:gd name="connsiteY2" fmla="*/ 0 h 93519"/>
                <a:gd name="connsiteX3" fmla="*/ 155864 w 212129"/>
                <a:gd name="connsiteY3" fmla="*/ 31173 h 93519"/>
                <a:gd name="connsiteX4" fmla="*/ 10391 w 212129"/>
                <a:gd name="connsiteY4" fmla="*/ 41564 h 93519"/>
                <a:gd name="connsiteX0" fmla="*/ 0 w 195850"/>
                <a:gd name="connsiteY0" fmla="*/ 93519 h 93519"/>
                <a:gd name="connsiteX1" fmla="*/ 182570 w 195850"/>
                <a:gd name="connsiteY1" fmla="*/ 83128 h 93519"/>
                <a:gd name="connsiteX2" fmla="*/ 176646 w 195850"/>
                <a:gd name="connsiteY2" fmla="*/ 0 h 93519"/>
                <a:gd name="connsiteX3" fmla="*/ 155864 w 195850"/>
                <a:gd name="connsiteY3" fmla="*/ 31173 h 93519"/>
                <a:gd name="connsiteX4" fmla="*/ 10391 w 195850"/>
                <a:gd name="connsiteY4" fmla="*/ 41564 h 93519"/>
                <a:gd name="connsiteX0" fmla="*/ 0 w 186938"/>
                <a:gd name="connsiteY0" fmla="*/ 93519 h 93519"/>
                <a:gd name="connsiteX1" fmla="*/ 182570 w 186938"/>
                <a:gd name="connsiteY1" fmla="*/ 83128 h 93519"/>
                <a:gd name="connsiteX2" fmla="*/ 176646 w 186938"/>
                <a:gd name="connsiteY2" fmla="*/ 0 h 93519"/>
                <a:gd name="connsiteX3" fmla="*/ 155864 w 186938"/>
                <a:gd name="connsiteY3" fmla="*/ 31173 h 93519"/>
                <a:gd name="connsiteX4" fmla="*/ 10391 w 186938"/>
                <a:gd name="connsiteY4" fmla="*/ 41564 h 93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6938" h="93519">
                  <a:moveTo>
                    <a:pt x="0" y="93519"/>
                  </a:moveTo>
                  <a:cubicBezTo>
                    <a:pt x="67541" y="90055"/>
                    <a:pt x="173182" y="90693"/>
                    <a:pt x="182570" y="83128"/>
                  </a:cubicBezTo>
                  <a:cubicBezTo>
                    <a:pt x="191958" y="75563"/>
                    <a:pt x="184439" y="8659"/>
                    <a:pt x="176646" y="0"/>
                  </a:cubicBezTo>
                  <a:lnTo>
                    <a:pt x="155864" y="31173"/>
                  </a:lnTo>
                  <a:lnTo>
                    <a:pt x="10391" y="41564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任意多边形 58"/>
            <p:cNvSpPr/>
            <p:nvPr/>
          </p:nvSpPr>
          <p:spPr>
            <a:xfrm>
              <a:off x="9221932" y="4468092"/>
              <a:ext cx="1257300" cy="869828"/>
            </a:xfrm>
            <a:custGeom>
              <a:avLst/>
              <a:gdLst>
                <a:gd name="connsiteX0" fmla="*/ 394854 w 1257300"/>
                <a:gd name="connsiteY0" fmla="*/ 0 h 852054"/>
                <a:gd name="connsiteX1" fmla="*/ 72736 w 1257300"/>
                <a:gd name="connsiteY1" fmla="*/ 10391 h 852054"/>
                <a:gd name="connsiteX2" fmla="*/ 0 w 1257300"/>
                <a:gd name="connsiteY2" fmla="*/ 670214 h 852054"/>
                <a:gd name="connsiteX3" fmla="*/ 77932 w 1257300"/>
                <a:gd name="connsiteY3" fmla="*/ 701386 h 852054"/>
                <a:gd name="connsiteX4" fmla="*/ 436418 w 1257300"/>
                <a:gd name="connsiteY4" fmla="*/ 524741 h 852054"/>
                <a:gd name="connsiteX5" fmla="*/ 1189759 w 1257300"/>
                <a:gd name="connsiteY5" fmla="*/ 571500 h 852054"/>
                <a:gd name="connsiteX6" fmla="*/ 872836 w 1257300"/>
                <a:gd name="connsiteY6" fmla="*/ 794904 h 852054"/>
                <a:gd name="connsiteX7" fmla="*/ 940377 w 1257300"/>
                <a:gd name="connsiteY7" fmla="*/ 72736 h 852054"/>
                <a:gd name="connsiteX8" fmla="*/ 1257300 w 1257300"/>
                <a:gd name="connsiteY8" fmla="*/ 20782 h 852054"/>
                <a:gd name="connsiteX9" fmla="*/ 1137804 w 1257300"/>
                <a:gd name="connsiteY9" fmla="*/ 20782 h 852054"/>
                <a:gd name="connsiteX10" fmla="*/ 872836 w 1257300"/>
                <a:gd name="connsiteY10" fmla="*/ 46759 h 852054"/>
                <a:gd name="connsiteX11" fmla="*/ 800100 w 1257300"/>
                <a:gd name="connsiteY11" fmla="*/ 846859 h 852054"/>
                <a:gd name="connsiteX12" fmla="*/ 909204 w 1257300"/>
                <a:gd name="connsiteY12" fmla="*/ 852054 h 852054"/>
                <a:gd name="connsiteX13" fmla="*/ 1252104 w 1257300"/>
                <a:gd name="connsiteY13" fmla="*/ 587086 h 852054"/>
                <a:gd name="connsiteX14" fmla="*/ 1174173 w 1257300"/>
                <a:gd name="connsiteY14" fmla="*/ 566304 h 852054"/>
                <a:gd name="connsiteX0" fmla="*/ 394854 w 1257300"/>
                <a:gd name="connsiteY0" fmla="*/ 0 h 919138"/>
                <a:gd name="connsiteX1" fmla="*/ 72736 w 1257300"/>
                <a:gd name="connsiteY1" fmla="*/ 10391 h 919138"/>
                <a:gd name="connsiteX2" fmla="*/ 0 w 1257300"/>
                <a:gd name="connsiteY2" fmla="*/ 670214 h 919138"/>
                <a:gd name="connsiteX3" fmla="*/ 77932 w 1257300"/>
                <a:gd name="connsiteY3" fmla="*/ 701386 h 919138"/>
                <a:gd name="connsiteX4" fmla="*/ 436418 w 1257300"/>
                <a:gd name="connsiteY4" fmla="*/ 524741 h 919138"/>
                <a:gd name="connsiteX5" fmla="*/ 1189759 w 1257300"/>
                <a:gd name="connsiteY5" fmla="*/ 571500 h 919138"/>
                <a:gd name="connsiteX6" fmla="*/ 872836 w 1257300"/>
                <a:gd name="connsiteY6" fmla="*/ 794904 h 919138"/>
                <a:gd name="connsiteX7" fmla="*/ 940377 w 1257300"/>
                <a:gd name="connsiteY7" fmla="*/ 72736 h 919138"/>
                <a:gd name="connsiteX8" fmla="*/ 1257300 w 1257300"/>
                <a:gd name="connsiteY8" fmla="*/ 20782 h 919138"/>
                <a:gd name="connsiteX9" fmla="*/ 1137804 w 1257300"/>
                <a:gd name="connsiteY9" fmla="*/ 20782 h 919138"/>
                <a:gd name="connsiteX10" fmla="*/ 872836 w 1257300"/>
                <a:gd name="connsiteY10" fmla="*/ 46759 h 919138"/>
                <a:gd name="connsiteX11" fmla="*/ 800100 w 1257300"/>
                <a:gd name="connsiteY11" fmla="*/ 846859 h 919138"/>
                <a:gd name="connsiteX12" fmla="*/ 909204 w 1257300"/>
                <a:gd name="connsiteY12" fmla="*/ 852054 h 919138"/>
                <a:gd name="connsiteX13" fmla="*/ 1252104 w 1257300"/>
                <a:gd name="connsiteY13" fmla="*/ 587086 h 919138"/>
                <a:gd name="connsiteX14" fmla="*/ 1174173 w 1257300"/>
                <a:gd name="connsiteY14" fmla="*/ 566304 h 919138"/>
                <a:gd name="connsiteX0" fmla="*/ 394854 w 1257300"/>
                <a:gd name="connsiteY0" fmla="*/ 0 h 874202"/>
                <a:gd name="connsiteX1" fmla="*/ 72736 w 1257300"/>
                <a:gd name="connsiteY1" fmla="*/ 10391 h 874202"/>
                <a:gd name="connsiteX2" fmla="*/ 0 w 1257300"/>
                <a:gd name="connsiteY2" fmla="*/ 670214 h 874202"/>
                <a:gd name="connsiteX3" fmla="*/ 77932 w 1257300"/>
                <a:gd name="connsiteY3" fmla="*/ 701386 h 874202"/>
                <a:gd name="connsiteX4" fmla="*/ 436418 w 1257300"/>
                <a:gd name="connsiteY4" fmla="*/ 524741 h 874202"/>
                <a:gd name="connsiteX5" fmla="*/ 1189759 w 1257300"/>
                <a:gd name="connsiteY5" fmla="*/ 571500 h 874202"/>
                <a:gd name="connsiteX6" fmla="*/ 872836 w 1257300"/>
                <a:gd name="connsiteY6" fmla="*/ 794904 h 874202"/>
                <a:gd name="connsiteX7" fmla="*/ 940377 w 1257300"/>
                <a:gd name="connsiteY7" fmla="*/ 72736 h 874202"/>
                <a:gd name="connsiteX8" fmla="*/ 1257300 w 1257300"/>
                <a:gd name="connsiteY8" fmla="*/ 20782 h 874202"/>
                <a:gd name="connsiteX9" fmla="*/ 1137804 w 1257300"/>
                <a:gd name="connsiteY9" fmla="*/ 20782 h 874202"/>
                <a:gd name="connsiteX10" fmla="*/ 872836 w 1257300"/>
                <a:gd name="connsiteY10" fmla="*/ 46759 h 874202"/>
                <a:gd name="connsiteX11" fmla="*/ 800100 w 1257300"/>
                <a:gd name="connsiteY11" fmla="*/ 748146 h 874202"/>
                <a:gd name="connsiteX12" fmla="*/ 909204 w 1257300"/>
                <a:gd name="connsiteY12" fmla="*/ 852054 h 874202"/>
                <a:gd name="connsiteX13" fmla="*/ 1252104 w 1257300"/>
                <a:gd name="connsiteY13" fmla="*/ 587086 h 874202"/>
                <a:gd name="connsiteX14" fmla="*/ 1174173 w 1257300"/>
                <a:gd name="connsiteY14" fmla="*/ 566304 h 874202"/>
                <a:gd name="connsiteX0" fmla="*/ 394854 w 1257300"/>
                <a:gd name="connsiteY0" fmla="*/ 0 h 874202"/>
                <a:gd name="connsiteX1" fmla="*/ 72736 w 1257300"/>
                <a:gd name="connsiteY1" fmla="*/ 10391 h 874202"/>
                <a:gd name="connsiteX2" fmla="*/ 0 w 1257300"/>
                <a:gd name="connsiteY2" fmla="*/ 670214 h 874202"/>
                <a:gd name="connsiteX3" fmla="*/ 77932 w 1257300"/>
                <a:gd name="connsiteY3" fmla="*/ 701386 h 874202"/>
                <a:gd name="connsiteX4" fmla="*/ 436418 w 1257300"/>
                <a:gd name="connsiteY4" fmla="*/ 524741 h 874202"/>
                <a:gd name="connsiteX5" fmla="*/ 1189759 w 1257300"/>
                <a:gd name="connsiteY5" fmla="*/ 571500 h 874202"/>
                <a:gd name="connsiteX6" fmla="*/ 872836 w 1257300"/>
                <a:gd name="connsiteY6" fmla="*/ 794904 h 874202"/>
                <a:gd name="connsiteX7" fmla="*/ 940377 w 1257300"/>
                <a:gd name="connsiteY7" fmla="*/ 72736 h 874202"/>
                <a:gd name="connsiteX8" fmla="*/ 1257300 w 1257300"/>
                <a:gd name="connsiteY8" fmla="*/ 20782 h 874202"/>
                <a:gd name="connsiteX9" fmla="*/ 1137804 w 1257300"/>
                <a:gd name="connsiteY9" fmla="*/ 20782 h 874202"/>
                <a:gd name="connsiteX10" fmla="*/ 872836 w 1257300"/>
                <a:gd name="connsiteY10" fmla="*/ 46759 h 874202"/>
                <a:gd name="connsiteX11" fmla="*/ 800100 w 1257300"/>
                <a:gd name="connsiteY11" fmla="*/ 748146 h 874202"/>
                <a:gd name="connsiteX12" fmla="*/ 909204 w 1257300"/>
                <a:gd name="connsiteY12" fmla="*/ 852054 h 874202"/>
                <a:gd name="connsiteX13" fmla="*/ 1252104 w 1257300"/>
                <a:gd name="connsiteY13" fmla="*/ 587086 h 874202"/>
                <a:gd name="connsiteX14" fmla="*/ 1174173 w 1257300"/>
                <a:gd name="connsiteY14" fmla="*/ 566304 h 874202"/>
                <a:gd name="connsiteX0" fmla="*/ 394854 w 1257300"/>
                <a:gd name="connsiteY0" fmla="*/ 0 h 919138"/>
                <a:gd name="connsiteX1" fmla="*/ 72736 w 1257300"/>
                <a:gd name="connsiteY1" fmla="*/ 10391 h 919138"/>
                <a:gd name="connsiteX2" fmla="*/ 0 w 1257300"/>
                <a:gd name="connsiteY2" fmla="*/ 670214 h 919138"/>
                <a:gd name="connsiteX3" fmla="*/ 77932 w 1257300"/>
                <a:gd name="connsiteY3" fmla="*/ 701386 h 919138"/>
                <a:gd name="connsiteX4" fmla="*/ 436418 w 1257300"/>
                <a:gd name="connsiteY4" fmla="*/ 524741 h 919138"/>
                <a:gd name="connsiteX5" fmla="*/ 1189759 w 1257300"/>
                <a:gd name="connsiteY5" fmla="*/ 571500 h 919138"/>
                <a:gd name="connsiteX6" fmla="*/ 872836 w 1257300"/>
                <a:gd name="connsiteY6" fmla="*/ 794904 h 919138"/>
                <a:gd name="connsiteX7" fmla="*/ 940377 w 1257300"/>
                <a:gd name="connsiteY7" fmla="*/ 72736 h 919138"/>
                <a:gd name="connsiteX8" fmla="*/ 1257300 w 1257300"/>
                <a:gd name="connsiteY8" fmla="*/ 20782 h 919138"/>
                <a:gd name="connsiteX9" fmla="*/ 1137804 w 1257300"/>
                <a:gd name="connsiteY9" fmla="*/ 20782 h 919138"/>
                <a:gd name="connsiteX10" fmla="*/ 872836 w 1257300"/>
                <a:gd name="connsiteY10" fmla="*/ 46759 h 919138"/>
                <a:gd name="connsiteX11" fmla="*/ 789709 w 1257300"/>
                <a:gd name="connsiteY11" fmla="*/ 846860 h 919138"/>
                <a:gd name="connsiteX12" fmla="*/ 909204 w 1257300"/>
                <a:gd name="connsiteY12" fmla="*/ 852054 h 919138"/>
                <a:gd name="connsiteX13" fmla="*/ 1252104 w 1257300"/>
                <a:gd name="connsiteY13" fmla="*/ 587086 h 919138"/>
                <a:gd name="connsiteX14" fmla="*/ 1174173 w 1257300"/>
                <a:gd name="connsiteY14" fmla="*/ 566304 h 919138"/>
                <a:gd name="connsiteX0" fmla="*/ 394854 w 1257300"/>
                <a:gd name="connsiteY0" fmla="*/ 0 h 870924"/>
                <a:gd name="connsiteX1" fmla="*/ 72736 w 1257300"/>
                <a:gd name="connsiteY1" fmla="*/ 10391 h 870924"/>
                <a:gd name="connsiteX2" fmla="*/ 0 w 1257300"/>
                <a:gd name="connsiteY2" fmla="*/ 670214 h 870924"/>
                <a:gd name="connsiteX3" fmla="*/ 77932 w 1257300"/>
                <a:gd name="connsiteY3" fmla="*/ 701386 h 870924"/>
                <a:gd name="connsiteX4" fmla="*/ 436418 w 1257300"/>
                <a:gd name="connsiteY4" fmla="*/ 524741 h 870924"/>
                <a:gd name="connsiteX5" fmla="*/ 1189759 w 1257300"/>
                <a:gd name="connsiteY5" fmla="*/ 571500 h 870924"/>
                <a:gd name="connsiteX6" fmla="*/ 872836 w 1257300"/>
                <a:gd name="connsiteY6" fmla="*/ 794904 h 870924"/>
                <a:gd name="connsiteX7" fmla="*/ 940377 w 1257300"/>
                <a:gd name="connsiteY7" fmla="*/ 72736 h 870924"/>
                <a:gd name="connsiteX8" fmla="*/ 1257300 w 1257300"/>
                <a:gd name="connsiteY8" fmla="*/ 20782 h 870924"/>
                <a:gd name="connsiteX9" fmla="*/ 1137804 w 1257300"/>
                <a:gd name="connsiteY9" fmla="*/ 20782 h 870924"/>
                <a:gd name="connsiteX10" fmla="*/ 872836 w 1257300"/>
                <a:gd name="connsiteY10" fmla="*/ 46759 h 870924"/>
                <a:gd name="connsiteX11" fmla="*/ 789709 w 1257300"/>
                <a:gd name="connsiteY11" fmla="*/ 846860 h 870924"/>
                <a:gd name="connsiteX12" fmla="*/ 909204 w 1257300"/>
                <a:gd name="connsiteY12" fmla="*/ 852054 h 870924"/>
                <a:gd name="connsiteX13" fmla="*/ 1252104 w 1257300"/>
                <a:gd name="connsiteY13" fmla="*/ 587086 h 870924"/>
                <a:gd name="connsiteX14" fmla="*/ 1174173 w 1257300"/>
                <a:gd name="connsiteY14" fmla="*/ 566304 h 870924"/>
                <a:gd name="connsiteX0" fmla="*/ 394854 w 1257300"/>
                <a:gd name="connsiteY0" fmla="*/ 0 h 872295"/>
                <a:gd name="connsiteX1" fmla="*/ 72736 w 1257300"/>
                <a:gd name="connsiteY1" fmla="*/ 10391 h 872295"/>
                <a:gd name="connsiteX2" fmla="*/ 0 w 1257300"/>
                <a:gd name="connsiteY2" fmla="*/ 670214 h 872295"/>
                <a:gd name="connsiteX3" fmla="*/ 77932 w 1257300"/>
                <a:gd name="connsiteY3" fmla="*/ 701386 h 872295"/>
                <a:gd name="connsiteX4" fmla="*/ 436418 w 1257300"/>
                <a:gd name="connsiteY4" fmla="*/ 524741 h 872295"/>
                <a:gd name="connsiteX5" fmla="*/ 1189759 w 1257300"/>
                <a:gd name="connsiteY5" fmla="*/ 571500 h 872295"/>
                <a:gd name="connsiteX6" fmla="*/ 872836 w 1257300"/>
                <a:gd name="connsiteY6" fmla="*/ 794904 h 872295"/>
                <a:gd name="connsiteX7" fmla="*/ 940377 w 1257300"/>
                <a:gd name="connsiteY7" fmla="*/ 72736 h 872295"/>
                <a:gd name="connsiteX8" fmla="*/ 1257300 w 1257300"/>
                <a:gd name="connsiteY8" fmla="*/ 20782 h 872295"/>
                <a:gd name="connsiteX9" fmla="*/ 1137804 w 1257300"/>
                <a:gd name="connsiteY9" fmla="*/ 20782 h 872295"/>
                <a:gd name="connsiteX10" fmla="*/ 872836 w 1257300"/>
                <a:gd name="connsiteY10" fmla="*/ 46759 h 872295"/>
                <a:gd name="connsiteX11" fmla="*/ 826077 w 1257300"/>
                <a:gd name="connsiteY11" fmla="*/ 852055 h 872295"/>
                <a:gd name="connsiteX12" fmla="*/ 909204 w 1257300"/>
                <a:gd name="connsiteY12" fmla="*/ 852054 h 872295"/>
                <a:gd name="connsiteX13" fmla="*/ 1252104 w 1257300"/>
                <a:gd name="connsiteY13" fmla="*/ 587086 h 872295"/>
                <a:gd name="connsiteX14" fmla="*/ 1174173 w 1257300"/>
                <a:gd name="connsiteY14" fmla="*/ 566304 h 872295"/>
                <a:gd name="connsiteX0" fmla="*/ 394854 w 1257300"/>
                <a:gd name="connsiteY0" fmla="*/ 0 h 873870"/>
                <a:gd name="connsiteX1" fmla="*/ 72736 w 1257300"/>
                <a:gd name="connsiteY1" fmla="*/ 10391 h 873870"/>
                <a:gd name="connsiteX2" fmla="*/ 0 w 1257300"/>
                <a:gd name="connsiteY2" fmla="*/ 670214 h 873870"/>
                <a:gd name="connsiteX3" fmla="*/ 77932 w 1257300"/>
                <a:gd name="connsiteY3" fmla="*/ 701386 h 873870"/>
                <a:gd name="connsiteX4" fmla="*/ 436418 w 1257300"/>
                <a:gd name="connsiteY4" fmla="*/ 524741 h 873870"/>
                <a:gd name="connsiteX5" fmla="*/ 1189759 w 1257300"/>
                <a:gd name="connsiteY5" fmla="*/ 571500 h 873870"/>
                <a:gd name="connsiteX6" fmla="*/ 872836 w 1257300"/>
                <a:gd name="connsiteY6" fmla="*/ 794904 h 873870"/>
                <a:gd name="connsiteX7" fmla="*/ 940377 w 1257300"/>
                <a:gd name="connsiteY7" fmla="*/ 72736 h 873870"/>
                <a:gd name="connsiteX8" fmla="*/ 1257300 w 1257300"/>
                <a:gd name="connsiteY8" fmla="*/ 20782 h 873870"/>
                <a:gd name="connsiteX9" fmla="*/ 1137804 w 1257300"/>
                <a:gd name="connsiteY9" fmla="*/ 20782 h 873870"/>
                <a:gd name="connsiteX10" fmla="*/ 872836 w 1257300"/>
                <a:gd name="connsiteY10" fmla="*/ 46759 h 873870"/>
                <a:gd name="connsiteX11" fmla="*/ 826077 w 1257300"/>
                <a:gd name="connsiteY11" fmla="*/ 857251 h 873870"/>
                <a:gd name="connsiteX12" fmla="*/ 909204 w 1257300"/>
                <a:gd name="connsiteY12" fmla="*/ 852054 h 873870"/>
                <a:gd name="connsiteX13" fmla="*/ 1252104 w 1257300"/>
                <a:gd name="connsiteY13" fmla="*/ 587086 h 873870"/>
                <a:gd name="connsiteX14" fmla="*/ 1174173 w 1257300"/>
                <a:gd name="connsiteY14" fmla="*/ 566304 h 873870"/>
                <a:gd name="connsiteX0" fmla="*/ 394854 w 1257300"/>
                <a:gd name="connsiteY0" fmla="*/ 0 h 925255"/>
                <a:gd name="connsiteX1" fmla="*/ 72736 w 1257300"/>
                <a:gd name="connsiteY1" fmla="*/ 10391 h 925255"/>
                <a:gd name="connsiteX2" fmla="*/ 0 w 1257300"/>
                <a:gd name="connsiteY2" fmla="*/ 670214 h 925255"/>
                <a:gd name="connsiteX3" fmla="*/ 77932 w 1257300"/>
                <a:gd name="connsiteY3" fmla="*/ 701386 h 925255"/>
                <a:gd name="connsiteX4" fmla="*/ 436418 w 1257300"/>
                <a:gd name="connsiteY4" fmla="*/ 524741 h 925255"/>
                <a:gd name="connsiteX5" fmla="*/ 1189759 w 1257300"/>
                <a:gd name="connsiteY5" fmla="*/ 571500 h 925255"/>
                <a:gd name="connsiteX6" fmla="*/ 872836 w 1257300"/>
                <a:gd name="connsiteY6" fmla="*/ 794904 h 925255"/>
                <a:gd name="connsiteX7" fmla="*/ 940377 w 1257300"/>
                <a:gd name="connsiteY7" fmla="*/ 72736 h 925255"/>
                <a:gd name="connsiteX8" fmla="*/ 1257300 w 1257300"/>
                <a:gd name="connsiteY8" fmla="*/ 20782 h 925255"/>
                <a:gd name="connsiteX9" fmla="*/ 1137804 w 1257300"/>
                <a:gd name="connsiteY9" fmla="*/ 20782 h 925255"/>
                <a:gd name="connsiteX10" fmla="*/ 898813 w 1257300"/>
                <a:gd name="connsiteY10" fmla="*/ 57149 h 925255"/>
                <a:gd name="connsiteX11" fmla="*/ 826077 w 1257300"/>
                <a:gd name="connsiteY11" fmla="*/ 857251 h 925255"/>
                <a:gd name="connsiteX12" fmla="*/ 909204 w 1257300"/>
                <a:gd name="connsiteY12" fmla="*/ 852054 h 925255"/>
                <a:gd name="connsiteX13" fmla="*/ 1252104 w 1257300"/>
                <a:gd name="connsiteY13" fmla="*/ 587086 h 925255"/>
                <a:gd name="connsiteX14" fmla="*/ 1174173 w 1257300"/>
                <a:gd name="connsiteY14" fmla="*/ 566304 h 925255"/>
                <a:gd name="connsiteX0" fmla="*/ 394854 w 1257300"/>
                <a:gd name="connsiteY0" fmla="*/ 0 h 869828"/>
                <a:gd name="connsiteX1" fmla="*/ 72736 w 1257300"/>
                <a:gd name="connsiteY1" fmla="*/ 10391 h 869828"/>
                <a:gd name="connsiteX2" fmla="*/ 0 w 1257300"/>
                <a:gd name="connsiteY2" fmla="*/ 670214 h 869828"/>
                <a:gd name="connsiteX3" fmla="*/ 77932 w 1257300"/>
                <a:gd name="connsiteY3" fmla="*/ 701386 h 869828"/>
                <a:gd name="connsiteX4" fmla="*/ 436418 w 1257300"/>
                <a:gd name="connsiteY4" fmla="*/ 524741 h 869828"/>
                <a:gd name="connsiteX5" fmla="*/ 1189759 w 1257300"/>
                <a:gd name="connsiteY5" fmla="*/ 571500 h 869828"/>
                <a:gd name="connsiteX6" fmla="*/ 872836 w 1257300"/>
                <a:gd name="connsiteY6" fmla="*/ 794904 h 869828"/>
                <a:gd name="connsiteX7" fmla="*/ 940377 w 1257300"/>
                <a:gd name="connsiteY7" fmla="*/ 72736 h 869828"/>
                <a:gd name="connsiteX8" fmla="*/ 1257300 w 1257300"/>
                <a:gd name="connsiteY8" fmla="*/ 20782 h 869828"/>
                <a:gd name="connsiteX9" fmla="*/ 1137804 w 1257300"/>
                <a:gd name="connsiteY9" fmla="*/ 20782 h 869828"/>
                <a:gd name="connsiteX10" fmla="*/ 898813 w 1257300"/>
                <a:gd name="connsiteY10" fmla="*/ 57149 h 869828"/>
                <a:gd name="connsiteX11" fmla="*/ 826077 w 1257300"/>
                <a:gd name="connsiteY11" fmla="*/ 857251 h 869828"/>
                <a:gd name="connsiteX12" fmla="*/ 909204 w 1257300"/>
                <a:gd name="connsiteY12" fmla="*/ 852054 h 869828"/>
                <a:gd name="connsiteX13" fmla="*/ 1252104 w 1257300"/>
                <a:gd name="connsiteY13" fmla="*/ 587086 h 869828"/>
                <a:gd name="connsiteX14" fmla="*/ 1174173 w 1257300"/>
                <a:gd name="connsiteY14" fmla="*/ 566304 h 869828"/>
                <a:gd name="connsiteX0" fmla="*/ 374801 w 1257300"/>
                <a:gd name="connsiteY0" fmla="*/ 0 h 869828"/>
                <a:gd name="connsiteX1" fmla="*/ 72736 w 1257300"/>
                <a:gd name="connsiteY1" fmla="*/ 10391 h 869828"/>
                <a:gd name="connsiteX2" fmla="*/ 0 w 1257300"/>
                <a:gd name="connsiteY2" fmla="*/ 670214 h 869828"/>
                <a:gd name="connsiteX3" fmla="*/ 77932 w 1257300"/>
                <a:gd name="connsiteY3" fmla="*/ 701386 h 869828"/>
                <a:gd name="connsiteX4" fmla="*/ 436418 w 1257300"/>
                <a:gd name="connsiteY4" fmla="*/ 524741 h 869828"/>
                <a:gd name="connsiteX5" fmla="*/ 1189759 w 1257300"/>
                <a:gd name="connsiteY5" fmla="*/ 571500 h 869828"/>
                <a:gd name="connsiteX6" fmla="*/ 872836 w 1257300"/>
                <a:gd name="connsiteY6" fmla="*/ 794904 h 869828"/>
                <a:gd name="connsiteX7" fmla="*/ 940377 w 1257300"/>
                <a:gd name="connsiteY7" fmla="*/ 72736 h 869828"/>
                <a:gd name="connsiteX8" fmla="*/ 1257300 w 1257300"/>
                <a:gd name="connsiteY8" fmla="*/ 20782 h 869828"/>
                <a:gd name="connsiteX9" fmla="*/ 1137804 w 1257300"/>
                <a:gd name="connsiteY9" fmla="*/ 20782 h 869828"/>
                <a:gd name="connsiteX10" fmla="*/ 898813 w 1257300"/>
                <a:gd name="connsiteY10" fmla="*/ 57149 h 869828"/>
                <a:gd name="connsiteX11" fmla="*/ 826077 w 1257300"/>
                <a:gd name="connsiteY11" fmla="*/ 857251 h 869828"/>
                <a:gd name="connsiteX12" fmla="*/ 909204 w 1257300"/>
                <a:gd name="connsiteY12" fmla="*/ 852054 h 869828"/>
                <a:gd name="connsiteX13" fmla="*/ 1252104 w 1257300"/>
                <a:gd name="connsiteY13" fmla="*/ 587086 h 869828"/>
                <a:gd name="connsiteX14" fmla="*/ 1174173 w 1257300"/>
                <a:gd name="connsiteY14" fmla="*/ 566304 h 869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57300" h="869828">
                  <a:moveTo>
                    <a:pt x="374801" y="0"/>
                  </a:moveTo>
                  <a:lnTo>
                    <a:pt x="72736" y="10391"/>
                  </a:lnTo>
                  <a:lnTo>
                    <a:pt x="0" y="670214"/>
                  </a:lnTo>
                  <a:lnTo>
                    <a:pt x="77932" y="701386"/>
                  </a:lnTo>
                  <a:lnTo>
                    <a:pt x="436418" y="524741"/>
                  </a:lnTo>
                  <a:lnTo>
                    <a:pt x="1189759" y="571500"/>
                  </a:lnTo>
                  <a:lnTo>
                    <a:pt x="872836" y="794904"/>
                  </a:lnTo>
                  <a:lnTo>
                    <a:pt x="940377" y="72736"/>
                  </a:lnTo>
                  <a:lnTo>
                    <a:pt x="1257300" y="20782"/>
                  </a:lnTo>
                  <a:lnTo>
                    <a:pt x="1137804" y="20782"/>
                  </a:lnTo>
                  <a:lnTo>
                    <a:pt x="898813" y="57149"/>
                  </a:lnTo>
                  <a:cubicBezTo>
                    <a:pt x="842529" y="194829"/>
                    <a:pt x="803564" y="870240"/>
                    <a:pt x="826077" y="857251"/>
                  </a:cubicBezTo>
                  <a:cubicBezTo>
                    <a:pt x="848590" y="844262"/>
                    <a:pt x="833870" y="895349"/>
                    <a:pt x="909204" y="852054"/>
                  </a:cubicBezTo>
                  <a:lnTo>
                    <a:pt x="1252104" y="587086"/>
                  </a:lnTo>
                  <a:lnTo>
                    <a:pt x="1174173" y="566304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任意多边形 59"/>
            <p:cNvSpPr/>
            <p:nvPr/>
          </p:nvSpPr>
          <p:spPr>
            <a:xfrm>
              <a:off x="9315450" y="4722668"/>
              <a:ext cx="46759" cy="358487"/>
            </a:xfrm>
            <a:custGeom>
              <a:avLst/>
              <a:gdLst>
                <a:gd name="connsiteX0" fmla="*/ 0 w 46759"/>
                <a:gd name="connsiteY0" fmla="*/ 358487 h 358487"/>
                <a:gd name="connsiteX1" fmla="*/ 46759 w 46759"/>
                <a:gd name="connsiteY1" fmla="*/ 0 h 3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6759" h="358487">
                  <a:moveTo>
                    <a:pt x="0" y="358487"/>
                  </a:moveTo>
                  <a:lnTo>
                    <a:pt x="46759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任意多边形 60"/>
            <p:cNvSpPr/>
            <p:nvPr/>
          </p:nvSpPr>
          <p:spPr>
            <a:xfrm>
              <a:off x="9367405" y="4514850"/>
              <a:ext cx="20781" cy="114300"/>
            </a:xfrm>
            <a:custGeom>
              <a:avLst/>
              <a:gdLst>
                <a:gd name="connsiteX0" fmla="*/ 0 w 20781"/>
                <a:gd name="connsiteY0" fmla="*/ 114300 h 114300"/>
                <a:gd name="connsiteX1" fmla="*/ 20781 w 20781"/>
                <a:gd name="connsiteY1" fmla="*/ 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781" h="114300">
                  <a:moveTo>
                    <a:pt x="0" y="114300"/>
                  </a:moveTo>
                  <a:lnTo>
                    <a:pt x="20781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任意多边形 61"/>
            <p:cNvSpPr/>
            <p:nvPr/>
          </p:nvSpPr>
          <p:spPr>
            <a:xfrm>
              <a:off x="10089573" y="5257800"/>
              <a:ext cx="41563" cy="62345"/>
            </a:xfrm>
            <a:custGeom>
              <a:avLst/>
              <a:gdLst>
                <a:gd name="connsiteX0" fmla="*/ 41563 w 41563"/>
                <a:gd name="connsiteY0" fmla="*/ 62345 h 62345"/>
                <a:gd name="connsiteX1" fmla="*/ 0 w 41563"/>
                <a:gd name="connsiteY1" fmla="*/ 0 h 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1563" h="62345">
                  <a:moveTo>
                    <a:pt x="41563" y="62345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7" name="Freeform 9"/>
          <p:cNvSpPr>
            <a:spLocks noEditPoints="1"/>
          </p:cNvSpPr>
          <p:nvPr/>
        </p:nvSpPr>
        <p:spPr bwMode="auto">
          <a:xfrm flipH="1">
            <a:off x="674357" y="688267"/>
            <a:ext cx="597231" cy="636385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" name="圆角矩形 28"/>
          <p:cNvSpPr/>
          <p:nvPr/>
        </p:nvSpPr>
        <p:spPr>
          <a:xfrm>
            <a:off x="2061029" y="1989178"/>
            <a:ext cx="7892153" cy="2477891"/>
          </a:xfrm>
          <a:prstGeom prst="roundRect">
            <a:avLst/>
          </a:prstGeom>
          <a:noFill/>
          <a:ln w="254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2864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68764" y="737465"/>
            <a:ext cx="765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打造物品外观形态的两大原则、每次主义</a:t>
            </a:r>
            <a:endParaRPr lang="zh-CN" altLang="en-US" sz="3200" dirty="0"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14913" y="1412974"/>
            <a:ext cx="576217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Blip>
                <a:blip r:embed="rId2"/>
              </a:buBlip>
            </a:pPr>
            <a:r>
              <a:rPr lang="zh-CN" altLang="en-US" dirty="0">
                <a:ea typeface="微软雅黑" panose="020B0503020204020204" pitchFamily="34" charset="-122"/>
              </a:rPr>
              <a:t>只需一个动作</a:t>
            </a:r>
            <a:r>
              <a:rPr lang="zh-CN" altLang="en-US" dirty="0" smtClean="0">
                <a:ea typeface="微软雅黑" panose="020B0503020204020204" pitchFamily="34" charset="-122"/>
              </a:rPr>
              <a:t>原则</a:t>
            </a:r>
            <a:endParaRPr lang="en-US" altLang="zh-CN" dirty="0" smtClean="0"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ea typeface="微软雅黑" panose="020B0503020204020204" pitchFamily="34" charset="-122"/>
              </a:rPr>
              <a:t>追求的是靠</a:t>
            </a:r>
            <a:r>
              <a:rPr lang="zh-CN" altLang="en-US" b="1" dirty="0" smtClean="0">
                <a:solidFill>
                  <a:srgbClr val="C60F13"/>
                </a:solidFill>
                <a:ea typeface="微软雅黑" panose="020B0503020204020204" pitchFamily="34" charset="-122"/>
              </a:rPr>
              <a:t>一个动作</a:t>
            </a:r>
            <a:r>
              <a:rPr lang="zh-CN" altLang="en-US" dirty="0" smtClean="0">
                <a:ea typeface="微软雅黑" panose="020B0503020204020204" pitchFamily="34" charset="-122"/>
              </a:rPr>
              <a:t>就能完成</a:t>
            </a:r>
            <a:endParaRPr lang="en-US" altLang="zh-CN" dirty="0" smtClean="0"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Blip>
                <a:blip r:embed="rId2"/>
              </a:buBlip>
            </a:pPr>
            <a:r>
              <a:rPr lang="zh-CN" altLang="en-US" dirty="0" smtClean="0">
                <a:ea typeface="微软雅黑" panose="020B0503020204020204" pitchFamily="34" charset="-122"/>
              </a:rPr>
              <a:t>自立、自由、自在法则</a:t>
            </a:r>
            <a:endParaRPr lang="en-US" altLang="zh-CN" dirty="0" smtClean="0"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ea typeface="微软雅黑" panose="020B0503020204020204" pitchFamily="34" charset="-122"/>
              </a:rPr>
              <a:t>自立：有意识地让收纳工具里的东西不管任何时候都能</a:t>
            </a:r>
            <a:r>
              <a:rPr lang="zh-CN" altLang="en-US" b="1" dirty="0">
                <a:solidFill>
                  <a:srgbClr val="C60F13"/>
                </a:solidFill>
                <a:ea typeface="微软雅黑" panose="020B0503020204020204" pitchFamily="34" charset="-122"/>
              </a:rPr>
              <a:t>“立起来”</a:t>
            </a:r>
            <a:r>
              <a:rPr lang="en-US" altLang="zh-CN" dirty="0" smtClean="0">
                <a:ea typeface="微软雅黑" panose="020B0503020204020204" pitchFamily="34" charset="-122"/>
              </a:rPr>
              <a:t>——</a:t>
            </a:r>
            <a:r>
              <a:rPr lang="zh-CN" altLang="en-US" dirty="0" smtClean="0">
                <a:ea typeface="微软雅黑" panose="020B0503020204020204" pitchFamily="34" charset="-122"/>
              </a:rPr>
              <a:t>想拿就能拿</a:t>
            </a:r>
            <a:endParaRPr lang="en-US" altLang="zh-CN" dirty="0" smtClean="0"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ea typeface="微软雅黑" panose="020B0503020204020204" pitchFamily="34" charset="-122"/>
              </a:rPr>
              <a:t>自由：选择的自由，物品的摆放方式是不是</a:t>
            </a:r>
            <a:r>
              <a:rPr lang="zh-CN" altLang="en-US" b="1" dirty="0">
                <a:solidFill>
                  <a:srgbClr val="C60F13"/>
                </a:solidFill>
                <a:ea typeface="微软雅黑" panose="020B0503020204020204" pitchFamily="34" charset="-122"/>
              </a:rPr>
              <a:t>便于选择</a:t>
            </a:r>
            <a:endParaRPr lang="en-US" altLang="zh-CN" b="1" dirty="0">
              <a:solidFill>
                <a:srgbClr val="C60F13"/>
              </a:solidFill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ea typeface="微软雅黑" panose="020B0503020204020204" pitchFamily="34" charset="-122"/>
              </a:rPr>
              <a:t>自在：卷起来，</a:t>
            </a:r>
            <a:r>
              <a:rPr lang="zh-CN" altLang="en-US" b="1" dirty="0">
                <a:solidFill>
                  <a:srgbClr val="C60F13"/>
                </a:solidFill>
                <a:ea typeface="微软雅黑" panose="020B0503020204020204" pitchFamily="34" charset="-122"/>
              </a:rPr>
              <a:t>听话</a:t>
            </a:r>
            <a:r>
              <a:rPr lang="zh-CN" altLang="en-US" dirty="0" smtClean="0">
                <a:ea typeface="微软雅黑" panose="020B0503020204020204" pitchFamily="34" charset="-122"/>
              </a:rPr>
              <a:t>从地放</a:t>
            </a:r>
            <a:endParaRPr lang="en-US" altLang="zh-CN" dirty="0" smtClean="0"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Blip>
                <a:blip r:embed="rId2"/>
              </a:buBlip>
            </a:pPr>
            <a:r>
              <a:rPr lang="zh-CN" altLang="en-US" dirty="0" smtClean="0">
                <a:ea typeface="微软雅黑" panose="020B0503020204020204" pitchFamily="34" charset="-122"/>
              </a:rPr>
              <a:t>“每次主义”就挺好</a:t>
            </a:r>
            <a:endParaRPr lang="en-US" altLang="zh-CN" dirty="0" smtClean="0"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ea typeface="微软雅黑" panose="020B0503020204020204" pitchFamily="34" charset="-122"/>
              </a:rPr>
              <a:t>每次都只</a:t>
            </a:r>
            <a:r>
              <a:rPr lang="zh-CN" altLang="en-US" dirty="0" smtClean="0">
                <a:ea typeface="微软雅黑" panose="020B0503020204020204" pitchFamily="34" charset="-122"/>
              </a:rPr>
              <a:t>在</a:t>
            </a:r>
            <a:r>
              <a:rPr lang="zh-CN" altLang="en-US" b="1" dirty="0">
                <a:solidFill>
                  <a:srgbClr val="C60F13"/>
                </a:solidFill>
                <a:ea typeface="微软雅黑" panose="020B0503020204020204" pitchFamily="34" charset="-122"/>
              </a:rPr>
              <a:t>必需的时候</a:t>
            </a:r>
            <a:r>
              <a:rPr lang="zh-CN" altLang="en-US" dirty="0" smtClean="0">
                <a:ea typeface="微软雅黑" panose="020B0503020204020204" pitchFamily="34" charset="-122"/>
              </a:rPr>
              <a:t>才购入这次所</a:t>
            </a:r>
            <a:r>
              <a:rPr lang="zh-CN" altLang="en-US" b="1" dirty="0">
                <a:solidFill>
                  <a:srgbClr val="C60F13"/>
                </a:solidFill>
                <a:ea typeface="微软雅黑" panose="020B0503020204020204" pitchFamily="34" charset="-122"/>
              </a:rPr>
              <a:t>必需的东西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3137354" y="4878583"/>
            <a:ext cx="6019346" cy="117931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683000" y="5180032"/>
            <a:ext cx="48042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方正北魏楷书简体" panose="03000509000000000000" pitchFamily="65" charset="-122"/>
                <a:ea typeface="方正北魏楷书简体" panose="03000509000000000000" pitchFamily="65" charset="-122"/>
              </a:rPr>
              <a:t>如果只靠本能与物品打交道，物品只会有增无减。关键词是“</a:t>
            </a:r>
            <a:r>
              <a:rPr lang="zh-CN" altLang="en-US" sz="2000" b="1" dirty="0" smtClean="0">
                <a:solidFill>
                  <a:srgbClr val="C60F13"/>
                </a:solidFill>
                <a:latin typeface="方正北魏楷书简体" panose="03000509000000000000" pitchFamily="65" charset="-122"/>
                <a:ea typeface="方正北魏楷书简体" panose="03000509000000000000" pitchFamily="65" charset="-122"/>
              </a:rPr>
              <a:t>每次</a:t>
            </a:r>
            <a:r>
              <a:rPr lang="zh-CN" altLang="en-US" sz="2000" dirty="0" smtClean="0">
                <a:latin typeface="方正北魏楷书简体" panose="03000509000000000000" pitchFamily="65" charset="-122"/>
                <a:ea typeface="方正北魏楷书简体" panose="03000509000000000000" pitchFamily="65" charset="-122"/>
              </a:rPr>
              <a:t>”。</a:t>
            </a:r>
            <a:endParaRPr lang="zh-CN" altLang="en-US" sz="2000" dirty="0">
              <a:latin typeface="方正北魏楷书简体" panose="03000509000000000000" pitchFamily="65" charset="-122"/>
              <a:ea typeface="方正北魏楷书简体" panose="03000509000000000000" pitchFamily="65" charset="-122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2500993" y="740"/>
            <a:ext cx="6892471" cy="597291"/>
            <a:chOff x="1308100" y="740"/>
            <a:chExt cx="6892471" cy="597291"/>
          </a:xfrm>
        </p:grpSpPr>
        <p:sp>
          <p:nvSpPr>
            <p:cNvPr id="6" name="矩形 5"/>
            <p:cNvSpPr/>
            <p:nvPr/>
          </p:nvSpPr>
          <p:spPr>
            <a:xfrm>
              <a:off x="1308100" y="740"/>
              <a:ext cx="6892471" cy="597291"/>
            </a:xfrm>
            <a:prstGeom prst="rect">
              <a:avLst/>
            </a:prstGeom>
            <a:solidFill>
              <a:srgbClr val="C60F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2668354" y="68552"/>
              <a:ext cx="4171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实践方法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——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一些方法和原则</a:t>
              </a:r>
              <a:endParaRPr lang="zh-CN" altLang="en-US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9393464" y="4980252"/>
            <a:ext cx="867218" cy="944762"/>
            <a:chOff x="9221932" y="3917255"/>
            <a:chExt cx="1304059" cy="1420665"/>
          </a:xfrm>
        </p:grpSpPr>
        <p:sp>
          <p:nvSpPr>
            <p:cNvPr id="46" name="任意多边形 45"/>
            <p:cNvSpPr/>
            <p:nvPr/>
          </p:nvSpPr>
          <p:spPr>
            <a:xfrm>
              <a:off x="9667783" y="3917255"/>
              <a:ext cx="772736" cy="364363"/>
            </a:xfrm>
            <a:custGeom>
              <a:avLst/>
              <a:gdLst>
                <a:gd name="connsiteX0" fmla="*/ 51954 w 742950"/>
                <a:gd name="connsiteY0" fmla="*/ 0 h 358487"/>
                <a:gd name="connsiteX1" fmla="*/ 0 w 742950"/>
                <a:gd name="connsiteY1" fmla="*/ 358487 h 358487"/>
                <a:gd name="connsiteX2" fmla="*/ 711777 w 742950"/>
                <a:gd name="connsiteY2" fmla="*/ 348096 h 358487"/>
                <a:gd name="connsiteX3" fmla="*/ 742950 w 742950"/>
                <a:gd name="connsiteY3" fmla="*/ 15587 h 358487"/>
                <a:gd name="connsiteX4" fmla="*/ 51954 w 742950"/>
                <a:gd name="connsiteY4" fmla="*/ 0 h 358487"/>
                <a:gd name="connsiteX0" fmla="*/ 51954 w 742950"/>
                <a:gd name="connsiteY0" fmla="*/ 0 h 348096"/>
                <a:gd name="connsiteX1" fmla="*/ 0 w 742950"/>
                <a:gd name="connsiteY1" fmla="*/ 337705 h 348096"/>
                <a:gd name="connsiteX2" fmla="*/ 711777 w 742950"/>
                <a:gd name="connsiteY2" fmla="*/ 348096 h 348096"/>
                <a:gd name="connsiteX3" fmla="*/ 742950 w 742950"/>
                <a:gd name="connsiteY3" fmla="*/ 15587 h 348096"/>
                <a:gd name="connsiteX4" fmla="*/ 51954 w 742950"/>
                <a:gd name="connsiteY4" fmla="*/ 0 h 348096"/>
                <a:gd name="connsiteX0" fmla="*/ 59975 w 742950"/>
                <a:gd name="connsiteY0" fmla="*/ 8476 h 332509"/>
                <a:gd name="connsiteX1" fmla="*/ 0 w 742950"/>
                <a:gd name="connsiteY1" fmla="*/ 322118 h 332509"/>
                <a:gd name="connsiteX2" fmla="*/ 711777 w 742950"/>
                <a:gd name="connsiteY2" fmla="*/ 332509 h 332509"/>
                <a:gd name="connsiteX3" fmla="*/ 742950 w 742950"/>
                <a:gd name="connsiteY3" fmla="*/ 0 h 332509"/>
                <a:gd name="connsiteX4" fmla="*/ 59975 w 742950"/>
                <a:gd name="connsiteY4" fmla="*/ 8476 h 332509"/>
                <a:gd name="connsiteX0" fmla="*/ 121484 w 804459"/>
                <a:gd name="connsiteY0" fmla="*/ 44880 h 368913"/>
                <a:gd name="connsiteX1" fmla="*/ 61509 w 804459"/>
                <a:gd name="connsiteY1" fmla="*/ 358522 h 368913"/>
                <a:gd name="connsiteX2" fmla="*/ 773286 w 804459"/>
                <a:gd name="connsiteY2" fmla="*/ 368913 h 368913"/>
                <a:gd name="connsiteX3" fmla="*/ 804459 w 804459"/>
                <a:gd name="connsiteY3" fmla="*/ 36404 h 368913"/>
                <a:gd name="connsiteX4" fmla="*/ 121484 w 804459"/>
                <a:gd name="connsiteY4" fmla="*/ 44880 h 368913"/>
                <a:gd name="connsiteX0" fmla="*/ 103948 w 786923"/>
                <a:gd name="connsiteY0" fmla="*/ 30001 h 354034"/>
                <a:gd name="connsiteX1" fmla="*/ 43973 w 786923"/>
                <a:gd name="connsiteY1" fmla="*/ 343643 h 354034"/>
                <a:gd name="connsiteX2" fmla="*/ 755750 w 786923"/>
                <a:gd name="connsiteY2" fmla="*/ 354034 h 354034"/>
                <a:gd name="connsiteX3" fmla="*/ 786923 w 786923"/>
                <a:gd name="connsiteY3" fmla="*/ 21525 h 354034"/>
                <a:gd name="connsiteX4" fmla="*/ 103948 w 786923"/>
                <a:gd name="connsiteY4" fmla="*/ 30001 h 354034"/>
                <a:gd name="connsiteX0" fmla="*/ 103948 w 859403"/>
                <a:gd name="connsiteY0" fmla="*/ 44880 h 368913"/>
                <a:gd name="connsiteX1" fmla="*/ 43973 w 859403"/>
                <a:gd name="connsiteY1" fmla="*/ 358522 h 368913"/>
                <a:gd name="connsiteX2" fmla="*/ 755750 w 859403"/>
                <a:gd name="connsiteY2" fmla="*/ 368913 h 368913"/>
                <a:gd name="connsiteX3" fmla="*/ 786923 w 859403"/>
                <a:gd name="connsiteY3" fmla="*/ 36404 h 368913"/>
                <a:gd name="connsiteX4" fmla="*/ 103948 w 859403"/>
                <a:gd name="connsiteY4" fmla="*/ 44880 h 368913"/>
                <a:gd name="connsiteX0" fmla="*/ 103948 w 826442"/>
                <a:gd name="connsiteY0" fmla="*/ 41695 h 365728"/>
                <a:gd name="connsiteX1" fmla="*/ 43973 w 826442"/>
                <a:gd name="connsiteY1" fmla="*/ 355337 h 365728"/>
                <a:gd name="connsiteX2" fmla="*/ 755750 w 826442"/>
                <a:gd name="connsiteY2" fmla="*/ 365728 h 365728"/>
                <a:gd name="connsiteX3" fmla="*/ 786923 w 826442"/>
                <a:gd name="connsiteY3" fmla="*/ 33219 h 365728"/>
                <a:gd name="connsiteX4" fmla="*/ 103948 w 826442"/>
                <a:gd name="connsiteY4" fmla="*/ 41695 h 365728"/>
                <a:gd name="connsiteX0" fmla="*/ 103948 w 902203"/>
                <a:gd name="connsiteY0" fmla="*/ 41695 h 365759"/>
                <a:gd name="connsiteX1" fmla="*/ 43973 w 902203"/>
                <a:gd name="connsiteY1" fmla="*/ 355337 h 365759"/>
                <a:gd name="connsiteX2" fmla="*/ 755750 w 902203"/>
                <a:gd name="connsiteY2" fmla="*/ 365728 h 365759"/>
                <a:gd name="connsiteX3" fmla="*/ 786923 w 902203"/>
                <a:gd name="connsiteY3" fmla="*/ 33219 h 365759"/>
                <a:gd name="connsiteX4" fmla="*/ 103948 w 902203"/>
                <a:gd name="connsiteY4" fmla="*/ 41695 h 365759"/>
                <a:gd name="connsiteX0" fmla="*/ 103948 w 832807"/>
                <a:gd name="connsiteY0" fmla="*/ 41695 h 373309"/>
                <a:gd name="connsiteX1" fmla="*/ 43973 w 832807"/>
                <a:gd name="connsiteY1" fmla="*/ 355337 h 373309"/>
                <a:gd name="connsiteX2" fmla="*/ 755750 w 832807"/>
                <a:gd name="connsiteY2" fmla="*/ 365728 h 373309"/>
                <a:gd name="connsiteX3" fmla="*/ 786923 w 832807"/>
                <a:gd name="connsiteY3" fmla="*/ 33219 h 373309"/>
                <a:gd name="connsiteX4" fmla="*/ 103948 w 832807"/>
                <a:gd name="connsiteY4" fmla="*/ 41695 h 373309"/>
                <a:gd name="connsiteX0" fmla="*/ 103948 w 801014"/>
                <a:gd name="connsiteY0" fmla="*/ 51459 h 383073"/>
                <a:gd name="connsiteX1" fmla="*/ 43973 w 801014"/>
                <a:gd name="connsiteY1" fmla="*/ 365101 h 383073"/>
                <a:gd name="connsiteX2" fmla="*/ 755750 w 801014"/>
                <a:gd name="connsiteY2" fmla="*/ 375492 h 383073"/>
                <a:gd name="connsiteX3" fmla="*/ 786923 w 801014"/>
                <a:gd name="connsiteY3" fmla="*/ 42983 h 383073"/>
                <a:gd name="connsiteX4" fmla="*/ 103948 w 801014"/>
                <a:gd name="connsiteY4" fmla="*/ 51459 h 383073"/>
                <a:gd name="connsiteX0" fmla="*/ 121859 w 853921"/>
                <a:gd name="connsiteY0" fmla="*/ 29378 h 372549"/>
                <a:gd name="connsiteX1" fmla="*/ 61884 w 853921"/>
                <a:gd name="connsiteY1" fmla="*/ 343020 h 372549"/>
                <a:gd name="connsiteX2" fmla="*/ 773661 w 853921"/>
                <a:gd name="connsiteY2" fmla="*/ 353411 h 372549"/>
                <a:gd name="connsiteX3" fmla="*/ 812856 w 853921"/>
                <a:gd name="connsiteY3" fmla="*/ 61008 h 372549"/>
                <a:gd name="connsiteX4" fmla="*/ 121859 w 853921"/>
                <a:gd name="connsiteY4" fmla="*/ 29378 h 372549"/>
                <a:gd name="connsiteX0" fmla="*/ 121859 w 841754"/>
                <a:gd name="connsiteY0" fmla="*/ 29378 h 372549"/>
                <a:gd name="connsiteX1" fmla="*/ 61884 w 841754"/>
                <a:gd name="connsiteY1" fmla="*/ 343020 h 372549"/>
                <a:gd name="connsiteX2" fmla="*/ 773661 w 841754"/>
                <a:gd name="connsiteY2" fmla="*/ 353411 h 372549"/>
                <a:gd name="connsiteX3" fmla="*/ 812856 w 841754"/>
                <a:gd name="connsiteY3" fmla="*/ 61008 h 372549"/>
                <a:gd name="connsiteX4" fmla="*/ 121859 w 841754"/>
                <a:gd name="connsiteY4" fmla="*/ 29378 h 372549"/>
                <a:gd name="connsiteX0" fmla="*/ 121859 w 812868"/>
                <a:gd name="connsiteY0" fmla="*/ 29378 h 377863"/>
                <a:gd name="connsiteX1" fmla="*/ 61884 w 812868"/>
                <a:gd name="connsiteY1" fmla="*/ 343020 h 377863"/>
                <a:gd name="connsiteX2" fmla="*/ 773661 w 812868"/>
                <a:gd name="connsiteY2" fmla="*/ 353411 h 377863"/>
                <a:gd name="connsiteX3" fmla="*/ 812856 w 812868"/>
                <a:gd name="connsiteY3" fmla="*/ 61008 h 377863"/>
                <a:gd name="connsiteX4" fmla="*/ 121859 w 812868"/>
                <a:gd name="connsiteY4" fmla="*/ 29378 h 377863"/>
                <a:gd name="connsiteX0" fmla="*/ 178361 w 869370"/>
                <a:gd name="connsiteY0" fmla="*/ 29378 h 377863"/>
                <a:gd name="connsiteX1" fmla="*/ 118386 w 869370"/>
                <a:gd name="connsiteY1" fmla="*/ 343020 h 377863"/>
                <a:gd name="connsiteX2" fmla="*/ 830163 w 869370"/>
                <a:gd name="connsiteY2" fmla="*/ 353411 h 377863"/>
                <a:gd name="connsiteX3" fmla="*/ 869358 w 869370"/>
                <a:gd name="connsiteY3" fmla="*/ 61008 h 377863"/>
                <a:gd name="connsiteX4" fmla="*/ 178361 w 869370"/>
                <a:gd name="connsiteY4" fmla="*/ 29378 h 377863"/>
                <a:gd name="connsiteX0" fmla="*/ 81713 w 772722"/>
                <a:gd name="connsiteY0" fmla="*/ 29378 h 380401"/>
                <a:gd name="connsiteX1" fmla="*/ 21738 w 772722"/>
                <a:gd name="connsiteY1" fmla="*/ 343020 h 380401"/>
                <a:gd name="connsiteX2" fmla="*/ 733515 w 772722"/>
                <a:gd name="connsiteY2" fmla="*/ 353411 h 380401"/>
                <a:gd name="connsiteX3" fmla="*/ 772710 w 772722"/>
                <a:gd name="connsiteY3" fmla="*/ 61008 h 380401"/>
                <a:gd name="connsiteX4" fmla="*/ 81713 w 772722"/>
                <a:gd name="connsiteY4" fmla="*/ 29378 h 380401"/>
                <a:gd name="connsiteX0" fmla="*/ 81713 w 772736"/>
                <a:gd name="connsiteY0" fmla="*/ 29378 h 364363"/>
                <a:gd name="connsiteX1" fmla="*/ 21738 w 772736"/>
                <a:gd name="connsiteY1" fmla="*/ 343020 h 364363"/>
                <a:gd name="connsiteX2" fmla="*/ 733515 w 772736"/>
                <a:gd name="connsiteY2" fmla="*/ 353411 h 364363"/>
                <a:gd name="connsiteX3" fmla="*/ 772710 w 772736"/>
                <a:gd name="connsiteY3" fmla="*/ 61008 h 364363"/>
                <a:gd name="connsiteX4" fmla="*/ 81713 w 772736"/>
                <a:gd name="connsiteY4" fmla="*/ 29378 h 364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2736" h="364363">
                  <a:moveTo>
                    <a:pt x="81713" y="29378"/>
                  </a:moveTo>
                  <a:cubicBezTo>
                    <a:pt x="-43449" y="76380"/>
                    <a:pt x="9068" y="327524"/>
                    <a:pt x="21738" y="343020"/>
                  </a:cubicBezTo>
                  <a:cubicBezTo>
                    <a:pt x="34408" y="358516"/>
                    <a:pt x="696585" y="376349"/>
                    <a:pt x="733515" y="353411"/>
                  </a:cubicBezTo>
                  <a:cubicBezTo>
                    <a:pt x="770445" y="330473"/>
                    <a:pt x="773059" y="131055"/>
                    <a:pt x="772710" y="61008"/>
                  </a:cubicBezTo>
                  <a:cubicBezTo>
                    <a:pt x="772361" y="-9039"/>
                    <a:pt x="206875" y="-17624"/>
                    <a:pt x="81713" y="29378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任意多边形 46"/>
            <p:cNvSpPr/>
            <p:nvPr/>
          </p:nvSpPr>
          <p:spPr>
            <a:xfrm>
              <a:off x="9544050" y="4275858"/>
              <a:ext cx="846859" cy="420832"/>
            </a:xfrm>
            <a:custGeom>
              <a:avLst/>
              <a:gdLst>
                <a:gd name="connsiteX0" fmla="*/ 181841 w 893618"/>
                <a:gd name="connsiteY0" fmla="*/ 0 h 493568"/>
                <a:gd name="connsiteX1" fmla="*/ 0 w 893618"/>
                <a:gd name="connsiteY1" fmla="*/ 477982 h 493568"/>
                <a:gd name="connsiteX2" fmla="*/ 794905 w 893618"/>
                <a:gd name="connsiteY2" fmla="*/ 493568 h 493568"/>
                <a:gd name="connsiteX3" fmla="*/ 893618 w 893618"/>
                <a:gd name="connsiteY3" fmla="*/ 0 h 493568"/>
                <a:gd name="connsiteX0" fmla="*/ 150668 w 862445"/>
                <a:gd name="connsiteY0" fmla="*/ 0 h 493568"/>
                <a:gd name="connsiteX1" fmla="*/ 0 w 862445"/>
                <a:gd name="connsiteY1" fmla="*/ 405246 h 493568"/>
                <a:gd name="connsiteX2" fmla="*/ 763732 w 862445"/>
                <a:gd name="connsiteY2" fmla="*/ 493568 h 493568"/>
                <a:gd name="connsiteX3" fmla="*/ 862445 w 862445"/>
                <a:gd name="connsiteY3" fmla="*/ 0 h 493568"/>
                <a:gd name="connsiteX0" fmla="*/ 150668 w 862445"/>
                <a:gd name="connsiteY0" fmla="*/ 0 h 446809"/>
                <a:gd name="connsiteX1" fmla="*/ 0 w 862445"/>
                <a:gd name="connsiteY1" fmla="*/ 405246 h 446809"/>
                <a:gd name="connsiteX2" fmla="*/ 774123 w 862445"/>
                <a:gd name="connsiteY2" fmla="*/ 446809 h 446809"/>
                <a:gd name="connsiteX3" fmla="*/ 862445 w 862445"/>
                <a:gd name="connsiteY3" fmla="*/ 0 h 446809"/>
                <a:gd name="connsiteX0" fmla="*/ 150668 w 846859"/>
                <a:gd name="connsiteY0" fmla="*/ 0 h 446809"/>
                <a:gd name="connsiteX1" fmla="*/ 0 w 846859"/>
                <a:gd name="connsiteY1" fmla="*/ 405246 h 446809"/>
                <a:gd name="connsiteX2" fmla="*/ 774123 w 846859"/>
                <a:gd name="connsiteY2" fmla="*/ 446809 h 446809"/>
                <a:gd name="connsiteX3" fmla="*/ 846859 w 846859"/>
                <a:gd name="connsiteY3" fmla="*/ 0 h 446809"/>
                <a:gd name="connsiteX0" fmla="*/ 150668 w 846859"/>
                <a:gd name="connsiteY0" fmla="*/ 0 h 426027"/>
                <a:gd name="connsiteX1" fmla="*/ 0 w 846859"/>
                <a:gd name="connsiteY1" fmla="*/ 405246 h 426027"/>
                <a:gd name="connsiteX2" fmla="*/ 800101 w 846859"/>
                <a:gd name="connsiteY2" fmla="*/ 426027 h 426027"/>
                <a:gd name="connsiteX3" fmla="*/ 846859 w 846859"/>
                <a:gd name="connsiteY3" fmla="*/ 0 h 426027"/>
                <a:gd name="connsiteX0" fmla="*/ 150668 w 846859"/>
                <a:gd name="connsiteY0" fmla="*/ 0 h 426027"/>
                <a:gd name="connsiteX1" fmla="*/ 0 w 846859"/>
                <a:gd name="connsiteY1" fmla="*/ 405246 h 426027"/>
                <a:gd name="connsiteX2" fmla="*/ 800101 w 846859"/>
                <a:gd name="connsiteY2" fmla="*/ 426027 h 426027"/>
                <a:gd name="connsiteX3" fmla="*/ 794905 w 846859"/>
                <a:gd name="connsiteY3" fmla="*/ 228601 h 426027"/>
                <a:gd name="connsiteX4" fmla="*/ 846859 w 846859"/>
                <a:gd name="connsiteY4" fmla="*/ 0 h 426027"/>
                <a:gd name="connsiteX0" fmla="*/ 150668 w 846859"/>
                <a:gd name="connsiteY0" fmla="*/ 0 h 426027"/>
                <a:gd name="connsiteX1" fmla="*/ 57150 w 846859"/>
                <a:gd name="connsiteY1" fmla="*/ 187037 h 426027"/>
                <a:gd name="connsiteX2" fmla="*/ 0 w 846859"/>
                <a:gd name="connsiteY2" fmla="*/ 405246 h 426027"/>
                <a:gd name="connsiteX3" fmla="*/ 800101 w 846859"/>
                <a:gd name="connsiteY3" fmla="*/ 426027 h 426027"/>
                <a:gd name="connsiteX4" fmla="*/ 794905 w 846859"/>
                <a:gd name="connsiteY4" fmla="*/ 228601 h 426027"/>
                <a:gd name="connsiteX5" fmla="*/ 846859 w 846859"/>
                <a:gd name="connsiteY5" fmla="*/ 0 h 426027"/>
                <a:gd name="connsiteX0" fmla="*/ 150668 w 846859"/>
                <a:gd name="connsiteY0" fmla="*/ 0 h 426027"/>
                <a:gd name="connsiteX1" fmla="*/ 57150 w 846859"/>
                <a:gd name="connsiteY1" fmla="*/ 187037 h 426027"/>
                <a:gd name="connsiteX2" fmla="*/ 0 w 846859"/>
                <a:gd name="connsiteY2" fmla="*/ 363682 h 426027"/>
                <a:gd name="connsiteX3" fmla="*/ 800101 w 846859"/>
                <a:gd name="connsiteY3" fmla="*/ 426027 h 426027"/>
                <a:gd name="connsiteX4" fmla="*/ 794905 w 846859"/>
                <a:gd name="connsiteY4" fmla="*/ 228601 h 426027"/>
                <a:gd name="connsiteX5" fmla="*/ 846859 w 846859"/>
                <a:gd name="connsiteY5" fmla="*/ 0 h 426027"/>
                <a:gd name="connsiteX0" fmla="*/ 150668 w 846859"/>
                <a:gd name="connsiteY0" fmla="*/ 0 h 420832"/>
                <a:gd name="connsiteX1" fmla="*/ 57150 w 846859"/>
                <a:gd name="connsiteY1" fmla="*/ 187037 h 420832"/>
                <a:gd name="connsiteX2" fmla="*/ 0 w 846859"/>
                <a:gd name="connsiteY2" fmla="*/ 363682 h 420832"/>
                <a:gd name="connsiteX3" fmla="*/ 789711 w 846859"/>
                <a:gd name="connsiteY3" fmla="*/ 420832 h 420832"/>
                <a:gd name="connsiteX4" fmla="*/ 794905 w 846859"/>
                <a:gd name="connsiteY4" fmla="*/ 228601 h 420832"/>
                <a:gd name="connsiteX5" fmla="*/ 846859 w 846859"/>
                <a:gd name="connsiteY5" fmla="*/ 0 h 42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6859" h="420832">
                  <a:moveTo>
                    <a:pt x="150668" y="0"/>
                  </a:moveTo>
                  <a:cubicBezTo>
                    <a:pt x="124691" y="62346"/>
                    <a:pt x="83127" y="124691"/>
                    <a:pt x="57150" y="187037"/>
                  </a:cubicBezTo>
                  <a:lnTo>
                    <a:pt x="0" y="363682"/>
                  </a:lnTo>
                  <a:lnTo>
                    <a:pt x="789711" y="420832"/>
                  </a:lnTo>
                  <a:cubicBezTo>
                    <a:pt x="793174" y="355023"/>
                    <a:pt x="791442" y="294410"/>
                    <a:pt x="794905" y="228601"/>
                  </a:cubicBezTo>
                  <a:lnTo>
                    <a:pt x="846859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任意多边形 47"/>
            <p:cNvSpPr/>
            <p:nvPr/>
          </p:nvSpPr>
          <p:spPr>
            <a:xfrm>
              <a:off x="9299864" y="4482492"/>
              <a:ext cx="292858" cy="692181"/>
            </a:xfrm>
            <a:custGeom>
              <a:avLst/>
              <a:gdLst>
                <a:gd name="connsiteX0" fmla="*/ 316922 w 316922"/>
                <a:gd name="connsiteY0" fmla="*/ 0 h 696191"/>
                <a:gd name="connsiteX1" fmla="*/ 67541 w 316922"/>
                <a:gd name="connsiteY1" fmla="*/ 41563 h 696191"/>
                <a:gd name="connsiteX2" fmla="*/ 0 w 316922"/>
                <a:gd name="connsiteY2" fmla="*/ 665018 h 696191"/>
                <a:gd name="connsiteX3" fmla="*/ 0 w 316922"/>
                <a:gd name="connsiteY3" fmla="*/ 696191 h 696191"/>
                <a:gd name="connsiteX0" fmla="*/ 292858 w 292858"/>
                <a:gd name="connsiteY0" fmla="*/ 0 h 692181"/>
                <a:gd name="connsiteX1" fmla="*/ 67541 w 292858"/>
                <a:gd name="connsiteY1" fmla="*/ 37553 h 692181"/>
                <a:gd name="connsiteX2" fmla="*/ 0 w 292858"/>
                <a:gd name="connsiteY2" fmla="*/ 661008 h 692181"/>
                <a:gd name="connsiteX3" fmla="*/ 0 w 292858"/>
                <a:gd name="connsiteY3" fmla="*/ 692181 h 692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58" h="692181">
                  <a:moveTo>
                    <a:pt x="292858" y="0"/>
                  </a:moveTo>
                  <a:lnTo>
                    <a:pt x="67541" y="37553"/>
                  </a:lnTo>
                  <a:lnTo>
                    <a:pt x="0" y="661008"/>
                  </a:lnTo>
                  <a:lnTo>
                    <a:pt x="0" y="692181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任意多边形 48"/>
            <p:cNvSpPr/>
            <p:nvPr/>
          </p:nvSpPr>
          <p:spPr>
            <a:xfrm>
              <a:off x="9310256" y="4982441"/>
              <a:ext cx="358486" cy="109104"/>
            </a:xfrm>
            <a:custGeom>
              <a:avLst/>
              <a:gdLst>
                <a:gd name="connsiteX0" fmla="*/ 0 w 374073"/>
                <a:gd name="connsiteY0" fmla="*/ 109104 h 109104"/>
                <a:gd name="connsiteX1" fmla="*/ 296141 w 374073"/>
                <a:gd name="connsiteY1" fmla="*/ 0 h 109104"/>
                <a:gd name="connsiteX2" fmla="*/ 374073 w 374073"/>
                <a:gd name="connsiteY2" fmla="*/ 5195 h 109104"/>
                <a:gd name="connsiteX0" fmla="*/ 0 w 358486"/>
                <a:gd name="connsiteY0" fmla="*/ 109104 h 109104"/>
                <a:gd name="connsiteX1" fmla="*/ 280554 w 358486"/>
                <a:gd name="connsiteY1" fmla="*/ 0 h 109104"/>
                <a:gd name="connsiteX2" fmla="*/ 358486 w 358486"/>
                <a:gd name="connsiteY2" fmla="*/ 5195 h 109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8486" h="109104">
                  <a:moveTo>
                    <a:pt x="0" y="109104"/>
                  </a:moveTo>
                  <a:lnTo>
                    <a:pt x="280554" y="0"/>
                  </a:lnTo>
                  <a:lnTo>
                    <a:pt x="358486" y="5195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任意多边形 49"/>
            <p:cNvSpPr/>
            <p:nvPr/>
          </p:nvSpPr>
          <p:spPr>
            <a:xfrm>
              <a:off x="10115550" y="4540827"/>
              <a:ext cx="62345" cy="711778"/>
            </a:xfrm>
            <a:custGeom>
              <a:avLst/>
              <a:gdLst>
                <a:gd name="connsiteX0" fmla="*/ 62345 w 62345"/>
                <a:gd name="connsiteY0" fmla="*/ 0 h 711778"/>
                <a:gd name="connsiteX1" fmla="*/ 0 w 62345"/>
                <a:gd name="connsiteY1" fmla="*/ 711778 h 711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2345" h="711778">
                  <a:moveTo>
                    <a:pt x="62345" y="0"/>
                  </a:moveTo>
                  <a:lnTo>
                    <a:pt x="0" y="711778"/>
                  </a:lnTo>
                </a:path>
              </a:pathLst>
            </a:custGeom>
            <a:noFill/>
            <a:ln>
              <a:solidFill>
                <a:schemeClr val="tx1">
                  <a:alpha val="99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任意多边形 50"/>
            <p:cNvSpPr/>
            <p:nvPr/>
          </p:nvSpPr>
          <p:spPr>
            <a:xfrm>
              <a:off x="10172700" y="4478482"/>
              <a:ext cx="353291" cy="83127"/>
            </a:xfrm>
            <a:custGeom>
              <a:avLst/>
              <a:gdLst>
                <a:gd name="connsiteX0" fmla="*/ 0 w 353291"/>
                <a:gd name="connsiteY0" fmla="*/ 83127 h 83127"/>
                <a:gd name="connsiteX1" fmla="*/ 353291 w 353291"/>
                <a:gd name="connsiteY1" fmla="*/ 25977 h 83127"/>
                <a:gd name="connsiteX2" fmla="*/ 353291 w 353291"/>
                <a:gd name="connsiteY2" fmla="*/ 0 h 83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3291" h="83127">
                  <a:moveTo>
                    <a:pt x="0" y="83127"/>
                  </a:moveTo>
                  <a:lnTo>
                    <a:pt x="353291" y="25977"/>
                  </a:lnTo>
                  <a:lnTo>
                    <a:pt x="353291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任意多边形 51"/>
            <p:cNvSpPr/>
            <p:nvPr/>
          </p:nvSpPr>
          <p:spPr>
            <a:xfrm>
              <a:off x="9632373" y="5008418"/>
              <a:ext cx="758536" cy="51955"/>
            </a:xfrm>
            <a:custGeom>
              <a:avLst/>
              <a:gdLst>
                <a:gd name="connsiteX0" fmla="*/ 0 w 758536"/>
                <a:gd name="connsiteY0" fmla="*/ 0 h 51955"/>
                <a:gd name="connsiteX1" fmla="*/ 758536 w 758536"/>
                <a:gd name="connsiteY1" fmla="*/ 51955 h 5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58536" h="51955">
                  <a:moveTo>
                    <a:pt x="0" y="0"/>
                  </a:moveTo>
                  <a:lnTo>
                    <a:pt x="758536" y="51955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任意多边形 52"/>
            <p:cNvSpPr/>
            <p:nvPr/>
          </p:nvSpPr>
          <p:spPr>
            <a:xfrm>
              <a:off x="9310255" y="4987636"/>
              <a:ext cx="337704" cy="145473"/>
            </a:xfrm>
            <a:custGeom>
              <a:avLst/>
              <a:gdLst>
                <a:gd name="connsiteX0" fmla="*/ 0 w 337704"/>
                <a:gd name="connsiteY0" fmla="*/ 145473 h 145473"/>
                <a:gd name="connsiteX1" fmla="*/ 337704 w 337704"/>
                <a:gd name="connsiteY1" fmla="*/ 0 h 145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7704" h="145473">
                  <a:moveTo>
                    <a:pt x="0" y="145473"/>
                  </a:moveTo>
                  <a:lnTo>
                    <a:pt x="337704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任意多边形 53"/>
            <p:cNvSpPr/>
            <p:nvPr/>
          </p:nvSpPr>
          <p:spPr>
            <a:xfrm>
              <a:off x="9341427" y="4888923"/>
              <a:ext cx="722168" cy="72736"/>
            </a:xfrm>
            <a:custGeom>
              <a:avLst/>
              <a:gdLst>
                <a:gd name="connsiteX0" fmla="*/ 0 w 722168"/>
                <a:gd name="connsiteY0" fmla="*/ 0 h 72736"/>
                <a:gd name="connsiteX1" fmla="*/ 722168 w 722168"/>
                <a:gd name="connsiteY1" fmla="*/ 72736 h 72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2168" h="72736">
                  <a:moveTo>
                    <a:pt x="0" y="0"/>
                  </a:moveTo>
                  <a:lnTo>
                    <a:pt x="722168" y="72736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任意多边形 54"/>
            <p:cNvSpPr/>
            <p:nvPr/>
          </p:nvSpPr>
          <p:spPr>
            <a:xfrm>
              <a:off x="9351818" y="4805795"/>
              <a:ext cx="722168" cy="67541"/>
            </a:xfrm>
            <a:custGeom>
              <a:avLst/>
              <a:gdLst>
                <a:gd name="connsiteX0" fmla="*/ 0 w 722168"/>
                <a:gd name="connsiteY0" fmla="*/ 0 h 67541"/>
                <a:gd name="connsiteX1" fmla="*/ 722168 w 722168"/>
                <a:gd name="connsiteY1" fmla="*/ 67541 h 67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2168" h="67541">
                  <a:moveTo>
                    <a:pt x="0" y="0"/>
                  </a:moveTo>
                  <a:lnTo>
                    <a:pt x="722168" y="67541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任意多边形 55"/>
            <p:cNvSpPr/>
            <p:nvPr/>
          </p:nvSpPr>
          <p:spPr>
            <a:xfrm>
              <a:off x="9288509" y="4688819"/>
              <a:ext cx="785477" cy="122171"/>
            </a:xfrm>
            <a:custGeom>
              <a:avLst/>
              <a:gdLst>
                <a:gd name="connsiteX0" fmla="*/ 0 w 784513"/>
                <a:gd name="connsiteY0" fmla="*/ 0 h 124691"/>
                <a:gd name="connsiteX1" fmla="*/ 384463 w 784513"/>
                <a:gd name="connsiteY1" fmla="*/ 124691 h 124691"/>
                <a:gd name="connsiteX2" fmla="*/ 784513 w 784513"/>
                <a:gd name="connsiteY2" fmla="*/ 93519 h 124691"/>
                <a:gd name="connsiteX3" fmla="*/ 779318 w 784513"/>
                <a:gd name="connsiteY3" fmla="*/ 36369 h 124691"/>
                <a:gd name="connsiteX4" fmla="*/ 290945 w 784513"/>
                <a:gd name="connsiteY4" fmla="*/ 36369 h 124691"/>
                <a:gd name="connsiteX5" fmla="*/ 0 w 784513"/>
                <a:gd name="connsiteY5" fmla="*/ 0 h 124691"/>
                <a:gd name="connsiteX0" fmla="*/ 0 w 784513"/>
                <a:gd name="connsiteY0" fmla="*/ 0 h 128863"/>
                <a:gd name="connsiteX1" fmla="*/ 384463 w 784513"/>
                <a:gd name="connsiteY1" fmla="*/ 124691 h 128863"/>
                <a:gd name="connsiteX2" fmla="*/ 784513 w 784513"/>
                <a:gd name="connsiteY2" fmla="*/ 93519 h 128863"/>
                <a:gd name="connsiteX3" fmla="*/ 779318 w 784513"/>
                <a:gd name="connsiteY3" fmla="*/ 36369 h 128863"/>
                <a:gd name="connsiteX4" fmla="*/ 290945 w 784513"/>
                <a:gd name="connsiteY4" fmla="*/ 36369 h 128863"/>
                <a:gd name="connsiteX5" fmla="*/ 0 w 784513"/>
                <a:gd name="connsiteY5" fmla="*/ 0 h 128863"/>
                <a:gd name="connsiteX0" fmla="*/ 0 w 784513"/>
                <a:gd name="connsiteY0" fmla="*/ 0 h 115406"/>
                <a:gd name="connsiteX1" fmla="*/ 384463 w 784513"/>
                <a:gd name="connsiteY1" fmla="*/ 109105 h 115406"/>
                <a:gd name="connsiteX2" fmla="*/ 784513 w 784513"/>
                <a:gd name="connsiteY2" fmla="*/ 93519 h 115406"/>
                <a:gd name="connsiteX3" fmla="*/ 779318 w 784513"/>
                <a:gd name="connsiteY3" fmla="*/ 36369 h 115406"/>
                <a:gd name="connsiteX4" fmla="*/ 290945 w 784513"/>
                <a:gd name="connsiteY4" fmla="*/ 36369 h 115406"/>
                <a:gd name="connsiteX5" fmla="*/ 0 w 784513"/>
                <a:gd name="connsiteY5" fmla="*/ 0 h 115406"/>
                <a:gd name="connsiteX0" fmla="*/ 0 w 784513"/>
                <a:gd name="connsiteY0" fmla="*/ 0 h 109105"/>
                <a:gd name="connsiteX1" fmla="*/ 384463 w 784513"/>
                <a:gd name="connsiteY1" fmla="*/ 109105 h 109105"/>
                <a:gd name="connsiteX2" fmla="*/ 784513 w 784513"/>
                <a:gd name="connsiteY2" fmla="*/ 93519 h 109105"/>
                <a:gd name="connsiteX3" fmla="*/ 779318 w 784513"/>
                <a:gd name="connsiteY3" fmla="*/ 36369 h 109105"/>
                <a:gd name="connsiteX4" fmla="*/ 290945 w 784513"/>
                <a:gd name="connsiteY4" fmla="*/ 36369 h 109105"/>
                <a:gd name="connsiteX5" fmla="*/ 0 w 784513"/>
                <a:gd name="connsiteY5" fmla="*/ 0 h 109105"/>
                <a:gd name="connsiteX0" fmla="*/ 0 w 784513"/>
                <a:gd name="connsiteY0" fmla="*/ 0 h 119496"/>
                <a:gd name="connsiteX1" fmla="*/ 384463 w 784513"/>
                <a:gd name="connsiteY1" fmla="*/ 119496 h 119496"/>
                <a:gd name="connsiteX2" fmla="*/ 784513 w 784513"/>
                <a:gd name="connsiteY2" fmla="*/ 93519 h 119496"/>
                <a:gd name="connsiteX3" fmla="*/ 779318 w 784513"/>
                <a:gd name="connsiteY3" fmla="*/ 36369 h 119496"/>
                <a:gd name="connsiteX4" fmla="*/ 290945 w 784513"/>
                <a:gd name="connsiteY4" fmla="*/ 36369 h 119496"/>
                <a:gd name="connsiteX5" fmla="*/ 0 w 784513"/>
                <a:gd name="connsiteY5" fmla="*/ 0 h 119496"/>
                <a:gd name="connsiteX0" fmla="*/ 964 w 785477"/>
                <a:gd name="connsiteY0" fmla="*/ 2675 h 122171"/>
                <a:gd name="connsiteX1" fmla="*/ 385427 w 785477"/>
                <a:gd name="connsiteY1" fmla="*/ 122171 h 122171"/>
                <a:gd name="connsiteX2" fmla="*/ 785477 w 785477"/>
                <a:gd name="connsiteY2" fmla="*/ 96194 h 122171"/>
                <a:gd name="connsiteX3" fmla="*/ 780282 w 785477"/>
                <a:gd name="connsiteY3" fmla="*/ 39044 h 122171"/>
                <a:gd name="connsiteX4" fmla="*/ 291909 w 785477"/>
                <a:gd name="connsiteY4" fmla="*/ 39044 h 122171"/>
                <a:gd name="connsiteX5" fmla="*/ 964 w 785477"/>
                <a:gd name="connsiteY5" fmla="*/ 2675 h 122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5477" h="122171">
                  <a:moveTo>
                    <a:pt x="964" y="2675"/>
                  </a:moveTo>
                  <a:cubicBezTo>
                    <a:pt x="16550" y="17395"/>
                    <a:pt x="265066" y="122172"/>
                    <a:pt x="385427" y="122171"/>
                  </a:cubicBezTo>
                  <a:cubicBezTo>
                    <a:pt x="505788" y="122170"/>
                    <a:pt x="719668" y="110914"/>
                    <a:pt x="785477" y="96194"/>
                  </a:cubicBezTo>
                  <a:lnTo>
                    <a:pt x="780282" y="39044"/>
                  </a:lnTo>
                  <a:cubicBezTo>
                    <a:pt x="698021" y="29519"/>
                    <a:pt x="421795" y="45105"/>
                    <a:pt x="291909" y="39044"/>
                  </a:cubicBezTo>
                  <a:cubicBezTo>
                    <a:pt x="162023" y="32983"/>
                    <a:pt x="-14622" y="-11179"/>
                    <a:pt x="964" y="2675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任意多边形 56"/>
            <p:cNvSpPr/>
            <p:nvPr/>
          </p:nvSpPr>
          <p:spPr>
            <a:xfrm>
              <a:off x="9268691" y="4634345"/>
              <a:ext cx="815687" cy="51955"/>
            </a:xfrm>
            <a:custGeom>
              <a:avLst/>
              <a:gdLst>
                <a:gd name="connsiteX0" fmla="*/ 0 w 810491"/>
                <a:gd name="connsiteY0" fmla="*/ 51955 h 51955"/>
                <a:gd name="connsiteX1" fmla="*/ 83127 w 810491"/>
                <a:gd name="connsiteY1" fmla="*/ 0 h 51955"/>
                <a:gd name="connsiteX2" fmla="*/ 810491 w 810491"/>
                <a:gd name="connsiteY2" fmla="*/ 31173 h 51955"/>
                <a:gd name="connsiteX0" fmla="*/ 0 w 815687"/>
                <a:gd name="connsiteY0" fmla="*/ 51955 h 51955"/>
                <a:gd name="connsiteX1" fmla="*/ 83127 w 815687"/>
                <a:gd name="connsiteY1" fmla="*/ 0 h 51955"/>
                <a:gd name="connsiteX2" fmla="*/ 815687 w 815687"/>
                <a:gd name="connsiteY2" fmla="*/ 36368 h 5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15687" h="51955">
                  <a:moveTo>
                    <a:pt x="0" y="51955"/>
                  </a:moveTo>
                  <a:lnTo>
                    <a:pt x="83127" y="0"/>
                  </a:lnTo>
                  <a:lnTo>
                    <a:pt x="815687" y="36368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任意多边形 57"/>
            <p:cNvSpPr/>
            <p:nvPr/>
          </p:nvSpPr>
          <p:spPr>
            <a:xfrm>
              <a:off x="10151917" y="4691495"/>
              <a:ext cx="186938" cy="93519"/>
            </a:xfrm>
            <a:custGeom>
              <a:avLst/>
              <a:gdLst>
                <a:gd name="connsiteX0" fmla="*/ 0 w 207818"/>
                <a:gd name="connsiteY0" fmla="*/ 103909 h 103909"/>
                <a:gd name="connsiteX1" fmla="*/ 202623 w 207818"/>
                <a:gd name="connsiteY1" fmla="*/ 93518 h 103909"/>
                <a:gd name="connsiteX2" fmla="*/ 207818 w 207818"/>
                <a:gd name="connsiteY2" fmla="*/ 0 h 103909"/>
                <a:gd name="connsiteX3" fmla="*/ 155864 w 207818"/>
                <a:gd name="connsiteY3" fmla="*/ 41563 h 103909"/>
                <a:gd name="connsiteX4" fmla="*/ 10391 w 207818"/>
                <a:gd name="connsiteY4" fmla="*/ 51954 h 103909"/>
                <a:gd name="connsiteX0" fmla="*/ 0 w 202623"/>
                <a:gd name="connsiteY0" fmla="*/ 93519 h 93519"/>
                <a:gd name="connsiteX1" fmla="*/ 202623 w 202623"/>
                <a:gd name="connsiteY1" fmla="*/ 83128 h 93519"/>
                <a:gd name="connsiteX2" fmla="*/ 176646 w 202623"/>
                <a:gd name="connsiteY2" fmla="*/ 0 h 93519"/>
                <a:gd name="connsiteX3" fmla="*/ 155864 w 202623"/>
                <a:gd name="connsiteY3" fmla="*/ 31173 h 93519"/>
                <a:gd name="connsiteX4" fmla="*/ 10391 w 202623"/>
                <a:gd name="connsiteY4" fmla="*/ 41564 h 93519"/>
                <a:gd name="connsiteX0" fmla="*/ 0 w 212129"/>
                <a:gd name="connsiteY0" fmla="*/ 93519 h 93519"/>
                <a:gd name="connsiteX1" fmla="*/ 202623 w 212129"/>
                <a:gd name="connsiteY1" fmla="*/ 83128 h 93519"/>
                <a:gd name="connsiteX2" fmla="*/ 176646 w 212129"/>
                <a:gd name="connsiteY2" fmla="*/ 0 h 93519"/>
                <a:gd name="connsiteX3" fmla="*/ 155864 w 212129"/>
                <a:gd name="connsiteY3" fmla="*/ 31173 h 93519"/>
                <a:gd name="connsiteX4" fmla="*/ 10391 w 212129"/>
                <a:gd name="connsiteY4" fmla="*/ 41564 h 93519"/>
                <a:gd name="connsiteX0" fmla="*/ 0 w 195850"/>
                <a:gd name="connsiteY0" fmla="*/ 93519 h 93519"/>
                <a:gd name="connsiteX1" fmla="*/ 182570 w 195850"/>
                <a:gd name="connsiteY1" fmla="*/ 83128 h 93519"/>
                <a:gd name="connsiteX2" fmla="*/ 176646 w 195850"/>
                <a:gd name="connsiteY2" fmla="*/ 0 h 93519"/>
                <a:gd name="connsiteX3" fmla="*/ 155864 w 195850"/>
                <a:gd name="connsiteY3" fmla="*/ 31173 h 93519"/>
                <a:gd name="connsiteX4" fmla="*/ 10391 w 195850"/>
                <a:gd name="connsiteY4" fmla="*/ 41564 h 93519"/>
                <a:gd name="connsiteX0" fmla="*/ 0 w 186938"/>
                <a:gd name="connsiteY0" fmla="*/ 93519 h 93519"/>
                <a:gd name="connsiteX1" fmla="*/ 182570 w 186938"/>
                <a:gd name="connsiteY1" fmla="*/ 83128 h 93519"/>
                <a:gd name="connsiteX2" fmla="*/ 176646 w 186938"/>
                <a:gd name="connsiteY2" fmla="*/ 0 h 93519"/>
                <a:gd name="connsiteX3" fmla="*/ 155864 w 186938"/>
                <a:gd name="connsiteY3" fmla="*/ 31173 h 93519"/>
                <a:gd name="connsiteX4" fmla="*/ 10391 w 186938"/>
                <a:gd name="connsiteY4" fmla="*/ 41564 h 93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6938" h="93519">
                  <a:moveTo>
                    <a:pt x="0" y="93519"/>
                  </a:moveTo>
                  <a:cubicBezTo>
                    <a:pt x="67541" y="90055"/>
                    <a:pt x="173182" y="90693"/>
                    <a:pt x="182570" y="83128"/>
                  </a:cubicBezTo>
                  <a:cubicBezTo>
                    <a:pt x="191958" y="75563"/>
                    <a:pt x="184439" y="8659"/>
                    <a:pt x="176646" y="0"/>
                  </a:cubicBezTo>
                  <a:lnTo>
                    <a:pt x="155864" y="31173"/>
                  </a:lnTo>
                  <a:lnTo>
                    <a:pt x="10391" y="41564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任意多边形 58"/>
            <p:cNvSpPr/>
            <p:nvPr/>
          </p:nvSpPr>
          <p:spPr>
            <a:xfrm>
              <a:off x="9221932" y="4468092"/>
              <a:ext cx="1257300" cy="869828"/>
            </a:xfrm>
            <a:custGeom>
              <a:avLst/>
              <a:gdLst>
                <a:gd name="connsiteX0" fmla="*/ 394854 w 1257300"/>
                <a:gd name="connsiteY0" fmla="*/ 0 h 852054"/>
                <a:gd name="connsiteX1" fmla="*/ 72736 w 1257300"/>
                <a:gd name="connsiteY1" fmla="*/ 10391 h 852054"/>
                <a:gd name="connsiteX2" fmla="*/ 0 w 1257300"/>
                <a:gd name="connsiteY2" fmla="*/ 670214 h 852054"/>
                <a:gd name="connsiteX3" fmla="*/ 77932 w 1257300"/>
                <a:gd name="connsiteY3" fmla="*/ 701386 h 852054"/>
                <a:gd name="connsiteX4" fmla="*/ 436418 w 1257300"/>
                <a:gd name="connsiteY4" fmla="*/ 524741 h 852054"/>
                <a:gd name="connsiteX5" fmla="*/ 1189759 w 1257300"/>
                <a:gd name="connsiteY5" fmla="*/ 571500 h 852054"/>
                <a:gd name="connsiteX6" fmla="*/ 872836 w 1257300"/>
                <a:gd name="connsiteY6" fmla="*/ 794904 h 852054"/>
                <a:gd name="connsiteX7" fmla="*/ 940377 w 1257300"/>
                <a:gd name="connsiteY7" fmla="*/ 72736 h 852054"/>
                <a:gd name="connsiteX8" fmla="*/ 1257300 w 1257300"/>
                <a:gd name="connsiteY8" fmla="*/ 20782 h 852054"/>
                <a:gd name="connsiteX9" fmla="*/ 1137804 w 1257300"/>
                <a:gd name="connsiteY9" fmla="*/ 20782 h 852054"/>
                <a:gd name="connsiteX10" fmla="*/ 872836 w 1257300"/>
                <a:gd name="connsiteY10" fmla="*/ 46759 h 852054"/>
                <a:gd name="connsiteX11" fmla="*/ 800100 w 1257300"/>
                <a:gd name="connsiteY11" fmla="*/ 846859 h 852054"/>
                <a:gd name="connsiteX12" fmla="*/ 909204 w 1257300"/>
                <a:gd name="connsiteY12" fmla="*/ 852054 h 852054"/>
                <a:gd name="connsiteX13" fmla="*/ 1252104 w 1257300"/>
                <a:gd name="connsiteY13" fmla="*/ 587086 h 852054"/>
                <a:gd name="connsiteX14" fmla="*/ 1174173 w 1257300"/>
                <a:gd name="connsiteY14" fmla="*/ 566304 h 852054"/>
                <a:gd name="connsiteX0" fmla="*/ 394854 w 1257300"/>
                <a:gd name="connsiteY0" fmla="*/ 0 h 919138"/>
                <a:gd name="connsiteX1" fmla="*/ 72736 w 1257300"/>
                <a:gd name="connsiteY1" fmla="*/ 10391 h 919138"/>
                <a:gd name="connsiteX2" fmla="*/ 0 w 1257300"/>
                <a:gd name="connsiteY2" fmla="*/ 670214 h 919138"/>
                <a:gd name="connsiteX3" fmla="*/ 77932 w 1257300"/>
                <a:gd name="connsiteY3" fmla="*/ 701386 h 919138"/>
                <a:gd name="connsiteX4" fmla="*/ 436418 w 1257300"/>
                <a:gd name="connsiteY4" fmla="*/ 524741 h 919138"/>
                <a:gd name="connsiteX5" fmla="*/ 1189759 w 1257300"/>
                <a:gd name="connsiteY5" fmla="*/ 571500 h 919138"/>
                <a:gd name="connsiteX6" fmla="*/ 872836 w 1257300"/>
                <a:gd name="connsiteY6" fmla="*/ 794904 h 919138"/>
                <a:gd name="connsiteX7" fmla="*/ 940377 w 1257300"/>
                <a:gd name="connsiteY7" fmla="*/ 72736 h 919138"/>
                <a:gd name="connsiteX8" fmla="*/ 1257300 w 1257300"/>
                <a:gd name="connsiteY8" fmla="*/ 20782 h 919138"/>
                <a:gd name="connsiteX9" fmla="*/ 1137804 w 1257300"/>
                <a:gd name="connsiteY9" fmla="*/ 20782 h 919138"/>
                <a:gd name="connsiteX10" fmla="*/ 872836 w 1257300"/>
                <a:gd name="connsiteY10" fmla="*/ 46759 h 919138"/>
                <a:gd name="connsiteX11" fmla="*/ 800100 w 1257300"/>
                <a:gd name="connsiteY11" fmla="*/ 846859 h 919138"/>
                <a:gd name="connsiteX12" fmla="*/ 909204 w 1257300"/>
                <a:gd name="connsiteY12" fmla="*/ 852054 h 919138"/>
                <a:gd name="connsiteX13" fmla="*/ 1252104 w 1257300"/>
                <a:gd name="connsiteY13" fmla="*/ 587086 h 919138"/>
                <a:gd name="connsiteX14" fmla="*/ 1174173 w 1257300"/>
                <a:gd name="connsiteY14" fmla="*/ 566304 h 919138"/>
                <a:gd name="connsiteX0" fmla="*/ 394854 w 1257300"/>
                <a:gd name="connsiteY0" fmla="*/ 0 h 874202"/>
                <a:gd name="connsiteX1" fmla="*/ 72736 w 1257300"/>
                <a:gd name="connsiteY1" fmla="*/ 10391 h 874202"/>
                <a:gd name="connsiteX2" fmla="*/ 0 w 1257300"/>
                <a:gd name="connsiteY2" fmla="*/ 670214 h 874202"/>
                <a:gd name="connsiteX3" fmla="*/ 77932 w 1257300"/>
                <a:gd name="connsiteY3" fmla="*/ 701386 h 874202"/>
                <a:gd name="connsiteX4" fmla="*/ 436418 w 1257300"/>
                <a:gd name="connsiteY4" fmla="*/ 524741 h 874202"/>
                <a:gd name="connsiteX5" fmla="*/ 1189759 w 1257300"/>
                <a:gd name="connsiteY5" fmla="*/ 571500 h 874202"/>
                <a:gd name="connsiteX6" fmla="*/ 872836 w 1257300"/>
                <a:gd name="connsiteY6" fmla="*/ 794904 h 874202"/>
                <a:gd name="connsiteX7" fmla="*/ 940377 w 1257300"/>
                <a:gd name="connsiteY7" fmla="*/ 72736 h 874202"/>
                <a:gd name="connsiteX8" fmla="*/ 1257300 w 1257300"/>
                <a:gd name="connsiteY8" fmla="*/ 20782 h 874202"/>
                <a:gd name="connsiteX9" fmla="*/ 1137804 w 1257300"/>
                <a:gd name="connsiteY9" fmla="*/ 20782 h 874202"/>
                <a:gd name="connsiteX10" fmla="*/ 872836 w 1257300"/>
                <a:gd name="connsiteY10" fmla="*/ 46759 h 874202"/>
                <a:gd name="connsiteX11" fmla="*/ 800100 w 1257300"/>
                <a:gd name="connsiteY11" fmla="*/ 748146 h 874202"/>
                <a:gd name="connsiteX12" fmla="*/ 909204 w 1257300"/>
                <a:gd name="connsiteY12" fmla="*/ 852054 h 874202"/>
                <a:gd name="connsiteX13" fmla="*/ 1252104 w 1257300"/>
                <a:gd name="connsiteY13" fmla="*/ 587086 h 874202"/>
                <a:gd name="connsiteX14" fmla="*/ 1174173 w 1257300"/>
                <a:gd name="connsiteY14" fmla="*/ 566304 h 874202"/>
                <a:gd name="connsiteX0" fmla="*/ 394854 w 1257300"/>
                <a:gd name="connsiteY0" fmla="*/ 0 h 874202"/>
                <a:gd name="connsiteX1" fmla="*/ 72736 w 1257300"/>
                <a:gd name="connsiteY1" fmla="*/ 10391 h 874202"/>
                <a:gd name="connsiteX2" fmla="*/ 0 w 1257300"/>
                <a:gd name="connsiteY2" fmla="*/ 670214 h 874202"/>
                <a:gd name="connsiteX3" fmla="*/ 77932 w 1257300"/>
                <a:gd name="connsiteY3" fmla="*/ 701386 h 874202"/>
                <a:gd name="connsiteX4" fmla="*/ 436418 w 1257300"/>
                <a:gd name="connsiteY4" fmla="*/ 524741 h 874202"/>
                <a:gd name="connsiteX5" fmla="*/ 1189759 w 1257300"/>
                <a:gd name="connsiteY5" fmla="*/ 571500 h 874202"/>
                <a:gd name="connsiteX6" fmla="*/ 872836 w 1257300"/>
                <a:gd name="connsiteY6" fmla="*/ 794904 h 874202"/>
                <a:gd name="connsiteX7" fmla="*/ 940377 w 1257300"/>
                <a:gd name="connsiteY7" fmla="*/ 72736 h 874202"/>
                <a:gd name="connsiteX8" fmla="*/ 1257300 w 1257300"/>
                <a:gd name="connsiteY8" fmla="*/ 20782 h 874202"/>
                <a:gd name="connsiteX9" fmla="*/ 1137804 w 1257300"/>
                <a:gd name="connsiteY9" fmla="*/ 20782 h 874202"/>
                <a:gd name="connsiteX10" fmla="*/ 872836 w 1257300"/>
                <a:gd name="connsiteY10" fmla="*/ 46759 h 874202"/>
                <a:gd name="connsiteX11" fmla="*/ 800100 w 1257300"/>
                <a:gd name="connsiteY11" fmla="*/ 748146 h 874202"/>
                <a:gd name="connsiteX12" fmla="*/ 909204 w 1257300"/>
                <a:gd name="connsiteY12" fmla="*/ 852054 h 874202"/>
                <a:gd name="connsiteX13" fmla="*/ 1252104 w 1257300"/>
                <a:gd name="connsiteY13" fmla="*/ 587086 h 874202"/>
                <a:gd name="connsiteX14" fmla="*/ 1174173 w 1257300"/>
                <a:gd name="connsiteY14" fmla="*/ 566304 h 874202"/>
                <a:gd name="connsiteX0" fmla="*/ 394854 w 1257300"/>
                <a:gd name="connsiteY0" fmla="*/ 0 h 919138"/>
                <a:gd name="connsiteX1" fmla="*/ 72736 w 1257300"/>
                <a:gd name="connsiteY1" fmla="*/ 10391 h 919138"/>
                <a:gd name="connsiteX2" fmla="*/ 0 w 1257300"/>
                <a:gd name="connsiteY2" fmla="*/ 670214 h 919138"/>
                <a:gd name="connsiteX3" fmla="*/ 77932 w 1257300"/>
                <a:gd name="connsiteY3" fmla="*/ 701386 h 919138"/>
                <a:gd name="connsiteX4" fmla="*/ 436418 w 1257300"/>
                <a:gd name="connsiteY4" fmla="*/ 524741 h 919138"/>
                <a:gd name="connsiteX5" fmla="*/ 1189759 w 1257300"/>
                <a:gd name="connsiteY5" fmla="*/ 571500 h 919138"/>
                <a:gd name="connsiteX6" fmla="*/ 872836 w 1257300"/>
                <a:gd name="connsiteY6" fmla="*/ 794904 h 919138"/>
                <a:gd name="connsiteX7" fmla="*/ 940377 w 1257300"/>
                <a:gd name="connsiteY7" fmla="*/ 72736 h 919138"/>
                <a:gd name="connsiteX8" fmla="*/ 1257300 w 1257300"/>
                <a:gd name="connsiteY8" fmla="*/ 20782 h 919138"/>
                <a:gd name="connsiteX9" fmla="*/ 1137804 w 1257300"/>
                <a:gd name="connsiteY9" fmla="*/ 20782 h 919138"/>
                <a:gd name="connsiteX10" fmla="*/ 872836 w 1257300"/>
                <a:gd name="connsiteY10" fmla="*/ 46759 h 919138"/>
                <a:gd name="connsiteX11" fmla="*/ 789709 w 1257300"/>
                <a:gd name="connsiteY11" fmla="*/ 846860 h 919138"/>
                <a:gd name="connsiteX12" fmla="*/ 909204 w 1257300"/>
                <a:gd name="connsiteY12" fmla="*/ 852054 h 919138"/>
                <a:gd name="connsiteX13" fmla="*/ 1252104 w 1257300"/>
                <a:gd name="connsiteY13" fmla="*/ 587086 h 919138"/>
                <a:gd name="connsiteX14" fmla="*/ 1174173 w 1257300"/>
                <a:gd name="connsiteY14" fmla="*/ 566304 h 919138"/>
                <a:gd name="connsiteX0" fmla="*/ 394854 w 1257300"/>
                <a:gd name="connsiteY0" fmla="*/ 0 h 870924"/>
                <a:gd name="connsiteX1" fmla="*/ 72736 w 1257300"/>
                <a:gd name="connsiteY1" fmla="*/ 10391 h 870924"/>
                <a:gd name="connsiteX2" fmla="*/ 0 w 1257300"/>
                <a:gd name="connsiteY2" fmla="*/ 670214 h 870924"/>
                <a:gd name="connsiteX3" fmla="*/ 77932 w 1257300"/>
                <a:gd name="connsiteY3" fmla="*/ 701386 h 870924"/>
                <a:gd name="connsiteX4" fmla="*/ 436418 w 1257300"/>
                <a:gd name="connsiteY4" fmla="*/ 524741 h 870924"/>
                <a:gd name="connsiteX5" fmla="*/ 1189759 w 1257300"/>
                <a:gd name="connsiteY5" fmla="*/ 571500 h 870924"/>
                <a:gd name="connsiteX6" fmla="*/ 872836 w 1257300"/>
                <a:gd name="connsiteY6" fmla="*/ 794904 h 870924"/>
                <a:gd name="connsiteX7" fmla="*/ 940377 w 1257300"/>
                <a:gd name="connsiteY7" fmla="*/ 72736 h 870924"/>
                <a:gd name="connsiteX8" fmla="*/ 1257300 w 1257300"/>
                <a:gd name="connsiteY8" fmla="*/ 20782 h 870924"/>
                <a:gd name="connsiteX9" fmla="*/ 1137804 w 1257300"/>
                <a:gd name="connsiteY9" fmla="*/ 20782 h 870924"/>
                <a:gd name="connsiteX10" fmla="*/ 872836 w 1257300"/>
                <a:gd name="connsiteY10" fmla="*/ 46759 h 870924"/>
                <a:gd name="connsiteX11" fmla="*/ 789709 w 1257300"/>
                <a:gd name="connsiteY11" fmla="*/ 846860 h 870924"/>
                <a:gd name="connsiteX12" fmla="*/ 909204 w 1257300"/>
                <a:gd name="connsiteY12" fmla="*/ 852054 h 870924"/>
                <a:gd name="connsiteX13" fmla="*/ 1252104 w 1257300"/>
                <a:gd name="connsiteY13" fmla="*/ 587086 h 870924"/>
                <a:gd name="connsiteX14" fmla="*/ 1174173 w 1257300"/>
                <a:gd name="connsiteY14" fmla="*/ 566304 h 870924"/>
                <a:gd name="connsiteX0" fmla="*/ 394854 w 1257300"/>
                <a:gd name="connsiteY0" fmla="*/ 0 h 872295"/>
                <a:gd name="connsiteX1" fmla="*/ 72736 w 1257300"/>
                <a:gd name="connsiteY1" fmla="*/ 10391 h 872295"/>
                <a:gd name="connsiteX2" fmla="*/ 0 w 1257300"/>
                <a:gd name="connsiteY2" fmla="*/ 670214 h 872295"/>
                <a:gd name="connsiteX3" fmla="*/ 77932 w 1257300"/>
                <a:gd name="connsiteY3" fmla="*/ 701386 h 872295"/>
                <a:gd name="connsiteX4" fmla="*/ 436418 w 1257300"/>
                <a:gd name="connsiteY4" fmla="*/ 524741 h 872295"/>
                <a:gd name="connsiteX5" fmla="*/ 1189759 w 1257300"/>
                <a:gd name="connsiteY5" fmla="*/ 571500 h 872295"/>
                <a:gd name="connsiteX6" fmla="*/ 872836 w 1257300"/>
                <a:gd name="connsiteY6" fmla="*/ 794904 h 872295"/>
                <a:gd name="connsiteX7" fmla="*/ 940377 w 1257300"/>
                <a:gd name="connsiteY7" fmla="*/ 72736 h 872295"/>
                <a:gd name="connsiteX8" fmla="*/ 1257300 w 1257300"/>
                <a:gd name="connsiteY8" fmla="*/ 20782 h 872295"/>
                <a:gd name="connsiteX9" fmla="*/ 1137804 w 1257300"/>
                <a:gd name="connsiteY9" fmla="*/ 20782 h 872295"/>
                <a:gd name="connsiteX10" fmla="*/ 872836 w 1257300"/>
                <a:gd name="connsiteY10" fmla="*/ 46759 h 872295"/>
                <a:gd name="connsiteX11" fmla="*/ 826077 w 1257300"/>
                <a:gd name="connsiteY11" fmla="*/ 852055 h 872295"/>
                <a:gd name="connsiteX12" fmla="*/ 909204 w 1257300"/>
                <a:gd name="connsiteY12" fmla="*/ 852054 h 872295"/>
                <a:gd name="connsiteX13" fmla="*/ 1252104 w 1257300"/>
                <a:gd name="connsiteY13" fmla="*/ 587086 h 872295"/>
                <a:gd name="connsiteX14" fmla="*/ 1174173 w 1257300"/>
                <a:gd name="connsiteY14" fmla="*/ 566304 h 872295"/>
                <a:gd name="connsiteX0" fmla="*/ 394854 w 1257300"/>
                <a:gd name="connsiteY0" fmla="*/ 0 h 873870"/>
                <a:gd name="connsiteX1" fmla="*/ 72736 w 1257300"/>
                <a:gd name="connsiteY1" fmla="*/ 10391 h 873870"/>
                <a:gd name="connsiteX2" fmla="*/ 0 w 1257300"/>
                <a:gd name="connsiteY2" fmla="*/ 670214 h 873870"/>
                <a:gd name="connsiteX3" fmla="*/ 77932 w 1257300"/>
                <a:gd name="connsiteY3" fmla="*/ 701386 h 873870"/>
                <a:gd name="connsiteX4" fmla="*/ 436418 w 1257300"/>
                <a:gd name="connsiteY4" fmla="*/ 524741 h 873870"/>
                <a:gd name="connsiteX5" fmla="*/ 1189759 w 1257300"/>
                <a:gd name="connsiteY5" fmla="*/ 571500 h 873870"/>
                <a:gd name="connsiteX6" fmla="*/ 872836 w 1257300"/>
                <a:gd name="connsiteY6" fmla="*/ 794904 h 873870"/>
                <a:gd name="connsiteX7" fmla="*/ 940377 w 1257300"/>
                <a:gd name="connsiteY7" fmla="*/ 72736 h 873870"/>
                <a:gd name="connsiteX8" fmla="*/ 1257300 w 1257300"/>
                <a:gd name="connsiteY8" fmla="*/ 20782 h 873870"/>
                <a:gd name="connsiteX9" fmla="*/ 1137804 w 1257300"/>
                <a:gd name="connsiteY9" fmla="*/ 20782 h 873870"/>
                <a:gd name="connsiteX10" fmla="*/ 872836 w 1257300"/>
                <a:gd name="connsiteY10" fmla="*/ 46759 h 873870"/>
                <a:gd name="connsiteX11" fmla="*/ 826077 w 1257300"/>
                <a:gd name="connsiteY11" fmla="*/ 857251 h 873870"/>
                <a:gd name="connsiteX12" fmla="*/ 909204 w 1257300"/>
                <a:gd name="connsiteY12" fmla="*/ 852054 h 873870"/>
                <a:gd name="connsiteX13" fmla="*/ 1252104 w 1257300"/>
                <a:gd name="connsiteY13" fmla="*/ 587086 h 873870"/>
                <a:gd name="connsiteX14" fmla="*/ 1174173 w 1257300"/>
                <a:gd name="connsiteY14" fmla="*/ 566304 h 873870"/>
                <a:gd name="connsiteX0" fmla="*/ 394854 w 1257300"/>
                <a:gd name="connsiteY0" fmla="*/ 0 h 925255"/>
                <a:gd name="connsiteX1" fmla="*/ 72736 w 1257300"/>
                <a:gd name="connsiteY1" fmla="*/ 10391 h 925255"/>
                <a:gd name="connsiteX2" fmla="*/ 0 w 1257300"/>
                <a:gd name="connsiteY2" fmla="*/ 670214 h 925255"/>
                <a:gd name="connsiteX3" fmla="*/ 77932 w 1257300"/>
                <a:gd name="connsiteY3" fmla="*/ 701386 h 925255"/>
                <a:gd name="connsiteX4" fmla="*/ 436418 w 1257300"/>
                <a:gd name="connsiteY4" fmla="*/ 524741 h 925255"/>
                <a:gd name="connsiteX5" fmla="*/ 1189759 w 1257300"/>
                <a:gd name="connsiteY5" fmla="*/ 571500 h 925255"/>
                <a:gd name="connsiteX6" fmla="*/ 872836 w 1257300"/>
                <a:gd name="connsiteY6" fmla="*/ 794904 h 925255"/>
                <a:gd name="connsiteX7" fmla="*/ 940377 w 1257300"/>
                <a:gd name="connsiteY7" fmla="*/ 72736 h 925255"/>
                <a:gd name="connsiteX8" fmla="*/ 1257300 w 1257300"/>
                <a:gd name="connsiteY8" fmla="*/ 20782 h 925255"/>
                <a:gd name="connsiteX9" fmla="*/ 1137804 w 1257300"/>
                <a:gd name="connsiteY9" fmla="*/ 20782 h 925255"/>
                <a:gd name="connsiteX10" fmla="*/ 898813 w 1257300"/>
                <a:gd name="connsiteY10" fmla="*/ 57149 h 925255"/>
                <a:gd name="connsiteX11" fmla="*/ 826077 w 1257300"/>
                <a:gd name="connsiteY11" fmla="*/ 857251 h 925255"/>
                <a:gd name="connsiteX12" fmla="*/ 909204 w 1257300"/>
                <a:gd name="connsiteY12" fmla="*/ 852054 h 925255"/>
                <a:gd name="connsiteX13" fmla="*/ 1252104 w 1257300"/>
                <a:gd name="connsiteY13" fmla="*/ 587086 h 925255"/>
                <a:gd name="connsiteX14" fmla="*/ 1174173 w 1257300"/>
                <a:gd name="connsiteY14" fmla="*/ 566304 h 925255"/>
                <a:gd name="connsiteX0" fmla="*/ 394854 w 1257300"/>
                <a:gd name="connsiteY0" fmla="*/ 0 h 869828"/>
                <a:gd name="connsiteX1" fmla="*/ 72736 w 1257300"/>
                <a:gd name="connsiteY1" fmla="*/ 10391 h 869828"/>
                <a:gd name="connsiteX2" fmla="*/ 0 w 1257300"/>
                <a:gd name="connsiteY2" fmla="*/ 670214 h 869828"/>
                <a:gd name="connsiteX3" fmla="*/ 77932 w 1257300"/>
                <a:gd name="connsiteY3" fmla="*/ 701386 h 869828"/>
                <a:gd name="connsiteX4" fmla="*/ 436418 w 1257300"/>
                <a:gd name="connsiteY4" fmla="*/ 524741 h 869828"/>
                <a:gd name="connsiteX5" fmla="*/ 1189759 w 1257300"/>
                <a:gd name="connsiteY5" fmla="*/ 571500 h 869828"/>
                <a:gd name="connsiteX6" fmla="*/ 872836 w 1257300"/>
                <a:gd name="connsiteY6" fmla="*/ 794904 h 869828"/>
                <a:gd name="connsiteX7" fmla="*/ 940377 w 1257300"/>
                <a:gd name="connsiteY7" fmla="*/ 72736 h 869828"/>
                <a:gd name="connsiteX8" fmla="*/ 1257300 w 1257300"/>
                <a:gd name="connsiteY8" fmla="*/ 20782 h 869828"/>
                <a:gd name="connsiteX9" fmla="*/ 1137804 w 1257300"/>
                <a:gd name="connsiteY9" fmla="*/ 20782 h 869828"/>
                <a:gd name="connsiteX10" fmla="*/ 898813 w 1257300"/>
                <a:gd name="connsiteY10" fmla="*/ 57149 h 869828"/>
                <a:gd name="connsiteX11" fmla="*/ 826077 w 1257300"/>
                <a:gd name="connsiteY11" fmla="*/ 857251 h 869828"/>
                <a:gd name="connsiteX12" fmla="*/ 909204 w 1257300"/>
                <a:gd name="connsiteY12" fmla="*/ 852054 h 869828"/>
                <a:gd name="connsiteX13" fmla="*/ 1252104 w 1257300"/>
                <a:gd name="connsiteY13" fmla="*/ 587086 h 869828"/>
                <a:gd name="connsiteX14" fmla="*/ 1174173 w 1257300"/>
                <a:gd name="connsiteY14" fmla="*/ 566304 h 869828"/>
                <a:gd name="connsiteX0" fmla="*/ 374801 w 1257300"/>
                <a:gd name="connsiteY0" fmla="*/ 0 h 869828"/>
                <a:gd name="connsiteX1" fmla="*/ 72736 w 1257300"/>
                <a:gd name="connsiteY1" fmla="*/ 10391 h 869828"/>
                <a:gd name="connsiteX2" fmla="*/ 0 w 1257300"/>
                <a:gd name="connsiteY2" fmla="*/ 670214 h 869828"/>
                <a:gd name="connsiteX3" fmla="*/ 77932 w 1257300"/>
                <a:gd name="connsiteY3" fmla="*/ 701386 h 869828"/>
                <a:gd name="connsiteX4" fmla="*/ 436418 w 1257300"/>
                <a:gd name="connsiteY4" fmla="*/ 524741 h 869828"/>
                <a:gd name="connsiteX5" fmla="*/ 1189759 w 1257300"/>
                <a:gd name="connsiteY5" fmla="*/ 571500 h 869828"/>
                <a:gd name="connsiteX6" fmla="*/ 872836 w 1257300"/>
                <a:gd name="connsiteY6" fmla="*/ 794904 h 869828"/>
                <a:gd name="connsiteX7" fmla="*/ 940377 w 1257300"/>
                <a:gd name="connsiteY7" fmla="*/ 72736 h 869828"/>
                <a:gd name="connsiteX8" fmla="*/ 1257300 w 1257300"/>
                <a:gd name="connsiteY8" fmla="*/ 20782 h 869828"/>
                <a:gd name="connsiteX9" fmla="*/ 1137804 w 1257300"/>
                <a:gd name="connsiteY9" fmla="*/ 20782 h 869828"/>
                <a:gd name="connsiteX10" fmla="*/ 898813 w 1257300"/>
                <a:gd name="connsiteY10" fmla="*/ 57149 h 869828"/>
                <a:gd name="connsiteX11" fmla="*/ 826077 w 1257300"/>
                <a:gd name="connsiteY11" fmla="*/ 857251 h 869828"/>
                <a:gd name="connsiteX12" fmla="*/ 909204 w 1257300"/>
                <a:gd name="connsiteY12" fmla="*/ 852054 h 869828"/>
                <a:gd name="connsiteX13" fmla="*/ 1252104 w 1257300"/>
                <a:gd name="connsiteY13" fmla="*/ 587086 h 869828"/>
                <a:gd name="connsiteX14" fmla="*/ 1174173 w 1257300"/>
                <a:gd name="connsiteY14" fmla="*/ 566304 h 869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57300" h="869828">
                  <a:moveTo>
                    <a:pt x="374801" y="0"/>
                  </a:moveTo>
                  <a:lnTo>
                    <a:pt x="72736" y="10391"/>
                  </a:lnTo>
                  <a:lnTo>
                    <a:pt x="0" y="670214"/>
                  </a:lnTo>
                  <a:lnTo>
                    <a:pt x="77932" y="701386"/>
                  </a:lnTo>
                  <a:lnTo>
                    <a:pt x="436418" y="524741"/>
                  </a:lnTo>
                  <a:lnTo>
                    <a:pt x="1189759" y="571500"/>
                  </a:lnTo>
                  <a:lnTo>
                    <a:pt x="872836" y="794904"/>
                  </a:lnTo>
                  <a:lnTo>
                    <a:pt x="940377" y="72736"/>
                  </a:lnTo>
                  <a:lnTo>
                    <a:pt x="1257300" y="20782"/>
                  </a:lnTo>
                  <a:lnTo>
                    <a:pt x="1137804" y="20782"/>
                  </a:lnTo>
                  <a:lnTo>
                    <a:pt x="898813" y="57149"/>
                  </a:lnTo>
                  <a:cubicBezTo>
                    <a:pt x="842529" y="194829"/>
                    <a:pt x="803564" y="870240"/>
                    <a:pt x="826077" y="857251"/>
                  </a:cubicBezTo>
                  <a:cubicBezTo>
                    <a:pt x="848590" y="844262"/>
                    <a:pt x="833870" y="895349"/>
                    <a:pt x="909204" y="852054"/>
                  </a:cubicBezTo>
                  <a:lnTo>
                    <a:pt x="1252104" y="587086"/>
                  </a:lnTo>
                  <a:lnTo>
                    <a:pt x="1174173" y="566304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任意多边形 59"/>
            <p:cNvSpPr/>
            <p:nvPr/>
          </p:nvSpPr>
          <p:spPr>
            <a:xfrm>
              <a:off x="9315450" y="4722668"/>
              <a:ext cx="46759" cy="358487"/>
            </a:xfrm>
            <a:custGeom>
              <a:avLst/>
              <a:gdLst>
                <a:gd name="connsiteX0" fmla="*/ 0 w 46759"/>
                <a:gd name="connsiteY0" fmla="*/ 358487 h 358487"/>
                <a:gd name="connsiteX1" fmla="*/ 46759 w 46759"/>
                <a:gd name="connsiteY1" fmla="*/ 0 h 3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6759" h="358487">
                  <a:moveTo>
                    <a:pt x="0" y="358487"/>
                  </a:moveTo>
                  <a:lnTo>
                    <a:pt x="46759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任意多边形 60"/>
            <p:cNvSpPr/>
            <p:nvPr/>
          </p:nvSpPr>
          <p:spPr>
            <a:xfrm>
              <a:off x="9367405" y="4514850"/>
              <a:ext cx="20781" cy="114300"/>
            </a:xfrm>
            <a:custGeom>
              <a:avLst/>
              <a:gdLst>
                <a:gd name="connsiteX0" fmla="*/ 0 w 20781"/>
                <a:gd name="connsiteY0" fmla="*/ 114300 h 114300"/>
                <a:gd name="connsiteX1" fmla="*/ 20781 w 20781"/>
                <a:gd name="connsiteY1" fmla="*/ 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781" h="114300">
                  <a:moveTo>
                    <a:pt x="0" y="114300"/>
                  </a:moveTo>
                  <a:lnTo>
                    <a:pt x="20781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任意多边形 61"/>
            <p:cNvSpPr/>
            <p:nvPr/>
          </p:nvSpPr>
          <p:spPr>
            <a:xfrm>
              <a:off x="10089573" y="5257800"/>
              <a:ext cx="41563" cy="62345"/>
            </a:xfrm>
            <a:custGeom>
              <a:avLst/>
              <a:gdLst>
                <a:gd name="connsiteX0" fmla="*/ 41563 w 41563"/>
                <a:gd name="connsiteY0" fmla="*/ 62345 h 62345"/>
                <a:gd name="connsiteX1" fmla="*/ 0 w 41563"/>
                <a:gd name="connsiteY1" fmla="*/ 0 h 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1563" h="62345">
                  <a:moveTo>
                    <a:pt x="41563" y="62345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7" name="Freeform 9"/>
          <p:cNvSpPr>
            <a:spLocks noEditPoints="1"/>
          </p:cNvSpPr>
          <p:nvPr/>
        </p:nvSpPr>
        <p:spPr bwMode="auto">
          <a:xfrm flipH="1">
            <a:off x="1408400" y="685855"/>
            <a:ext cx="597231" cy="636385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" name="圆角矩形 27"/>
          <p:cNvSpPr/>
          <p:nvPr/>
        </p:nvSpPr>
        <p:spPr>
          <a:xfrm>
            <a:off x="2649765" y="1412974"/>
            <a:ext cx="6892470" cy="3420964"/>
          </a:xfrm>
          <a:prstGeom prst="roundRect">
            <a:avLst/>
          </a:prstGeom>
          <a:noFill/>
          <a:ln w="254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9080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1" y="1775012"/>
            <a:ext cx="1307770" cy="597291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" y="3041586"/>
            <a:ext cx="1308100" cy="597291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0" y="4360384"/>
            <a:ext cx="1905213" cy="597291"/>
          </a:xfrm>
          <a:prstGeom prst="rect">
            <a:avLst/>
          </a:prstGeom>
          <a:solidFill>
            <a:srgbClr val="C60F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0481" y="1836767"/>
            <a:ext cx="2231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1</a:t>
            </a:r>
            <a:r>
              <a:rPr lang="zh-CN" altLang="en-US" sz="24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、思考法则</a:t>
            </a:r>
            <a:endParaRPr lang="zh-CN" altLang="en-US" sz="2400" dirty="0">
              <a:solidFill>
                <a:schemeClr val="bg1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-1" y="3155565"/>
            <a:ext cx="20528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2</a:t>
            </a:r>
            <a:r>
              <a:rPr lang="zh-CN" altLang="en-US" sz="24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、实践方法</a:t>
            </a:r>
            <a:endParaRPr lang="zh-CN" altLang="en-US" sz="2400" dirty="0">
              <a:solidFill>
                <a:schemeClr val="bg1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-1" y="4428196"/>
            <a:ext cx="2321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3</a:t>
            </a:r>
            <a:r>
              <a:rPr lang="zh-CN" altLang="en-US" sz="24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、内在提升</a:t>
            </a:r>
            <a:endParaRPr lang="zh-CN" altLang="en-US" sz="2400" dirty="0">
              <a:solidFill>
                <a:schemeClr val="bg1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331418" y="1851281"/>
            <a:ext cx="6901154" cy="3032096"/>
            <a:chOff x="4202274" y="1851281"/>
            <a:chExt cx="6901154" cy="3032096"/>
          </a:xfrm>
        </p:grpSpPr>
        <p:sp>
          <p:nvSpPr>
            <p:cNvPr id="2" name="矩形 1"/>
            <p:cNvSpPr/>
            <p:nvPr/>
          </p:nvSpPr>
          <p:spPr>
            <a:xfrm>
              <a:off x="4557485" y="1851281"/>
              <a:ext cx="6545943" cy="3032096"/>
            </a:xfrm>
            <a:prstGeom prst="rect">
              <a:avLst/>
            </a:prstGeom>
            <a:noFill/>
            <a:ln w="25400"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4202274" y="2569029"/>
              <a:ext cx="522514" cy="4725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4202274" y="3252458"/>
              <a:ext cx="522514" cy="4725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4202274" y="3998201"/>
              <a:ext cx="522514" cy="4725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4369576" y="2298432"/>
              <a:ext cx="6704824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200" b="1" dirty="0" smtClean="0">
                  <a:latin typeface="方正北魏楷书简体" panose="03000509000000000000" pitchFamily="65" charset="-122"/>
                  <a:ea typeface="方正北魏楷书简体" panose="03000509000000000000" pitchFamily="65" charset="-122"/>
                </a:rPr>
                <a:t>1</a:t>
              </a:r>
              <a:r>
                <a:rPr lang="zh-CN" altLang="en-US" sz="3200" b="1" dirty="0" smtClean="0">
                  <a:latin typeface="方正北魏楷书简体" panose="03000509000000000000" pitchFamily="65" charset="-122"/>
                  <a:ea typeface="方正北魏楷书简体" panose="03000509000000000000" pitchFamily="65" charset="-122"/>
                </a:rPr>
                <a:t>、自动法则：启动自动整理的机制</a:t>
              </a:r>
              <a:endParaRPr lang="en-US" altLang="zh-CN" sz="3200" b="1" dirty="0" smtClean="0">
                <a:latin typeface="方正北魏楷书简体" panose="03000509000000000000" pitchFamily="65" charset="-122"/>
                <a:ea typeface="方正北魏楷书简体" panose="03000509000000000000" pitchFamily="65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3200" b="1" dirty="0" smtClean="0">
                  <a:latin typeface="方正北魏楷书简体" panose="03000509000000000000" pitchFamily="65" charset="-122"/>
                  <a:ea typeface="方正北魏楷书简体" panose="03000509000000000000" pitchFamily="65" charset="-122"/>
                </a:rPr>
                <a:t>2</a:t>
              </a:r>
              <a:r>
                <a:rPr lang="zh-CN" altLang="en-US" sz="3200" b="1" dirty="0" smtClean="0">
                  <a:latin typeface="方正北魏楷书简体" panose="03000509000000000000" pitchFamily="65" charset="-122"/>
                  <a:ea typeface="方正北魏楷书简体" panose="03000509000000000000" pitchFamily="65" charset="-122"/>
                </a:rPr>
                <a:t>、利用物品不断提升自己</a:t>
              </a:r>
              <a:endParaRPr lang="en-US" altLang="zh-CN" sz="3200" b="1" dirty="0" smtClean="0">
                <a:latin typeface="方正北魏楷书简体" panose="03000509000000000000" pitchFamily="65" charset="-122"/>
                <a:ea typeface="方正北魏楷书简体" panose="03000509000000000000" pitchFamily="65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3200" b="1" dirty="0" smtClean="0">
                  <a:latin typeface="方正北魏楷书简体" panose="03000509000000000000" pitchFamily="65" charset="-122"/>
                  <a:ea typeface="方正北魏楷书简体" panose="03000509000000000000" pitchFamily="65" charset="-122"/>
                </a:rPr>
                <a:t>3</a:t>
              </a:r>
              <a:r>
                <a:rPr lang="zh-CN" altLang="en-US" sz="3200" b="1" dirty="0" smtClean="0">
                  <a:latin typeface="方正北魏楷书简体" panose="03000509000000000000" pitchFamily="65" charset="-122"/>
                  <a:ea typeface="方正北魏楷书简体" panose="03000509000000000000" pitchFamily="65" charset="-122"/>
                </a:rPr>
                <a:t>、更多看不见的变化会发生</a:t>
              </a:r>
              <a:endParaRPr lang="zh-CN" altLang="en-US" sz="3200" b="1" dirty="0">
                <a:latin typeface="方正北魏楷书简体" panose="03000509000000000000" pitchFamily="65" charset="-122"/>
                <a:ea typeface="方正北魏楷书简体" panose="03000509000000000000" pitchFamily="65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9739086" y="3860599"/>
            <a:ext cx="2145409" cy="2847930"/>
            <a:chOff x="9739086" y="3860599"/>
            <a:chExt cx="2145409" cy="2847930"/>
          </a:xfrm>
        </p:grpSpPr>
        <p:sp>
          <p:nvSpPr>
            <p:cNvPr id="22" name="椭圆 21"/>
            <p:cNvSpPr/>
            <p:nvPr/>
          </p:nvSpPr>
          <p:spPr>
            <a:xfrm>
              <a:off x="10713191" y="3860599"/>
              <a:ext cx="1039875" cy="1039875"/>
            </a:xfrm>
            <a:prstGeom prst="ellipse">
              <a:avLst/>
            </a:pr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22"/>
            <p:cNvSpPr/>
            <p:nvPr/>
          </p:nvSpPr>
          <p:spPr>
            <a:xfrm>
              <a:off x="10370899" y="4917190"/>
              <a:ext cx="1513596" cy="739466"/>
            </a:xfrm>
            <a:custGeom>
              <a:avLst/>
              <a:gdLst>
                <a:gd name="connsiteX0" fmla="*/ 1465943 w 1901372"/>
                <a:gd name="connsiteY0" fmla="*/ 188686 h 928914"/>
                <a:gd name="connsiteX1" fmla="*/ 0 w 1901372"/>
                <a:gd name="connsiteY1" fmla="*/ 0 h 928914"/>
                <a:gd name="connsiteX2" fmla="*/ 696686 w 1901372"/>
                <a:gd name="connsiteY2" fmla="*/ 420914 h 928914"/>
                <a:gd name="connsiteX3" fmla="*/ 943429 w 1901372"/>
                <a:gd name="connsiteY3" fmla="*/ 928914 h 928914"/>
                <a:gd name="connsiteX4" fmla="*/ 1901372 w 1901372"/>
                <a:gd name="connsiteY4" fmla="*/ 928914 h 928914"/>
                <a:gd name="connsiteX5" fmla="*/ 1465943 w 1901372"/>
                <a:gd name="connsiteY5" fmla="*/ 188686 h 92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01372" h="928914">
                  <a:moveTo>
                    <a:pt x="1465943" y="188686"/>
                  </a:moveTo>
                  <a:lnTo>
                    <a:pt x="0" y="0"/>
                  </a:lnTo>
                  <a:lnTo>
                    <a:pt x="696686" y="420914"/>
                  </a:lnTo>
                  <a:lnTo>
                    <a:pt x="943429" y="928914"/>
                  </a:lnTo>
                  <a:lnTo>
                    <a:pt x="1901372" y="928914"/>
                  </a:lnTo>
                  <a:lnTo>
                    <a:pt x="1465943" y="188686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23"/>
            <p:cNvSpPr/>
            <p:nvPr/>
          </p:nvSpPr>
          <p:spPr>
            <a:xfrm>
              <a:off x="10994825" y="5668654"/>
              <a:ext cx="889670" cy="1039875"/>
            </a:xfrm>
            <a:custGeom>
              <a:avLst/>
              <a:gdLst>
                <a:gd name="connsiteX0" fmla="*/ 43543 w 1016000"/>
                <a:gd name="connsiteY0" fmla="*/ 0 h 899886"/>
                <a:gd name="connsiteX1" fmla="*/ 0 w 1016000"/>
                <a:gd name="connsiteY1" fmla="*/ 841829 h 899886"/>
                <a:gd name="connsiteX2" fmla="*/ 551543 w 1016000"/>
                <a:gd name="connsiteY2" fmla="*/ 246743 h 899886"/>
                <a:gd name="connsiteX3" fmla="*/ 972457 w 1016000"/>
                <a:gd name="connsiteY3" fmla="*/ 899886 h 899886"/>
                <a:gd name="connsiteX4" fmla="*/ 1016000 w 1016000"/>
                <a:gd name="connsiteY4" fmla="*/ 58057 h 899886"/>
                <a:gd name="connsiteX5" fmla="*/ 43543 w 1016000"/>
                <a:gd name="connsiteY5" fmla="*/ 0 h 899886"/>
                <a:gd name="connsiteX0" fmla="*/ 43543 w 1030514"/>
                <a:gd name="connsiteY0" fmla="*/ 58057 h 957943"/>
                <a:gd name="connsiteX1" fmla="*/ 0 w 1030514"/>
                <a:gd name="connsiteY1" fmla="*/ 899886 h 957943"/>
                <a:gd name="connsiteX2" fmla="*/ 551543 w 1030514"/>
                <a:gd name="connsiteY2" fmla="*/ 304800 h 957943"/>
                <a:gd name="connsiteX3" fmla="*/ 972457 w 1030514"/>
                <a:gd name="connsiteY3" fmla="*/ 957943 h 957943"/>
                <a:gd name="connsiteX4" fmla="*/ 1030514 w 1030514"/>
                <a:gd name="connsiteY4" fmla="*/ 0 h 957943"/>
                <a:gd name="connsiteX5" fmla="*/ 43543 w 1030514"/>
                <a:gd name="connsiteY5" fmla="*/ 58057 h 957943"/>
                <a:gd name="connsiteX0" fmla="*/ 72571 w 1030514"/>
                <a:gd name="connsiteY0" fmla="*/ 0 h 972458"/>
                <a:gd name="connsiteX1" fmla="*/ 0 w 1030514"/>
                <a:gd name="connsiteY1" fmla="*/ 914401 h 972458"/>
                <a:gd name="connsiteX2" fmla="*/ 551543 w 1030514"/>
                <a:gd name="connsiteY2" fmla="*/ 319315 h 972458"/>
                <a:gd name="connsiteX3" fmla="*/ 972457 w 1030514"/>
                <a:gd name="connsiteY3" fmla="*/ 972458 h 972458"/>
                <a:gd name="connsiteX4" fmla="*/ 1030514 w 1030514"/>
                <a:gd name="connsiteY4" fmla="*/ 14515 h 972458"/>
                <a:gd name="connsiteX5" fmla="*/ 72571 w 1030514"/>
                <a:gd name="connsiteY5" fmla="*/ 0 h 972458"/>
                <a:gd name="connsiteX0" fmla="*/ 159656 w 1117599"/>
                <a:gd name="connsiteY0" fmla="*/ 0 h 1219201"/>
                <a:gd name="connsiteX1" fmla="*/ 0 w 1117599"/>
                <a:gd name="connsiteY1" fmla="*/ 1219201 h 1219201"/>
                <a:gd name="connsiteX2" fmla="*/ 638628 w 1117599"/>
                <a:gd name="connsiteY2" fmla="*/ 319315 h 1219201"/>
                <a:gd name="connsiteX3" fmla="*/ 1059542 w 1117599"/>
                <a:gd name="connsiteY3" fmla="*/ 972458 h 1219201"/>
                <a:gd name="connsiteX4" fmla="*/ 1117599 w 1117599"/>
                <a:gd name="connsiteY4" fmla="*/ 14515 h 1219201"/>
                <a:gd name="connsiteX5" fmla="*/ 159656 w 1117599"/>
                <a:gd name="connsiteY5" fmla="*/ 0 h 1219201"/>
                <a:gd name="connsiteX0" fmla="*/ 159656 w 1117599"/>
                <a:gd name="connsiteY0" fmla="*/ 0 h 1306286"/>
                <a:gd name="connsiteX1" fmla="*/ 0 w 1117599"/>
                <a:gd name="connsiteY1" fmla="*/ 1219201 h 1306286"/>
                <a:gd name="connsiteX2" fmla="*/ 638628 w 1117599"/>
                <a:gd name="connsiteY2" fmla="*/ 319315 h 1306286"/>
                <a:gd name="connsiteX3" fmla="*/ 1015999 w 1117599"/>
                <a:gd name="connsiteY3" fmla="*/ 1306286 h 1306286"/>
                <a:gd name="connsiteX4" fmla="*/ 1117599 w 1117599"/>
                <a:gd name="connsiteY4" fmla="*/ 14515 h 1306286"/>
                <a:gd name="connsiteX5" fmla="*/ 159656 w 1117599"/>
                <a:gd name="connsiteY5" fmla="*/ 0 h 1306286"/>
                <a:gd name="connsiteX0" fmla="*/ 159656 w 1117599"/>
                <a:gd name="connsiteY0" fmla="*/ 0 h 1306286"/>
                <a:gd name="connsiteX1" fmla="*/ 0 w 1117599"/>
                <a:gd name="connsiteY1" fmla="*/ 1219201 h 1306286"/>
                <a:gd name="connsiteX2" fmla="*/ 653143 w 1117599"/>
                <a:gd name="connsiteY2" fmla="*/ 464458 h 1306286"/>
                <a:gd name="connsiteX3" fmla="*/ 1015999 w 1117599"/>
                <a:gd name="connsiteY3" fmla="*/ 1306286 h 1306286"/>
                <a:gd name="connsiteX4" fmla="*/ 1117599 w 1117599"/>
                <a:gd name="connsiteY4" fmla="*/ 14515 h 1306286"/>
                <a:gd name="connsiteX5" fmla="*/ 159656 w 1117599"/>
                <a:gd name="connsiteY5" fmla="*/ 0 h 1306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17599" h="1306286">
                  <a:moveTo>
                    <a:pt x="159656" y="0"/>
                  </a:moveTo>
                  <a:lnTo>
                    <a:pt x="0" y="1219201"/>
                  </a:lnTo>
                  <a:lnTo>
                    <a:pt x="653143" y="464458"/>
                  </a:lnTo>
                  <a:lnTo>
                    <a:pt x="1015999" y="1306286"/>
                  </a:lnTo>
                  <a:lnTo>
                    <a:pt x="1117599" y="14515"/>
                  </a:lnTo>
                  <a:lnTo>
                    <a:pt x="159656" y="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24"/>
            <p:cNvSpPr/>
            <p:nvPr/>
          </p:nvSpPr>
          <p:spPr>
            <a:xfrm>
              <a:off x="9985279" y="5149430"/>
              <a:ext cx="647033" cy="335071"/>
            </a:xfrm>
            <a:custGeom>
              <a:avLst/>
              <a:gdLst>
                <a:gd name="connsiteX0" fmla="*/ 87086 w 812800"/>
                <a:gd name="connsiteY0" fmla="*/ 0 h 420914"/>
                <a:gd name="connsiteX1" fmla="*/ 420914 w 812800"/>
                <a:gd name="connsiteY1" fmla="*/ 145143 h 420914"/>
                <a:gd name="connsiteX2" fmla="*/ 812800 w 812800"/>
                <a:gd name="connsiteY2" fmla="*/ 43543 h 420914"/>
                <a:gd name="connsiteX3" fmla="*/ 725714 w 812800"/>
                <a:gd name="connsiteY3" fmla="*/ 377371 h 420914"/>
                <a:gd name="connsiteX4" fmla="*/ 261257 w 812800"/>
                <a:gd name="connsiteY4" fmla="*/ 420914 h 420914"/>
                <a:gd name="connsiteX5" fmla="*/ 0 w 812800"/>
                <a:gd name="connsiteY5" fmla="*/ 377371 h 420914"/>
                <a:gd name="connsiteX6" fmla="*/ 87086 w 812800"/>
                <a:gd name="connsiteY6" fmla="*/ 0 h 420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2800" h="420914">
                  <a:moveTo>
                    <a:pt x="87086" y="0"/>
                  </a:moveTo>
                  <a:lnTo>
                    <a:pt x="420914" y="145143"/>
                  </a:lnTo>
                  <a:lnTo>
                    <a:pt x="812800" y="43543"/>
                  </a:lnTo>
                  <a:lnTo>
                    <a:pt x="725714" y="377371"/>
                  </a:lnTo>
                  <a:lnTo>
                    <a:pt x="261257" y="420914"/>
                  </a:lnTo>
                  <a:lnTo>
                    <a:pt x="0" y="377371"/>
                  </a:lnTo>
                  <a:lnTo>
                    <a:pt x="87086" y="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6" name="直接连接符 25"/>
            <p:cNvCxnSpPr/>
            <p:nvPr/>
          </p:nvCxnSpPr>
          <p:spPr>
            <a:xfrm>
              <a:off x="9739086" y="5668654"/>
              <a:ext cx="1062983" cy="0"/>
            </a:xfrm>
            <a:prstGeom prst="line">
              <a:avLst/>
            </a:prstGeom>
            <a:ln w="127000" cap="rnd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任意多边形 26"/>
            <p:cNvSpPr/>
            <p:nvPr/>
          </p:nvSpPr>
          <p:spPr>
            <a:xfrm>
              <a:off x="9754195" y="5741126"/>
              <a:ext cx="1062984" cy="910345"/>
            </a:xfrm>
            <a:custGeom>
              <a:avLst/>
              <a:gdLst>
                <a:gd name="connsiteX0" fmla="*/ 0 w 1335315"/>
                <a:gd name="connsiteY0" fmla="*/ 0 h 1175657"/>
                <a:gd name="connsiteX1" fmla="*/ 145143 w 1335315"/>
                <a:gd name="connsiteY1" fmla="*/ 1175657 h 1175657"/>
                <a:gd name="connsiteX2" fmla="*/ 1190172 w 1335315"/>
                <a:gd name="connsiteY2" fmla="*/ 1175657 h 1175657"/>
                <a:gd name="connsiteX3" fmla="*/ 1335315 w 1335315"/>
                <a:gd name="connsiteY3" fmla="*/ 0 h 1175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35315" h="1175657">
                  <a:moveTo>
                    <a:pt x="0" y="0"/>
                  </a:moveTo>
                  <a:lnTo>
                    <a:pt x="145143" y="1175657"/>
                  </a:lnTo>
                  <a:lnTo>
                    <a:pt x="1190172" y="1175657"/>
                  </a:lnTo>
                  <a:lnTo>
                    <a:pt x="1335315" y="0"/>
                  </a:lnTo>
                </a:path>
              </a:pathLst>
            </a:custGeom>
            <a:ln w="38100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8" name="直接连接符 27"/>
            <p:cNvCxnSpPr/>
            <p:nvPr/>
          </p:nvCxnSpPr>
          <p:spPr>
            <a:xfrm>
              <a:off x="9758194" y="5888896"/>
              <a:ext cx="1039875" cy="0"/>
            </a:xfrm>
            <a:prstGeom prst="line">
              <a:avLst/>
            </a:prstGeom>
            <a:ln w="38100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9794635" y="6047988"/>
              <a:ext cx="999436" cy="3999"/>
            </a:xfrm>
            <a:prstGeom prst="line">
              <a:avLst/>
            </a:prstGeom>
            <a:ln w="38100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9822632" y="6211968"/>
              <a:ext cx="931887" cy="0"/>
            </a:xfrm>
            <a:prstGeom prst="line">
              <a:avLst/>
            </a:prstGeom>
            <a:ln w="38100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>
              <a:off x="9834630" y="6331954"/>
              <a:ext cx="911890" cy="0"/>
            </a:xfrm>
            <a:prstGeom prst="line">
              <a:avLst/>
            </a:prstGeom>
            <a:ln w="38100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>
              <a:off x="9830631" y="6443940"/>
              <a:ext cx="890559" cy="7999"/>
            </a:xfrm>
            <a:prstGeom prst="line">
              <a:avLst/>
            </a:prstGeom>
            <a:ln w="38100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>
              <a:off x="9842629" y="6555926"/>
              <a:ext cx="882560" cy="0"/>
            </a:xfrm>
            <a:prstGeom prst="line">
              <a:avLst/>
            </a:prstGeom>
            <a:ln w="38100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9904911" y="5741126"/>
              <a:ext cx="80368" cy="910345"/>
            </a:xfrm>
            <a:prstGeom prst="line">
              <a:avLst/>
            </a:prstGeom>
            <a:ln w="38100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 flipH="1">
              <a:off x="10578542" y="5741126"/>
              <a:ext cx="53770" cy="910345"/>
            </a:xfrm>
            <a:prstGeom prst="line">
              <a:avLst/>
            </a:prstGeom>
            <a:ln w="38100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 flipH="1">
              <a:off x="10438559" y="5741126"/>
              <a:ext cx="28055" cy="910345"/>
            </a:xfrm>
            <a:prstGeom prst="line">
              <a:avLst/>
            </a:prstGeom>
            <a:ln w="38100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>
              <a:off x="10045337" y="5741126"/>
              <a:ext cx="80370" cy="910345"/>
            </a:xfrm>
            <a:prstGeom prst="line">
              <a:avLst/>
            </a:prstGeom>
            <a:ln w="38100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>
              <a:off x="10251077" y="5741126"/>
              <a:ext cx="32832" cy="910345"/>
            </a:xfrm>
            <a:prstGeom prst="line">
              <a:avLst/>
            </a:prstGeom>
            <a:ln w="38100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矩形 38"/>
          <p:cNvSpPr/>
          <p:nvPr/>
        </p:nvSpPr>
        <p:spPr>
          <a:xfrm>
            <a:off x="0" y="435429"/>
            <a:ext cx="2249713" cy="725714"/>
          </a:xfrm>
          <a:prstGeom prst="rect">
            <a:avLst/>
          </a:prstGeom>
          <a:solidFill>
            <a:srgbClr val="C60F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2460172" y="435428"/>
            <a:ext cx="210456" cy="725714"/>
          </a:xfrm>
          <a:prstGeom prst="rect">
            <a:avLst/>
          </a:prstGeom>
          <a:solidFill>
            <a:srgbClr val="C60F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05564" y="278550"/>
            <a:ext cx="17839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 smtClean="0">
                <a:solidFill>
                  <a:schemeClr val="bg1"/>
                </a:solidFill>
                <a:latin typeface="Broadway" panose="04040905080B02020502" pitchFamily="82" charset="0"/>
                <a:ea typeface="微软雅黑" panose="020B0503020204020204" pitchFamily="34" charset="-122"/>
              </a:rPr>
              <a:t>how</a:t>
            </a:r>
            <a:endParaRPr lang="zh-CN" altLang="en-US" sz="5400" dirty="0">
              <a:solidFill>
                <a:schemeClr val="bg1"/>
              </a:solidFill>
              <a:latin typeface="Broadway" panose="04040905080B02020502" pitchFamily="82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54705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58156" y="740272"/>
            <a:ext cx="68756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靠自己的力量和意识作出有效的改变</a:t>
            </a:r>
            <a:endParaRPr lang="zh-CN" altLang="en-US" sz="3200" dirty="0"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30172" y="2075546"/>
            <a:ext cx="4731657" cy="2419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Blip>
                <a:blip r:embed="rId2"/>
              </a:buBlip>
            </a:pPr>
            <a:r>
              <a:rPr lang="zh-CN" altLang="en-US" b="1" dirty="0" smtClean="0">
                <a:ea typeface="微软雅黑" panose="020B0503020204020204" pitchFamily="34" charset="-122"/>
              </a:rPr>
              <a:t>自动整理的机制</a:t>
            </a:r>
            <a:endParaRPr lang="en-US" altLang="zh-CN" b="1" dirty="0" smtClean="0"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ea typeface="微软雅黑" panose="020B0503020204020204" pitchFamily="34" charset="-122"/>
              </a:rPr>
              <a:t>体内自动平衡令身体状况向更好的方向发展，人类对这种机制是绝对信赖的。</a:t>
            </a:r>
            <a:endParaRPr lang="en-US" altLang="zh-CN" dirty="0" smtClean="0"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Blip>
                <a:blip r:embed="rId2"/>
              </a:buBlip>
            </a:pPr>
            <a:r>
              <a:rPr lang="zh-CN" altLang="en-US" b="1" dirty="0">
                <a:ea typeface="微软雅黑" panose="020B0503020204020204" pitchFamily="34" charset="-122"/>
              </a:rPr>
              <a:t>断舍离</a:t>
            </a:r>
            <a:r>
              <a:rPr lang="zh-CN" altLang="en-US" b="1" dirty="0" smtClean="0">
                <a:ea typeface="微软雅黑" panose="020B0503020204020204" pitchFamily="34" charset="-122"/>
              </a:rPr>
              <a:t>与自动化</a:t>
            </a:r>
            <a:endParaRPr lang="en-US" altLang="zh-CN" b="1" dirty="0" smtClean="0"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ea typeface="微软雅黑" panose="020B0503020204020204" pitchFamily="34" charset="-122"/>
              </a:rPr>
              <a:t>这个阶段，维护</a:t>
            </a:r>
            <a:r>
              <a:rPr lang="zh-CN" altLang="en-US" dirty="0">
                <a:ea typeface="微软雅黑" panose="020B0503020204020204" pitchFamily="34" charset="-122"/>
              </a:rPr>
              <a:t>住所与生活的</a:t>
            </a:r>
            <a:r>
              <a:rPr lang="zh-CN" altLang="en-US" dirty="0" smtClean="0">
                <a:ea typeface="微软雅黑" panose="020B0503020204020204" pitchFamily="34" charset="-122"/>
              </a:rPr>
              <a:t>舒适有序已经变成了理所当然、自动化的事</a:t>
            </a:r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3086327" y="4868863"/>
            <a:ext cx="6019346" cy="118903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470737" y="5109438"/>
            <a:ext cx="54718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方正北魏楷书简体" panose="03000509000000000000" pitchFamily="65" charset="-122"/>
                <a:ea typeface="方正北魏楷书简体" panose="03000509000000000000" pitchFamily="65" charset="-122"/>
              </a:rPr>
              <a:t>所谓断舍离，就是</a:t>
            </a:r>
            <a:r>
              <a:rPr lang="zh-CN" altLang="en-US" sz="2000" b="1" dirty="0" smtClean="0">
                <a:solidFill>
                  <a:srgbClr val="C60F13"/>
                </a:solidFill>
                <a:latin typeface="方正北魏楷书简体" panose="03000509000000000000" pitchFamily="65" charset="-122"/>
                <a:ea typeface="方正北魏楷书简体" panose="03000509000000000000" pitchFamily="65" charset="-122"/>
              </a:rPr>
              <a:t>训练自己成为能够信赖的自己</a:t>
            </a:r>
            <a:r>
              <a:rPr lang="zh-CN" altLang="en-US" sz="2000" dirty="0" smtClean="0">
                <a:latin typeface="方正北魏楷书简体" panose="03000509000000000000" pitchFamily="65" charset="-122"/>
                <a:ea typeface="方正北魏楷书简体" panose="03000509000000000000" pitchFamily="65" charset="-122"/>
              </a:rPr>
              <a:t>，最终彻底脱离“没法收拾的自己”！</a:t>
            </a:r>
            <a:endParaRPr lang="zh-CN" altLang="en-US" sz="2000" dirty="0">
              <a:latin typeface="方正北魏楷书简体" panose="03000509000000000000" pitchFamily="65" charset="-122"/>
              <a:ea typeface="方正北魏楷书简体" panose="03000509000000000000" pitchFamily="65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2500993" y="740"/>
            <a:ext cx="7190014" cy="597291"/>
            <a:chOff x="1308100" y="740"/>
            <a:chExt cx="7190014" cy="597291"/>
          </a:xfrm>
        </p:grpSpPr>
        <p:sp>
          <p:nvSpPr>
            <p:cNvPr id="6" name="矩形 5"/>
            <p:cNvSpPr/>
            <p:nvPr/>
          </p:nvSpPr>
          <p:spPr>
            <a:xfrm>
              <a:off x="1308100" y="740"/>
              <a:ext cx="6892471" cy="597291"/>
            </a:xfrm>
            <a:prstGeom prst="rect">
              <a:avLst/>
            </a:prstGeom>
            <a:solidFill>
              <a:srgbClr val="C60F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C60F13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529431" y="68552"/>
              <a:ext cx="696868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bg1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内在提升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——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自动法则：启动自动整理的机制</a:t>
              </a:r>
              <a:endParaRPr lang="zh-CN" altLang="en-US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 flipH="1">
            <a:off x="2341222" y="4965104"/>
            <a:ext cx="553796" cy="996553"/>
            <a:chOff x="9418919" y="4942768"/>
            <a:chExt cx="799697" cy="1439051"/>
          </a:xfrm>
        </p:grpSpPr>
        <p:sp>
          <p:nvSpPr>
            <p:cNvPr id="14" name="椭圆 13"/>
            <p:cNvSpPr/>
            <p:nvPr/>
          </p:nvSpPr>
          <p:spPr>
            <a:xfrm>
              <a:off x="9820031" y="6264588"/>
              <a:ext cx="398585" cy="11723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9820031" y="6240584"/>
              <a:ext cx="398585" cy="11723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/>
            <p:cNvSpPr/>
            <p:nvPr/>
          </p:nvSpPr>
          <p:spPr>
            <a:xfrm rot="2105349">
              <a:off x="9418919" y="5307799"/>
              <a:ext cx="236376" cy="4571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/>
          </p:nvSpPr>
          <p:spPr>
            <a:xfrm>
              <a:off x="9440985" y="5115169"/>
              <a:ext cx="257907" cy="281354"/>
            </a:xfrm>
            <a:custGeom>
              <a:avLst/>
              <a:gdLst>
                <a:gd name="connsiteX0" fmla="*/ 0 w 257907"/>
                <a:gd name="connsiteY0" fmla="*/ 144585 h 281354"/>
                <a:gd name="connsiteX1" fmla="*/ 171938 w 257907"/>
                <a:gd name="connsiteY1" fmla="*/ 0 h 281354"/>
                <a:gd name="connsiteX2" fmla="*/ 257907 w 257907"/>
                <a:gd name="connsiteY2" fmla="*/ 66431 h 281354"/>
                <a:gd name="connsiteX3" fmla="*/ 199292 w 257907"/>
                <a:gd name="connsiteY3" fmla="*/ 281354 h 281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7907" h="281354">
                  <a:moveTo>
                    <a:pt x="0" y="144585"/>
                  </a:moveTo>
                  <a:lnTo>
                    <a:pt x="171938" y="0"/>
                  </a:lnTo>
                  <a:lnTo>
                    <a:pt x="257907" y="66431"/>
                  </a:lnTo>
                  <a:lnTo>
                    <a:pt x="199292" y="281354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9624647" y="5025293"/>
              <a:ext cx="125046" cy="148492"/>
            </a:xfrm>
            <a:custGeom>
              <a:avLst/>
              <a:gdLst>
                <a:gd name="connsiteX0" fmla="*/ 0 w 113323"/>
                <a:gd name="connsiteY0" fmla="*/ 93785 h 140677"/>
                <a:gd name="connsiteX1" fmla="*/ 82062 w 113323"/>
                <a:gd name="connsiteY1" fmla="*/ 0 h 140677"/>
                <a:gd name="connsiteX2" fmla="*/ 113323 w 113323"/>
                <a:gd name="connsiteY2" fmla="*/ 23446 h 140677"/>
                <a:gd name="connsiteX3" fmla="*/ 74246 w 113323"/>
                <a:gd name="connsiteY3" fmla="*/ 140677 h 140677"/>
                <a:gd name="connsiteX0" fmla="*/ 0 w 125046"/>
                <a:gd name="connsiteY0" fmla="*/ 93785 h 140677"/>
                <a:gd name="connsiteX1" fmla="*/ 82062 w 125046"/>
                <a:gd name="connsiteY1" fmla="*/ 0 h 140677"/>
                <a:gd name="connsiteX2" fmla="*/ 125046 w 125046"/>
                <a:gd name="connsiteY2" fmla="*/ 31261 h 140677"/>
                <a:gd name="connsiteX3" fmla="*/ 74246 w 125046"/>
                <a:gd name="connsiteY3" fmla="*/ 140677 h 140677"/>
                <a:gd name="connsiteX0" fmla="*/ 0 w 125046"/>
                <a:gd name="connsiteY0" fmla="*/ 93785 h 148492"/>
                <a:gd name="connsiteX1" fmla="*/ 82062 w 125046"/>
                <a:gd name="connsiteY1" fmla="*/ 0 h 148492"/>
                <a:gd name="connsiteX2" fmla="*/ 125046 w 125046"/>
                <a:gd name="connsiteY2" fmla="*/ 31261 h 148492"/>
                <a:gd name="connsiteX3" fmla="*/ 66431 w 125046"/>
                <a:gd name="connsiteY3" fmla="*/ 148492 h 14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5046" h="148492">
                  <a:moveTo>
                    <a:pt x="0" y="93785"/>
                  </a:moveTo>
                  <a:lnTo>
                    <a:pt x="82062" y="0"/>
                  </a:lnTo>
                  <a:lnTo>
                    <a:pt x="125046" y="31261"/>
                  </a:lnTo>
                  <a:lnTo>
                    <a:pt x="66431" y="148492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1"/>
            <p:cNvSpPr/>
            <p:nvPr/>
          </p:nvSpPr>
          <p:spPr>
            <a:xfrm>
              <a:off x="9718433" y="4942768"/>
              <a:ext cx="350109" cy="1356431"/>
            </a:xfrm>
            <a:custGeom>
              <a:avLst/>
              <a:gdLst>
                <a:gd name="connsiteX0" fmla="*/ 46893 w 351693"/>
                <a:gd name="connsiteY0" fmla="*/ 113323 h 1359877"/>
                <a:gd name="connsiteX1" fmla="*/ 191477 w 351693"/>
                <a:gd name="connsiteY1" fmla="*/ 39077 h 1359877"/>
                <a:gd name="connsiteX2" fmla="*/ 316523 w 351693"/>
                <a:gd name="connsiteY2" fmla="*/ 105508 h 1359877"/>
                <a:gd name="connsiteX3" fmla="*/ 300893 w 351693"/>
                <a:gd name="connsiteY3" fmla="*/ 1355969 h 1359877"/>
                <a:gd name="connsiteX4" fmla="*/ 347785 w 351693"/>
                <a:gd name="connsiteY4" fmla="*/ 1359877 h 1359877"/>
                <a:gd name="connsiteX5" fmla="*/ 351693 w 351693"/>
                <a:gd name="connsiteY5" fmla="*/ 89877 h 1359877"/>
                <a:gd name="connsiteX6" fmla="*/ 191477 w 351693"/>
                <a:gd name="connsiteY6" fmla="*/ 0 h 1359877"/>
                <a:gd name="connsiteX7" fmla="*/ 0 w 351693"/>
                <a:gd name="connsiteY7" fmla="*/ 89877 h 1359877"/>
                <a:gd name="connsiteX8" fmla="*/ 46893 w 351693"/>
                <a:gd name="connsiteY8" fmla="*/ 113323 h 1359877"/>
                <a:gd name="connsiteX0" fmla="*/ 31262 w 336062"/>
                <a:gd name="connsiteY0" fmla="*/ 113323 h 1359877"/>
                <a:gd name="connsiteX1" fmla="*/ 175846 w 336062"/>
                <a:gd name="connsiteY1" fmla="*/ 39077 h 1359877"/>
                <a:gd name="connsiteX2" fmla="*/ 300892 w 336062"/>
                <a:gd name="connsiteY2" fmla="*/ 105508 h 1359877"/>
                <a:gd name="connsiteX3" fmla="*/ 285262 w 336062"/>
                <a:gd name="connsiteY3" fmla="*/ 1355969 h 1359877"/>
                <a:gd name="connsiteX4" fmla="*/ 332154 w 336062"/>
                <a:gd name="connsiteY4" fmla="*/ 1359877 h 1359877"/>
                <a:gd name="connsiteX5" fmla="*/ 336062 w 336062"/>
                <a:gd name="connsiteY5" fmla="*/ 89877 h 1359877"/>
                <a:gd name="connsiteX6" fmla="*/ 175846 w 336062"/>
                <a:gd name="connsiteY6" fmla="*/ 0 h 1359877"/>
                <a:gd name="connsiteX7" fmla="*/ 0 w 336062"/>
                <a:gd name="connsiteY7" fmla="*/ 105508 h 1359877"/>
                <a:gd name="connsiteX8" fmla="*/ 31262 w 336062"/>
                <a:gd name="connsiteY8" fmla="*/ 113323 h 1359877"/>
                <a:gd name="connsiteX0" fmla="*/ 31262 w 336062"/>
                <a:gd name="connsiteY0" fmla="*/ 118218 h 1364772"/>
                <a:gd name="connsiteX1" fmla="*/ 175846 w 336062"/>
                <a:gd name="connsiteY1" fmla="*/ 43972 h 1364772"/>
                <a:gd name="connsiteX2" fmla="*/ 300892 w 336062"/>
                <a:gd name="connsiteY2" fmla="*/ 110403 h 1364772"/>
                <a:gd name="connsiteX3" fmla="*/ 285262 w 336062"/>
                <a:gd name="connsiteY3" fmla="*/ 1360864 h 1364772"/>
                <a:gd name="connsiteX4" fmla="*/ 332154 w 336062"/>
                <a:gd name="connsiteY4" fmla="*/ 1364772 h 1364772"/>
                <a:gd name="connsiteX5" fmla="*/ 336062 w 336062"/>
                <a:gd name="connsiteY5" fmla="*/ 94772 h 1364772"/>
                <a:gd name="connsiteX6" fmla="*/ 175846 w 336062"/>
                <a:gd name="connsiteY6" fmla="*/ 4895 h 1364772"/>
                <a:gd name="connsiteX7" fmla="*/ 0 w 336062"/>
                <a:gd name="connsiteY7" fmla="*/ 110403 h 1364772"/>
                <a:gd name="connsiteX8" fmla="*/ 31262 w 336062"/>
                <a:gd name="connsiteY8" fmla="*/ 118218 h 1364772"/>
                <a:gd name="connsiteX0" fmla="*/ 31262 w 360682"/>
                <a:gd name="connsiteY0" fmla="*/ 118218 h 1364772"/>
                <a:gd name="connsiteX1" fmla="*/ 175846 w 360682"/>
                <a:gd name="connsiteY1" fmla="*/ 43972 h 1364772"/>
                <a:gd name="connsiteX2" fmla="*/ 300892 w 360682"/>
                <a:gd name="connsiteY2" fmla="*/ 110403 h 1364772"/>
                <a:gd name="connsiteX3" fmla="*/ 285262 w 360682"/>
                <a:gd name="connsiteY3" fmla="*/ 1360864 h 1364772"/>
                <a:gd name="connsiteX4" fmla="*/ 332154 w 360682"/>
                <a:gd name="connsiteY4" fmla="*/ 1364772 h 1364772"/>
                <a:gd name="connsiteX5" fmla="*/ 336062 w 360682"/>
                <a:gd name="connsiteY5" fmla="*/ 94772 h 1364772"/>
                <a:gd name="connsiteX6" fmla="*/ 175846 w 360682"/>
                <a:gd name="connsiteY6" fmla="*/ 4895 h 1364772"/>
                <a:gd name="connsiteX7" fmla="*/ 0 w 360682"/>
                <a:gd name="connsiteY7" fmla="*/ 110403 h 1364772"/>
                <a:gd name="connsiteX8" fmla="*/ 31262 w 360682"/>
                <a:gd name="connsiteY8" fmla="*/ 118218 h 1364772"/>
                <a:gd name="connsiteX0" fmla="*/ 31262 w 360682"/>
                <a:gd name="connsiteY0" fmla="*/ 126557 h 1373111"/>
                <a:gd name="connsiteX1" fmla="*/ 175846 w 360682"/>
                <a:gd name="connsiteY1" fmla="*/ 52311 h 1373111"/>
                <a:gd name="connsiteX2" fmla="*/ 300892 w 360682"/>
                <a:gd name="connsiteY2" fmla="*/ 118742 h 1373111"/>
                <a:gd name="connsiteX3" fmla="*/ 285262 w 360682"/>
                <a:gd name="connsiteY3" fmla="*/ 1369203 h 1373111"/>
                <a:gd name="connsiteX4" fmla="*/ 332154 w 360682"/>
                <a:gd name="connsiteY4" fmla="*/ 1373111 h 1373111"/>
                <a:gd name="connsiteX5" fmla="*/ 336062 w 360682"/>
                <a:gd name="connsiteY5" fmla="*/ 103111 h 1373111"/>
                <a:gd name="connsiteX6" fmla="*/ 175846 w 360682"/>
                <a:gd name="connsiteY6" fmla="*/ 13234 h 1373111"/>
                <a:gd name="connsiteX7" fmla="*/ 0 w 360682"/>
                <a:gd name="connsiteY7" fmla="*/ 118742 h 1373111"/>
                <a:gd name="connsiteX8" fmla="*/ 31262 w 360682"/>
                <a:gd name="connsiteY8" fmla="*/ 126557 h 1373111"/>
                <a:gd name="connsiteX0" fmla="*/ 31262 w 360682"/>
                <a:gd name="connsiteY0" fmla="*/ 212352 h 1458906"/>
                <a:gd name="connsiteX1" fmla="*/ 175846 w 360682"/>
                <a:gd name="connsiteY1" fmla="*/ 138106 h 1458906"/>
                <a:gd name="connsiteX2" fmla="*/ 300892 w 360682"/>
                <a:gd name="connsiteY2" fmla="*/ 204537 h 1458906"/>
                <a:gd name="connsiteX3" fmla="*/ 285262 w 360682"/>
                <a:gd name="connsiteY3" fmla="*/ 1454998 h 1458906"/>
                <a:gd name="connsiteX4" fmla="*/ 332154 w 360682"/>
                <a:gd name="connsiteY4" fmla="*/ 1458906 h 1458906"/>
                <a:gd name="connsiteX5" fmla="*/ 336062 w 360682"/>
                <a:gd name="connsiteY5" fmla="*/ 188906 h 1458906"/>
                <a:gd name="connsiteX6" fmla="*/ 175846 w 360682"/>
                <a:gd name="connsiteY6" fmla="*/ 99029 h 1458906"/>
                <a:gd name="connsiteX7" fmla="*/ 0 w 360682"/>
                <a:gd name="connsiteY7" fmla="*/ 204537 h 1458906"/>
                <a:gd name="connsiteX8" fmla="*/ 31262 w 360682"/>
                <a:gd name="connsiteY8" fmla="*/ 212352 h 1458906"/>
                <a:gd name="connsiteX0" fmla="*/ 31262 w 360682"/>
                <a:gd name="connsiteY0" fmla="*/ 118219 h 1364773"/>
                <a:gd name="connsiteX1" fmla="*/ 175846 w 360682"/>
                <a:gd name="connsiteY1" fmla="*/ 43973 h 1364773"/>
                <a:gd name="connsiteX2" fmla="*/ 300892 w 360682"/>
                <a:gd name="connsiteY2" fmla="*/ 110404 h 1364773"/>
                <a:gd name="connsiteX3" fmla="*/ 285262 w 360682"/>
                <a:gd name="connsiteY3" fmla="*/ 1360865 h 1364773"/>
                <a:gd name="connsiteX4" fmla="*/ 332154 w 360682"/>
                <a:gd name="connsiteY4" fmla="*/ 1364773 h 1364773"/>
                <a:gd name="connsiteX5" fmla="*/ 336062 w 360682"/>
                <a:gd name="connsiteY5" fmla="*/ 94773 h 1364773"/>
                <a:gd name="connsiteX6" fmla="*/ 175846 w 360682"/>
                <a:gd name="connsiteY6" fmla="*/ 4896 h 1364773"/>
                <a:gd name="connsiteX7" fmla="*/ 0 w 360682"/>
                <a:gd name="connsiteY7" fmla="*/ 110404 h 1364773"/>
                <a:gd name="connsiteX8" fmla="*/ 31262 w 360682"/>
                <a:gd name="connsiteY8" fmla="*/ 118219 h 1364773"/>
                <a:gd name="connsiteX0" fmla="*/ 31262 w 360682"/>
                <a:gd name="connsiteY0" fmla="*/ 118219 h 1364773"/>
                <a:gd name="connsiteX1" fmla="*/ 175846 w 360682"/>
                <a:gd name="connsiteY1" fmla="*/ 43973 h 1364773"/>
                <a:gd name="connsiteX2" fmla="*/ 304799 w 360682"/>
                <a:gd name="connsiteY2" fmla="*/ 133850 h 1364773"/>
                <a:gd name="connsiteX3" fmla="*/ 285262 w 360682"/>
                <a:gd name="connsiteY3" fmla="*/ 1360865 h 1364773"/>
                <a:gd name="connsiteX4" fmla="*/ 332154 w 360682"/>
                <a:gd name="connsiteY4" fmla="*/ 1364773 h 1364773"/>
                <a:gd name="connsiteX5" fmla="*/ 336062 w 360682"/>
                <a:gd name="connsiteY5" fmla="*/ 94773 h 1364773"/>
                <a:gd name="connsiteX6" fmla="*/ 175846 w 360682"/>
                <a:gd name="connsiteY6" fmla="*/ 4896 h 1364773"/>
                <a:gd name="connsiteX7" fmla="*/ 0 w 360682"/>
                <a:gd name="connsiteY7" fmla="*/ 110404 h 1364773"/>
                <a:gd name="connsiteX8" fmla="*/ 31262 w 360682"/>
                <a:gd name="connsiteY8" fmla="*/ 118219 h 1364773"/>
                <a:gd name="connsiteX0" fmla="*/ 31262 w 360682"/>
                <a:gd name="connsiteY0" fmla="*/ 113649 h 1360203"/>
                <a:gd name="connsiteX1" fmla="*/ 175846 w 360682"/>
                <a:gd name="connsiteY1" fmla="*/ 39403 h 1360203"/>
                <a:gd name="connsiteX2" fmla="*/ 304799 w 360682"/>
                <a:gd name="connsiteY2" fmla="*/ 129280 h 1360203"/>
                <a:gd name="connsiteX3" fmla="*/ 285262 w 360682"/>
                <a:gd name="connsiteY3" fmla="*/ 1356295 h 1360203"/>
                <a:gd name="connsiteX4" fmla="*/ 332154 w 360682"/>
                <a:gd name="connsiteY4" fmla="*/ 1360203 h 1360203"/>
                <a:gd name="connsiteX5" fmla="*/ 336062 w 360682"/>
                <a:gd name="connsiteY5" fmla="*/ 90203 h 1360203"/>
                <a:gd name="connsiteX6" fmla="*/ 175846 w 360682"/>
                <a:gd name="connsiteY6" fmla="*/ 326 h 1360203"/>
                <a:gd name="connsiteX7" fmla="*/ 0 w 360682"/>
                <a:gd name="connsiteY7" fmla="*/ 105834 h 1360203"/>
                <a:gd name="connsiteX8" fmla="*/ 31262 w 360682"/>
                <a:gd name="connsiteY8" fmla="*/ 113649 h 1360203"/>
                <a:gd name="connsiteX0" fmla="*/ 31262 w 353742"/>
                <a:gd name="connsiteY0" fmla="*/ 113649 h 1360203"/>
                <a:gd name="connsiteX1" fmla="*/ 175846 w 353742"/>
                <a:gd name="connsiteY1" fmla="*/ 39403 h 1360203"/>
                <a:gd name="connsiteX2" fmla="*/ 304799 w 353742"/>
                <a:gd name="connsiteY2" fmla="*/ 129280 h 1360203"/>
                <a:gd name="connsiteX3" fmla="*/ 285262 w 353742"/>
                <a:gd name="connsiteY3" fmla="*/ 1356295 h 1360203"/>
                <a:gd name="connsiteX4" fmla="*/ 332154 w 353742"/>
                <a:gd name="connsiteY4" fmla="*/ 1360203 h 1360203"/>
                <a:gd name="connsiteX5" fmla="*/ 336062 w 353742"/>
                <a:gd name="connsiteY5" fmla="*/ 90203 h 1360203"/>
                <a:gd name="connsiteX6" fmla="*/ 175846 w 353742"/>
                <a:gd name="connsiteY6" fmla="*/ 326 h 1360203"/>
                <a:gd name="connsiteX7" fmla="*/ 0 w 353742"/>
                <a:gd name="connsiteY7" fmla="*/ 105834 h 1360203"/>
                <a:gd name="connsiteX8" fmla="*/ 31262 w 353742"/>
                <a:gd name="connsiteY8" fmla="*/ 113649 h 1360203"/>
                <a:gd name="connsiteX0" fmla="*/ 31262 w 343356"/>
                <a:gd name="connsiteY0" fmla="*/ 113649 h 1360203"/>
                <a:gd name="connsiteX1" fmla="*/ 175846 w 343356"/>
                <a:gd name="connsiteY1" fmla="*/ 39403 h 1360203"/>
                <a:gd name="connsiteX2" fmla="*/ 304799 w 343356"/>
                <a:gd name="connsiteY2" fmla="*/ 129280 h 1360203"/>
                <a:gd name="connsiteX3" fmla="*/ 285262 w 343356"/>
                <a:gd name="connsiteY3" fmla="*/ 1356295 h 1360203"/>
                <a:gd name="connsiteX4" fmla="*/ 332154 w 343356"/>
                <a:gd name="connsiteY4" fmla="*/ 1360203 h 1360203"/>
                <a:gd name="connsiteX5" fmla="*/ 336062 w 343356"/>
                <a:gd name="connsiteY5" fmla="*/ 90203 h 1360203"/>
                <a:gd name="connsiteX6" fmla="*/ 175846 w 343356"/>
                <a:gd name="connsiteY6" fmla="*/ 326 h 1360203"/>
                <a:gd name="connsiteX7" fmla="*/ 0 w 343356"/>
                <a:gd name="connsiteY7" fmla="*/ 105834 h 1360203"/>
                <a:gd name="connsiteX8" fmla="*/ 31262 w 343356"/>
                <a:gd name="connsiteY8" fmla="*/ 113649 h 1360203"/>
                <a:gd name="connsiteX0" fmla="*/ 31262 w 346211"/>
                <a:gd name="connsiteY0" fmla="*/ 113537 h 1360091"/>
                <a:gd name="connsiteX1" fmla="*/ 175846 w 346211"/>
                <a:gd name="connsiteY1" fmla="*/ 39291 h 1360091"/>
                <a:gd name="connsiteX2" fmla="*/ 304799 w 346211"/>
                <a:gd name="connsiteY2" fmla="*/ 129168 h 1360091"/>
                <a:gd name="connsiteX3" fmla="*/ 285262 w 346211"/>
                <a:gd name="connsiteY3" fmla="*/ 1356183 h 1360091"/>
                <a:gd name="connsiteX4" fmla="*/ 332154 w 346211"/>
                <a:gd name="connsiteY4" fmla="*/ 1360091 h 1360091"/>
                <a:gd name="connsiteX5" fmla="*/ 339970 w 346211"/>
                <a:gd name="connsiteY5" fmla="*/ 136983 h 1360091"/>
                <a:gd name="connsiteX6" fmla="*/ 175846 w 346211"/>
                <a:gd name="connsiteY6" fmla="*/ 214 h 1360091"/>
                <a:gd name="connsiteX7" fmla="*/ 0 w 346211"/>
                <a:gd name="connsiteY7" fmla="*/ 105722 h 1360091"/>
                <a:gd name="connsiteX8" fmla="*/ 31262 w 346211"/>
                <a:gd name="connsiteY8" fmla="*/ 113537 h 1360091"/>
                <a:gd name="connsiteX0" fmla="*/ 31262 w 346211"/>
                <a:gd name="connsiteY0" fmla="*/ 113537 h 1360091"/>
                <a:gd name="connsiteX1" fmla="*/ 175846 w 346211"/>
                <a:gd name="connsiteY1" fmla="*/ 39291 h 1360091"/>
                <a:gd name="connsiteX2" fmla="*/ 308707 w 346211"/>
                <a:gd name="connsiteY2" fmla="*/ 152614 h 1360091"/>
                <a:gd name="connsiteX3" fmla="*/ 285262 w 346211"/>
                <a:gd name="connsiteY3" fmla="*/ 1356183 h 1360091"/>
                <a:gd name="connsiteX4" fmla="*/ 332154 w 346211"/>
                <a:gd name="connsiteY4" fmla="*/ 1360091 h 1360091"/>
                <a:gd name="connsiteX5" fmla="*/ 339970 w 346211"/>
                <a:gd name="connsiteY5" fmla="*/ 136983 h 1360091"/>
                <a:gd name="connsiteX6" fmla="*/ 175846 w 346211"/>
                <a:gd name="connsiteY6" fmla="*/ 214 h 1360091"/>
                <a:gd name="connsiteX7" fmla="*/ 0 w 346211"/>
                <a:gd name="connsiteY7" fmla="*/ 105722 h 1360091"/>
                <a:gd name="connsiteX8" fmla="*/ 31262 w 346211"/>
                <a:gd name="connsiteY8" fmla="*/ 113537 h 1360091"/>
                <a:gd name="connsiteX0" fmla="*/ 31262 w 346211"/>
                <a:gd name="connsiteY0" fmla="*/ 113537 h 1360091"/>
                <a:gd name="connsiteX1" fmla="*/ 175846 w 346211"/>
                <a:gd name="connsiteY1" fmla="*/ 54921 h 1360091"/>
                <a:gd name="connsiteX2" fmla="*/ 308707 w 346211"/>
                <a:gd name="connsiteY2" fmla="*/ 152614 h 1360091"/>
                <a:gd name="connsiteX3" fmla="*/ 285262 w 346211"/>
                <a:gd name="connsiteY3" fmla="*/ 1356183 h 1360091"/>
                <a:gd name="connsiteX4" fmla="*/ 332154 w 346211"/>
                <a:gd name="connsiteY4" fmla="*/ 1360091 h 1360091"/>
                <a:gd name="connsiteX5" fmla="*/ 339970 w 346211"/>
                <a:gd name="connsiteY5" fmla="*/ 136983 h 1360091"/>
                <a:gd name="connsiteX6" fmla="*/ 175846 w 346211"/>
                <a:gd name="connsiteY6" fmla="*/ 214 h 1360091"/>
                <a:gd name="connsiteX7" fmla="*/ 0 w 346211"/>
                <a:gd name="connsiteY7" fmla="*/ 105722 h 1360091"/>
                <a:gd name="connsiteX8" fmla="*/ 31262 w 346211"/>
                <a:gd name="connsiteY8" fmla="*/ 113537 h 1360091"/>
                <a:gd name="connsiteX0" fmla="*/ 31262 w 346211"/>
                <a:gd name="connsiteY0" fmla="*/ 113537 h 1360091"/>
                <a:gd name="connsiteX1" fmla="*/ 168031 w 346211"/>
                <a:gd name="connsiteY1" fmla="*/ 39290 h 1360091"/>
                <a:gd name="connsiteX2" fmla="*/ 308707 w 346211"/>
                <a:gd name="connsiteY2" fmla="*/ 152614 h 1360091"/>
                <a:gd name="connsiteX3" fmla="*/ 285262 w 346211"/>
                <a:gd name="connsiteY3" fmla="*/ 1356183 h 1360091"/>
                <a:gd name="connsiteX4" fmla="*/ 332154 w 346211"/>
                <a:gd name="connsiteY4" fmla="*/ 1360091 h 1360091"/>
                <a:gd name="connsiteX5" fmla="*/ 339970 w 346211"/>
                <a:gd name="connsiteY5" fmla="*/ 136983 h 1360091"/>
                <a:gd name="connsiteX6" fmla="*/ 175846 w 346211"/>
                <a:gd name="connsiteY6" fmla="*/ 214 h 1360091"/>
                <a:gd name="connsiteX7" fmla="*/ 0 w 346211"/>
                <a:gd name="connsiteY7" fmla="*/ 105722 h 1360091"/>
                <a:gd name="connsiteX8" fmla="*/ 31262 w 346211"/>
                <a:gd name="connsiteY8" fmla="*/ 113537 h 1360091"/>
                <a:gd name="connsiteX0" fmla="*/ 31262 w 346211"/>
                <a:gd name="connsiteY0" fmla="*/ 113537 h 1360091"/>
                <a:gd name="connsiteX1" fmla="*/ 168031 w 346211"/>
                <a:gd name="connsiteY1" fmla="*/ 39290 h 1360091"/>
                <a:gd name="connsiteX2" fmla="*/ 308707 w 346211"/>
                <a:gd name="connsiteY2" fmla="*/ 152614 h 1360091"/>
                <a:gd name="connsiteX3" fmla="*/ 285262 w 346211"/>
                <a:gd name="connsiteY3" fmla="*/ 1356183 h 1360091"/>
                <a:gd name="connsiteX4" fmla="*/ 332154 w 346211"/>
                <a:gd name="connsiteY4" fmla="*/ 1360091 h 1360091"/>
                <a:gd name="connsiteX5" fmla="*/ 339970 w 346211"/>
                <a:gd name="connsiteY5" fmla="*/ 136983 h 1360091"/>
                <a:gd name="connsiteX6" fmla="*/ 175846 w 346211"/>
                <a:gd name="connsiteY6" fmla="*/ 214 h 1360091"/>
                <a:gd name="connsiteX7" fmla="*/ 0 w 346211"/>
                <a:gd name="connsiteY7" fmla="*/ 105722 h 1360091"/>
                <a:gd name="connsiteX8" fmla="*/ 31262 w 346211"/>
                <a:gd name="connsiteY8" fmla="*/ 113537 h 1360091"/>
                <a:gd name="connsiteX0" fmla="*/ 31262 w 346211"/>
                <a:gd name="connsiteY0" fmla="*/ 113537 h 1360091"/>
                <a:gd name="connsiteX1" fmla="*/ 168031 w 346211"/>
                <a:gd name="connsiteY1" fmla="*/ 39290 h 1360091"/>
                <a:gd name="connsiteX2" fmla="*/ 308707 w 346211"/>
                <a:gd name="connsiteY2" fmla="*/ 152614 h 1360091"/>
                <a:gd name="connsiteX3" fmla="*/ 285262 w 346211"/>
                <a:gd name="connsiteY3" fmla="*/ 1356183 h 1360091"/>
                <a:gd name="connsiteX4" fmla="*/ 332154 w 346211"/>
                <a:gd name="connsiteY4" fmla="*/ 1360091 h 1360091"/>
                <a:gd name="connsiteX5" fmla="*/ 339970 w 346211"/>
                <a:gd name="connsiteY5" fmla="*/ 136983 h 1360091"/>
                <a:gd name="connsiteX6" fmla="*/ 175846 w 346211"/>
                <a:gd name="connsiteY6" fmla="*/ 214 h 1360091"/>
                <a:gd name="connsiteX7" fmla="*/ 0 w 346211"/>
                <a:gd name="connsiteY7" fmla="*/ 105722 h 1360091"/>
                <a:gd name="connsiteX8" fmla="*/ 31262 w 346211"/>
                <a:gd name="connsiteY8" fmla="*/ 113537 h 1360091"/>
                <a:gd name="connsiteX0" fmla="*/ 31262 w 346211"/>
                <a:gd name="connsiteY0" fmla="*/ 113537 h 1360091"/>
                <a:gd name="connsiteX1" fmla="*/ 175846 w 346211"/>
                <a:gd name="connsiteY1" fmla="*/ 39290 h 1360091"/>
                <a:gd name="connsiteX2" fmla="*/ 308707 w 346211"/>
                <a:gd name="connsiteY2" fmla="*/ 152614 h 1360091"/>
                <a:gd name="connsiteX3" fmla="*/ 285262 w 346211"/>
                <a:gd name="connsiteY3" fmla="*/ 1356183 h 1360091"/>
                <a:gd name="connsiteX4" fmla="*/ 332154 w 346211"/>
                <a:gd name="connsiteY4" fmla="*/ 1360091 h 1360091"/>
                <a:gd name="connsiteX5" fmla="*/ 339970 w 346211"/>
                <a:gd name="connsiteY5" fmla="*/ 136983 h 1360091"/>
                <a:gd name="connsiteX6" fmla="*/ 175846 w 346211"/>
                <a:gd name="connsiteY6" fmla="*/ 214 h 1360091"/>
                <a:gd name="connsiteX7" fmla="*/ 0 w 346211"/>
                <a:gd name="connsiteY7" fmla="*/ 105722 h 1360091"/>
                <a:gd name="connsiteX8" fmla="*/ 31262 w 346211"/>
                <a:gd name="connsiteY8" fmla="*/ 113537 h 1360091"/>
                <a:gd name="connsiteX0" fmla="*/ 31262 w 346211"/>
                <a:gd name="connsiteY0" fmla="*/ 113537 h 1360091"/>
                <a:gd name="connsiteX1" fmla="*/ 175846 w 346211"/>
                <a:gd name="connsiteY1" fmla="*/ 39290 h 1360091"/>
                <a:gd name="connsiteX2" fmla="*/ 308707 w 346211"/>
                <a:gd name="connsiteY2" fmla="*/ 152614 h 1360091"/>
                <a:gd name="connsiteX3" fmla="*/ 285262 w 346211"/>
                <a:gd name="connsiteY3" fmla="*/ 1356183 h 1360091"/>
                <a:gd name="connsiteX4" fmla="*/ 332154 w 346211"/>
                <a:gd name="connsiteY4" fmla="*/ 1360091 h 1360091"/>
                <a:gd name="connsiteX5" fmla="*/ 339970 w 346211"/>
                <a:gd name="connsiteY5" fmla="*/ 136983 h 1360091"/>
                <a:gd name="connsiteX6" fmla="*/ 175846 w 346211"/>
                <a:gd name="connsiteY6" fmla="*/ 214 h 1360091"/>
                <a:gd name="connsiteX7" fmla="*/ 0 w 346211"/>
                <a:gd name="connsiteY7" fmla="*/ 105722 h 1360091"/>
                <a:gd name="connsiteX8" fmla="*/ 31262 w 346211"/>
                <a:gd name="connsiteY8" fmla="*/ 113537 h 1360091"/>
                <a:gd name="connsiteX0" fmla="*/ 31262 w 351414"/>
                <a:gd name="connsiteY0" fmla="*/ 113537 h 1360091"/>
                <a:gd name="connsiteX1" fmla="*/ 175846 w 351414"/>
                <a:gd name="connsiteY1" fmla="*/ 39290 h 1360091"/>
                <a:gd name="connsiteX2" fmla="*/ 308707 w 351414"/>
                <a:gd name="connsiteY2" fmla="*/ 152614 h 1360091"/>
                <a:gd name="connsiteX3" fmla="*/ 285262 w 351414"/>
                <a:gd name="connsiteY3" fmla="*/ 1356183 h 1360091"/>
                <a:gd name="connsiteX4" fmla="*/ 332154 w 351414"/>
                <a:gd name="connsiteY4" fmla="*/ 1360091 h 1360091"/>
                <a:gd name="connsiteX5" fmla="*/ 339970 w 351414"/>
                <a:gd name="connsiteY5" fmla="*/ 136983 h 1360091"/>
                <a:gd name="connsiteX6" fmla="*/ 175846 w 351414"/>
                <a:gd name="connsiteY6" fmla="*/ 214 h 1360091"/>
                <a:gd name="connsiteX7" fmla="*/ 0 w 351414"/>
                <a:gd name="connsiteY7" fmla="*/ 105722 h 1360091"/>
                <a:gd name="connsiteX8" fmla="*/ 31262 w 351414"/>
                <a:gd name="connsiteY8" fmla="*/ 113537 h 1360091"/>
                <a:gd name="connsiteX0" fmla="*/ 31262 w 344480"/>
                <a:gd name="connsiteY0" fmla="*/ 113537 h 1360091"/>
                <a:gd name="connsiteX1" fmla="*/ 175846 w 344480"/>
                <a:gd name="connsiteY1" fmla="*/ 39290 h 1360091"/>
                <a:gd name="connsiteX2" fmla="*/ 308707 w 344480"/>
                <a:gd name="connsiteY2" fmla="*/ 152614 h 1360091"/>
                <a:gd name="connsiteX3" fmla="*/ 285262 w 344480"/>
                <a:gd name="connsiteY3" fmla="*/ 1356183 h 1360091"/>
                <a:gd name="connsiteX4" fmla="*/ 332154 w 344480"/>
                <a:gd name="connsiteY4" fmla="*/ 1360091 h 1360091"/>
                <a:gd name="connsiteX5" fmla="*/ 339970 w 344480"/>
                <a:gd name="connsiteY5" fmla="*/ 136983 h 1360091"/>
                <a:gd name="connsiteX6" fmla="*/ 175846 w 344480"/>
                <a:gd name="connsiteY6" fmla="*/ 214 h 1360091"/>
                <a:gd name="connsiteX7" fmla="*/ 0 w 344480"/>
                <a:gd name="connsiteY7" fmla="*/ 105722 h 1360091"/>
                <a:gd name="connsiteX8" fmla="*/ 31262 w 344480"/>
                <a:gd name="connsiteY8" fmla="*/ 113537 h 1360091"/>
                <a:gd name="connsiteX0" fmla="*/ 31262 w 351703"/>
                <a:gd name="connsiteY0" fmla="*/ 126313 h 1372867"/>
                <a:gd name="connsiteX1" fmla="*/ 175846 w 351703"/>
                <a:gd name="connsiteY1" fmla="*/ 52066 h 1372867"/>
                <a:gd name="connsiteX2" fmla="*/ 308707 w 351703"/>
                <a:gd name="connsiteY2" fmla="*/ 165390 h 1372867"/>
                <a:gd name="connsiteX3" fmla="*/ 285262 w 351703"/>
                <a:gd name="connsiteY3" fmla="*/ 1368959 h 1372867"/>
                <a:gd name="connsiteX4" fmla="*/ 332154 w 351703"/>
                <a:gd name="connsiteY4" fmla="*/ 1372867 h 1372867"/>
                <a:gd name="connsiteX5" fmla="*/ 339970 w 351703"/>
                <a:gd name="connsiteY5" fmla="*/ 149759 h 1372867"/>
                <a:gd name="connsiteX6" fmla="*/ 171939 w 351703"/>
                <a:gd name="connsiteY6" fmla="*/ 16898 h 1372867"/>
                <a:gd name="connsiteX7" fmla="*/ 0 w 351703"/>
                <a:gd name="connsiteY7" fmla="*/ 118498 h 1372867"/>
                <a:gd name="connsiteX8" fmla="*/ 31262 w 351703"/>
                <a:gd name="connsiteY8" fmla="*/ 126313 h 1372867"/>
                <a:gd name="connsiteX0" fmla="*/ 31262 w 372537"/>
                <a:gd name="connsiteY0" fmla="*/ 109638 h 1356192"/>
                <a:gd name="connsiteX1" fmla="*/ 175846 w 372537"/>
                <a:gd name="connsiteY1" fmla="*/ 35391 h 1356192"/>
                <a:gd name="connsiteX2" fmla="*/ 308707 w 372537"/>
                <a:gd name="connsiteY2" fmla="*/ 148715 h 1356192"/>
                <a:gd name="connsiteX3" fmla="*/ 285262 w 372537"/>
                <a:gd name="connsiteY3" fmla="*/ 1352284 h 1356192"/>
                <a:gd name="connsiteX4" fmla="*/ 332154 w 372537"/>
                <a:gd name="connsiteY4" fmla="*/ 1356192 h 1356192"/>
                <a:gd name="connsiteX5" fmla="*/ 339970 w 372537"/>
                <a:gd name="connsiteY5" fmla="*/ 133084 h 1356192"/>
                <a:gd name="connsiteX6" fmla="*/ 171939 w 372537"/>
                <a:gd name="connsiteY6" fmla="*/ 223 h 1356192"/>
                <a:gd name="connsiteX7" fmla="*/ 0 w 372537"/>
                <a:gd name="connsiteY7" fmla="*/ 101823 h 1356192"/>
                <a:gd name="connsiteX8" fmla="*/ 31262 w 372537"/>
                <a:gd name="connsiteY8" fmla="*/ 109638 h 1356192"/>
                <a:gd name="connsiteX0" fmla="*/ 31262 w 351703"/>
                <a:gd name="connsiteY0" fmla="*/ 109638 h 1356192"/>
                <a:gd name="connsiteX1" fmla="*/ 175846 w 351703"/>
                <a:gd name="connsiteY1" fmla="*/ 35391 h 1356192"/>
                <a:gd name="connsiteX2" fmla="*/ 308707 w 351703"/>
                <a:gd name="connsiteY2" fmla="*/ 148715 h 1356192"/>
                <a:gd name="connsiteX3" fmla="*/ 285262 w 351703"/>
                <a:gd name="connsiteY3" fmla="*/ 1352284 h 1356192"/>
                <a:gd name="connsiteX4" fmla="*/ 332154 w 351703"/>
                <a:gd name="connsiteY4" fmla="*/ 1356192 h 1356192"/>
                <a:gd name="connsiteX5" fmla="*/ 339970 w 351703"/>
                <a:gd name="connsiteY5" fmla="*/ 133084 h 1356192"/>
                <a:gd name="connsiteX6" fmla="*/ 171939 w 351703"/>
                <a:gd name="connsiteY6" fmla="*/ 223 h 1356192"/>
                <a:gd name="connsiteX7" fmla="*/ 0 w 351703"/>
                <a:gd name="connsiteY7" fmla="*/ 101823 h 1356192"/>
                <a:gd name="connsiteX8" fmla="*/ 31262 w 351703"/>
                <a:gd name="connsiteY8" fmla="*/ 109638 h 1356192"/>
                <a:gd name="connsiteX0" fmla="*/ 31262 w 351703"/>
                <a:gd name="connsiteY0" fmla="*/ 109638 h 1356192"/>
                <a:gd name="connsiteX1" fmla="*/ 175846 w 351703"/>
                <a:gd name="connsiteY1" fmla="*/ 47114 h 1356192"/>
                <a:gd name="connsiteX2" fmla="*/ 308707 w 351703"/>
                <a:gd name="connsiteY2" fmla="*/ 148715 h 1356192"/>
                <a:gd name="connsiteX3" fmla="*/ 285262 w 351703"/>
                <a:gd name="connsiteY3" fmla="*/ 1352284 h 1356192"/>
                <a:gd name="connsiteX4" fmla="*/ 332154 w 351703"/>
                <a:gd name="connsiteY4" fmla="*/ 1356192 h 1356192"/>
                <a:gd name="connsiteX5" fmla="*/ 339970 w 351703"/>
                <a:gd name="connsiteY5" fmla="*/ 133084 h 1356192"/>
                <a:gd name="connsiteX6" fmla="*/ 171939 w 351703"/>
                <a:gd name="connsiteY6" fmla="*/ 223 h 1356192"/>
                <a:gd name="connsiteX7" fmla="*/ 0 w 351703"/>
                <a:gd name="connsiteY7" fmla="*/ 101823 h 1356192"/>
                <a:gd name="connsiteX8" fmla="*/ 31262 w 351703"/>
                <a:gd name="connsiteY8" fmla="*/ 109638 h 1356192"/>
                <a:gd name="connsiteX0" fmla="*/ 31262 w 351703"/>
                <a:gd name="connsiteY0" fmla="*/ 109638 h 1356192"/>
                <a:gd name="connsiteX1" fmla="*/ 175846 w 351703"/>
                <a:gd name="connsiteY1" fmla="*/ 47114 h 1356192"/>
                <a:gd name="connsiteX2" fmla="*/ 308707 w 351703"/>
                <a:gd name="connsiteY2" fmla="*/ 148715 h 1356192"/>
                <a:gd name="connsiteX3" fmla="*/ 285262 w 351703"/>
                <a:gd name="connsiteY3" fmla="*/ 1352284 h 1356192"/>
                <a:gd name="connsiteX4" fmla="*/ 332154 w 351703"/>
                <a:gd name="connsiteY4" fmla="*/ 1356192 h 1356192"/>
                <a:gd name="connsiteX5" fmla="*/ 339970 w 351703"/>
                <a:gd name="connsiteY5" fmla="*/ 133084 h 1356192"/>
                <a:gd name="connsiteX6" fmla="*/ 171939 w 351703"/>
                <a:gd name="connsiteY6" fmla="*/ 223 h 1356192"/>
                <a:gd name="connsiteX7" fmla="*/ 0 w 351703"/>
                <a:gd name="connsiteY7" fmla="*/ 101823 h 1356192"/>
                <a:gd name="connsiteX8" fmla="*/ 31262 w 351703"/>
                <a:gd name="connsiteY8" fmla="*/ 109638 h 1356192"/>
                <a:gd name="connsiteX0" fmla="*/ 31262 w 351703"/>
                <a:gd name="connsiteY0" fmla="*/ 109638 h 1356192"/>
                <a:gd name="connsiteX1" fmla="*/ 199292 w 351703"/>
                <a:gd name="connsiteY1" fmla="*/ 39298 h 1356192"/>
                <a:gd name="connsiteX2" fmla="*/ 308707 w 351703"/>
                <a:gd name="connsiteY2" fmla="*/ 148715 h 1356192"/>
                <a:gd name="connsiteX3" fmla="*/ 285262 w 351703"/>
                <a:gd name="connsiteY3" fmla="*/ 1352284 h 1356192"/>
                <a:gd name="connsiteX4" fmla="*/ 332154 w 351703"/>
                <a:gd name="connsiteY4" fmla="*/ 1356192 h 1356192"/>
                <a:gd name="connsiteX5" fmla="*/ 339970 w 351703"/>
                <a:gd name="connsiteY5" fmla="*/ 133084 h 1356192"/>
                <a:gd name="connsiteX6" fmla="*/ 171939 w 351703"/>
                <a:gd name="connsiteY6" fmla="*/ 223 h 1356192"/>
                <a:gd name="connsiteX7" fmla="*/ 0 w 351703"/>
                <a:gd name="connsiteY7" fmla="*/ 101823 h 1356192"/>
                <a:gd name="connsiteX8" fmla="*/ 31262 w 351703"/>
                <a:gd name="connsiteY8" fmla="*/ 109638 h 1356192"/>
                <a:gd name="connsiteX0" fmla="*/ 31262 w 351703"/>
                <a:gd name="connsiteY0" fmla="*/ 109638 h 1356192"/>
                <a:gd name="connsiteX1" fmla="*/ 199292 w 351703"/>
                <a:gd name="connsiteY1" fmla="*/ 39298 h 1356192"/>
                <a:gd name="connsiteX2" fmla="*/ 308707 w 351703"/>
                <a:gd name="connsiteY2" fmla="*/ 148715 h 1356192"/>
                <a:gd name="connsiteX3" fmla="*/ 285262 w 351703"/>
                <a:gd name="connsiteY3" fmla="*/ 1352284 h 1356192"/>
                <a:gd name="connsiteX4" fmla="*/ 332154 w 351703"/>
                <a:gd name="connsiteY4" fmla="*/ 1356192 h 1356192"/>
                <a:gd name="connsiteX5" fmla="*/ 339970 w 351703"/>
                <a:gd name="connsiteY5" fmla="*/ 133084 h 1356192"/>
                <a:gd name="connsiteX6" fmla="*/ 171939 w 351703"/>
                <a:gd name="connsiteY6" fmla="*/ 223 h 1356192"/>
                <a:gd name="connsiteX7" fmla="*/ 0 w 351703"/>
                <a:gd name="connsiteY7" fmla="*/ 101823 h 1356192"/>
                <a:gd name="connsiteX8" fmla="*/ 31262 w 351703"/>
                <a:gd name="connsiteY8" fmla="*/ 109638 h 1356192"/>
                <a:gd name="connsiteX0" fmla="*/ 31262 w 346500"/>
                <a:gd name="connsiteY0" fmla="*/ 109638 h 1356192"/>
                <a:gd name="connsiteX1" fmla="*/ 199292 w 346500"/>
                <a:gd name="connsiteY1" fmla="*/ 39298 h 1356192"/>
                <a:gd name="connsiteX2" fmla="*/ 308707 w 346500"/>
                <a:gd name="connsiteY2" fmla="*/ 148715 h 1356192"/>
                <a:gd name="connsiteX3" fmla="*/ 285262 w 346500"/>
                <a:gd name="connsiteY3" fmla="*/ 1352284 h 1356192"/>
                <a:gd name="connsiteX4" fmla="*/ 332154 w 346500"/>
                <a:gd name="connsiteY4" fmla="*/ 1356192 h 1356192"/>
                <a:gd name="connsiteX5" fmla="*/ 339970 w 346500"/>
                <a:gd name="connsiteY5" fmla="*/ 133084 h 1356192"/>
                <a:gd name="connsiteX6" fmla="*/ 171939 w 346500"/>
                <a:gd name="connsiteY6" fmla="*/ 223 h 1356192"/>
                <a:gd name="connsiteX7" fmla="*/ 0 w 346500"/>
                <a:gd name="connsiteY7" fmla="*/ 101823 h 1356192"/>
                <a:gd name="connsiteX8" fmla="*/ 31262 w 346500"/>
                <a:gd name="connsiteY8" fmla="*/ 109638 h 1356192"/>
                <a:gd name="connsiteX0" fmla="*/ 31262 w 352282"/>
                <a:gd name="connsiteY0" fmla="*/ 126313 h 1372867"/>
                <a:gd name="connsiteX1" fmla="*/ 199292 w 352282"/>
                <a:gd name="connsiteY1" fmla="*/ 55973 h 1372867"/>
                <a:gd name="connsiteX2" fmla="*/ 308707 w 352282"/>
                <a:gd name="connsiteY2" fmla="*/ 165390 h 1372867"/>
                <a:gd name="connsiteX3" fmla="*/ 285262 w 352282"/>
                <a:gd name="connsiteY3" fmla="*/ 1368959 h 1372867"/>
                <a:gd name="connsiteX4" fmla="*/ 332154 w 352282"/>
                <a:gd name="connsiteY4" fmla="*/ 1372867 h 1372867"/>
                <a:gd name="connsiteX5" fmla="*/ 339970 w 352282"/>
                <a:gd name="connsiteY5" fmla="*/ 149759 h 1372867"/>
                <a:gd name="connsiteX6" fmla="*/ 164124 w 352282"/>
                <a:gd name="connsiteY6" fmla="*/ 16898 h 1372867"/>
                <a:gd name="connsiteX7" fmla="*/ 0 w 352282"/>
                <a:gd name="connsiteY7" fmla="*/ 118498 h 1372867"/>
                <a:gd name="connsiteX8" fmla="*/ 31262 w 352282"/>
                <a:gd name="connsiteY8" fmla="*/ 126313 h 1372867"/>
                <a:gd name="connsiteX0" fmla="*/ 31262 w 374853"/>
                <a:gd name="connsiteY0" fmla="*/ 109638 h 1356192"/>
                <a:gd name="connsiteX1" fmla="*/ 199292 w 374853"/>
                <a:gd name="connsiteY1" fmla="*/ 39298 h 1356192"/>
                <a:gd name="connsiteX2" fmla="*/ 308707 w 374853"/>
                <a:gd name="connsiteY2" fmla="*/ 148715 h 1356192"/>
                <a:gd name="connsiteX3" fmla="*/ 285262 w 374853"/>
                <a:gd name="connsiteY3" fmla="*/ 1352284 h 1356192"/>
                <a:gd name="connsiteX4" fmla="*/ 332154 w 374853"/>
                <a:gd name="connsiteY4" fmla="*/ 1356192 h 1356192"/>
                <a:gd name="connsiteX5" fmla="*/ 339970 w 374853"/>
                <a:gd name="connsiteY5" fmla="*/ 133084 h 1356192"/>
                <a:gd name="connsiteX6" fmla="*/ 164124 w 374853"/>
                <a:gd name="connsiteY6" fmla="*/ 223 h 1356192"/>
                <a:gd name="connsiteX7" fmla="*/ 0 w 374853"/>
                <a:gd name="connsiteY7" fmla="*/ 101823 h 1356192"/>
                <a:gd name="connsiteX8" fmla="*/ 31262 w 374853"/>
                <a:gd name="connsiteY8" fmla="*/ 109638 h 1356192"/>
                <a:gd name="connsiteX0" fmla="*/ 31262 w 354017"/>
                <a:gd name="connsiteY0" fmla="*/ 109638 h 1356192"/>
                <a:gd name="connsiteX1" fmla="*/ 199292 w 354017"/>
                <a:gd name="connsiteY1" fmla="*/ 39298 h 1356192"/>
                <a:gd name="connsiteX2" fmla="*/ 308707 w 354017"/>
                <a:gd name="connsiteY2" fmla="*/ 148715 h 1356192"/>
                <a:gd name="connsiteX3" fmla="*/ 285262 w 354017"/>
                <a:gd name="connsiteY3" fmla="*/ 1352284 h 1356192"/>
                <a:gd name="connsiteX4" fmla="*/ 332154 w 354017"/>
                <a:gd name="connsiteY4" fmla="*/ 1356192 h 1356192"/>
                <a:gd name="connsiteX5" fmla="*/ 339970 w 354017"/>
                <a:gd name="connsiteY5" fmla="*/ 133084 h 1356192"/>
                <a:gd name="connsiteX6" fmla="*/ 164124 w 354017"/>
                <a:gd name="connsiteY6" fmla="*/ 223 h 1356192"/>
                <a:gd name="connsiteX7" fmla="*/ 0 w 354017"/>
                <a:gd name="connsiteY7" fmla="*/ 101823 h 1356192"/>
                <a:gd name="connsiteX8" fmla="*/ 31262 w 354017"/>
                <a:gd name="connsiteY8" fmla="*/ 109638 h 1356192"/>
                <a:gd name="connsiteX0" fmla="*/ 27354 w 350109"/>
                <a:gd name="connsiteY0" fmla="*/ 109877 h 1356431"/>
                <a:gd name="connsiteX1" fmla="*/ 195384 w 350109"/>
                <a:gd name="connsiteY1" fmla="*/ 39537 h 1356431"/>
                <a:gd name="connsiteX2" fmla="*/ 304799 w 350109"/>
                <a:gd name="connsiteY2" fmla="*/ 148954 h 1356431"/>
                <a:gd name="connsiteX3" fmla="*/ 281354 w 350109"/>
                <a:gd name="connsiteY3" fmla="*/ 1352523 h 1356431"/>
                <a:gd name="connsiteX4" fmla="*/ 328246 w 350109"/>
                <a:gd name="connsiteY4" fmla="*/ 1356431 h 1356431"/>
                <a:gd name="connsiteX5" fmla="*/ 336062 w 350109"/>
                <a:gd name="connsiteY5" fmla="*/ 133323 h 1356431"/>
                <a:gd name="connsiteX6" fmla="*/ 160216 w 350109"/>
                <a:gd name="connsiteY6" fmla="*/ 462 h 1356431"/>
                <a:gd name="connsiteX7" fmla="*/ 0 w 350109"/>
                <a:gd name="connsiteY7" fmla="*/ 90339 h 1356431"/>
                <a:gd name="connsiteX8" fmla="*/ 27354 w 350109"/>
                <a:gd name="connsiteY8" fmla="*/ 109877 h 1356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0109" h="1356431">
                  <a:moveTo>
                    <a:pt x="27354" y="109877"/>
                  </a:moveTo>
                  <a:cubicBezTo>
                    <a:pt x="56662" y="98805"/>
                    <a:pt x="160866" y="13486"/>
                    <a:pt x="195384" y="39537"/>
                  </a:cubicBezTo>
                  <a:cubicBezTo>
                    <a:pt x="229902" y="65588"/>
                    <a:pt x="270933" y="66892"/>
                    <a:pt x="304799" y="148954"/>
                  </a:cubicBezTo>
                  <a:cubicBezTo>
                    <a:pt x="338665" y="231016"/>
                    <a:pt x="286564" y="935703"/>
                    <a:pt x="281354" y="1352523"/>
                  </a:cubicBezTo>
                  <a:lnTo>
                    <a:pt x="328246" y="1356431"/>
                  </a:lnTo>
                  <a:cubicBezTo>
                    <a:pt x="336713" y="1145416"/>
                    <a:pt x="367975" y="230365"/>
                    <a:pt x="336062" y="133323"/>
                  </a:cubicBezTo>
                  <a:cubicBezTo>
                    <a:pt x="304149" y="36281"/>
                    <a:pt x="216226" y="7626"/>
                    <a:pt x="160216" y="462"/>
                  </a:cubicBezTo>
                  <a:cubicBezTo>
                    <a:pt x="104206" y="-6702"/>
                    <a:pt x="24097" y="71452"/>
                    <a:pt x="0" y="90339"/>
                  </a:cubicBezTo>
                  <a:lnTo>
                    <a:pt x="27354" y="109877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Freeform 9"/>
          <p:cNvSpPr>
            <a:spLocks noEditPoints="1"/>
          </p:cNvSpPr>
          <p:nvPr/>
        </p:nvSpPr>
        <p:spPr bwMode="auto">
          <a:xfrm flipH="1">
            <a:off x="1611600" y="688662"/>
            <a:ext cx="597231" cy="636385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2649765" y="1989178"/>
            <a:ext cx="6892470" cy="2477891"/>
          </a:xfrm>
          <a:prstGeom prst="roundRect">
            <a:avLst/>
          </a:prstGeom>
          <a:noFill/>
          <a:ln w="254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7899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0735" y="743177"/>
            <a:ext cx="76905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放弃掉没有必要的东西反而提升自我形象</a:t>
            </a:r>
            <a:endParaRPr lang="zh-CN" altLang="en-US" sz="3200" dirty="0"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73915" y="1721203"/>
            <a:ext cx="4946626" cy="3060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Blip>
                <a:blip r:embed="rId2"/>
              </a:buBlip>
            </a:pPr>
            <a:r>
              <a:rPr lang="zh-CN" altLang="en-US" b="1" dirty="0" smtClean="0">
                <a:ea typeface="微软雅黑" panose="020B0503020204020204" pitchFamily="34" charset="-122"/>
              </a:rPr>
              <a:t>存留</a:t>
            </a:r>
            <a:r>
              <a:rPr lang="zh-CN" altLang="en-US" b="1" dirty="0">
                <a:ea typeface="微软雅黑" panose="020B0503020204020204" pitchFamily="34" charset="-122"/>
              </a:rPr>
              <a:t>下的</a:t>
            </a:r>
            <a:r>
              <a:rPr lang="zh-CN" altLang="en-US" b="1" dirty="0" smtClean="0">
                <a:ea typeface="微软雅黑" panose="020B0503020204020204" pitchFamily="34" charset="-122"/>
              </a:rPr>
              <a:t>物品是自观的途径</a:t>
            </a:r>
            <a:endParaRPr lang="en-US" altLang="zh-CN" b="1" dirty="0" smtClean="0"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ea typeface="微软雅黑" panose="020B0503020204020204" pitchFamily="34" charset="-122"/>
              </a:rPr>
              <a:t>维持生活</a:t>
            </a:r>
            <a:r>
              <a:rPr lang="zh-CN" altLang="en-US" dirty="0" smtClean="0">
                <a:ea typeface="微软雅黑" panose="020B0503020204020204" pitchFamily="34" charset="-122"/>
              </a:rPr>
              <a:t>状态的工具，也是自我探索的工具</a:t>
            </a:r>
            <a:endParaRPr lang="en-US" altLang="zh-CN" dirty="0" smtClean="0"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Blip>
                <a:blip r:embed="rId2"/>
              </a:buBlip>
            </a:pPr>
            <a:r>
              <a:rPr lang="zh-CN" altLang="en-US" b="1" dirty="0">
                <a:ea typeface="微软雅黑" panose="020B0503020204020204" pitchFamily="34" charset="-122"/>
              </a:rPr>
              <a:t>试</a:t>
            </a:r>
            <a:r>
              <a:rPr lang="zh-CN" altLang="en-US" b="1" dirty="0" smtClean="0">
                <a:ea typeface="微软雅黑" panose="020B0503020204020204" pitchFamily="34" charset="-122"/>
              </a:rPr>
              <a:t>着使用高于自我形象的物品</a:t>
            </a:r>
            <a:endParaRPr lang="en-US" altLang="zh-CN" b="1" dirty="0" smtClean="0"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ea typeface="微软雅黑" panose="020B0503020204020204" pitchFamily="34" charset="-122"/>
              </a:rPr>
              <a:t>日常随便用它也不再感到别扭的时候，潜意识里的自我形象也就跟着提高了</a:t>
            </a:r>
            <a:endParaRPr lang="en-US" altLang="zh-CN" dirty="0" smtClean="0"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Blip>
                <a:blip r:embed="rId2"/>
              </a:buBlip>
            </a:pPr>
            <a:r>
              <a:rPr lang="zh-CN" altLang="en-US" b="1" dirty="0">
                <a:ea typeface="微软雅黑" panose="020B0503020204020204" pitchFamily="34" charset="-122"/>
              </a:rPr>
              <a:t>断舍</a:t>
            </a:r>
            <a:r>
              <a:rPr lang="zh-CN" altLang="en-US" b="1" dirty="0" smtClean="0">
                <a:ea typeface="微软雅黑" panose="020B0503020204020204" pitchFamily="34" charset="-122"/>
              </a:rPr>
              <a:t>离并非提倡清简的生活</a:t>
            </a:r>
            <a:endParaRPr lang="en-US" altLang="zh-CN" b="1" dirty="0" smtClean="0"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ea typeface="微软雅黑" panose="020B0503020204020204" pitchFamily="34" charset="-122"/>
              </a:rPr>
              <a:t>不管是食物还是其他东西，都只买最当季的</a:t>
            </a:r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3086327" y="4868863"/>
            <a:ext cx="6019346" cy="118903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486174" y="5109418"/>
            <a:ext cx="52196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方正北魏楷书简体" panose="03000509000000000000" pitchFamily="65" charset="-122"/>
                <a:ea typeface="方正北魏楷书简体" panose="03000509000000000000" pitchFamily="65" charset="-122"/>
              </a:rPr>
              <a:t>不管东西有多贵、有多稀有，能够</a:t>
            </a:r>
            <a:r>
              <a:rPr lang="zh-CN" altLang="en-US" sz="2000" b="1" dirty="0" smtClean="0">
                <a:solidFill>
                  <a:srgbClr val="C60F13"/>
                </a:solidFill>
                <a:latin typeface="方正北魏楷书简体" panose="03000509000000000000" pitchFamily="65" charset="-122"/>
                <a:ea typeface="方正北魏楷书简体" panose="03000509000000000000" pitchFamily="65" charset="-122"/>
              </a:rPr>
              <a:t>按照自己是否需要来判断</a:t>
            </a:r>
            <a:r>
              <a:rPr lang="zh-CN" altLang="en-US" sz="2000" dirty="0" smtClean="0">
                <a:latin typeface="方正北魏楷书简体" panose="03000509000000000000" pitchFamily="65" charset="-122"/>
                <a:ea typeface="方正北魏楷书简体" panose="03000509000000000000" pitchFamily="65" charset="-122"/>
              </a:rPr>
              <a:t>的人才够强大。</a:t>
            </a:r>
            <a:endParaRPr lang="zh-CN" altLang="en-US" sz="2000" dirty="0">
              <a:latin typeface="方正北魏楷书简体" panose="03000509000000000000" pitchFamily="65" charset="-122"/>
              <a:ea typeface="方正北魏楷书简体" panose="03000509000000000000" pitchFamily="65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2500993" y="740"/>
            <a:ext cx="6892471" cy="597291"/>
            <a:chOff x="1308100" y="740"/>
            <a:chExt cx="6892471" cy="597291"/>
          </a:xfrm>
        </p:grpSpPr>
        <p:sp>
          <p:nvSpPr>
            <p:cNvPr id="6" name="矩形 5"/>
            <p:cNvSpPr/>
            <p:nvPr/>
          </p:nvSpPr>
          <p:spPr>
            <a:xfrm>
              <a:off x="1308100" y="740"/>
              <a:ext cx="6892471" cy="597291"/>
            </a:xfrm>
            <a:prstGeom prst="rect">
              <a:avLst/>
            </a:prstGeom>
            <a:solidFill>
              <a:srgbClr val="C60F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2189383" y="68552"/>
              <a:ext cx="51299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bg1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内在提升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——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利用物品不断提升自己</a:t>
              </a:r>
              <a:endParaRPr lang="zh-CN" altLang="en-US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 flipH="1">
            <a:off x="2341222" y="4965104"/>
            <a:ext cx="553796" cy="996553"/>
            <a:chOff x="9418919" y="4942768"/>
            <a:chExt cx="799697" cy="1439051"/>
          </a:xfrm>
        </p:grpSpPr>
        <p:sp>
          <p:nvSpPr>
            <p:cNvPr id="24" name="椭圆 23"/>
            <p:cNvSpPr/>
            <p:nvPr/>
          </p:nvSpPr>
          <p:spPr>
            <a:xfrm>
              <a:off x="9820031" y="6264588"/>
              <a:ext cx="398585" cy="11723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9820031" y="6240584"/>
              <a:ext cx="398585" cy="11723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 rot="2105349">
              <a:off x="9418919" y="5307799"/>
              <a:ext cx="236376" cy="4571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26"/>
            <p:cNvSpPr/>
            <p:nvPr/>
          </p:nvSpPr>
          <p:spPr>
            <a:xfrm>
              <a:off x="9440985" y="5115169"/>
              <a:ext cx="257907" cy="281354"/>
            </a:xfrm>
            <a:custGeom>
              <a:avLst/>
              <a:gdLst>
                <a:gd name="connsiteX0" fmla="*/ 0 w 257907"/>
                <a:gd name="connsiteY0" fmla="*/ 144585 h 281354"/>
                <a:gd name="connsiteX1" fmla="*/ 171938 w 257907"/>
                <a:gd name="connsiteY1" fmla="*/ 0 h 281354"/>
                <a:gd name="connsiteX2" fmla="*/ 257907 w 257907"/>
                <a:gd name="connsiteY2" fmla="*/ 66431 h 281354"/>
                <a:gd name="connsiteX3" fmla="*/ 199292 w 257907"/>
                <a:gd name="connsiteY3" fmla="*/ 281354 h 281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7907" h="281354">
                  <a:moveTo>
                    <a:pt x="0" y="144585"/>
                  </a:moveTo>
                  <a:lnTo>
                    <a:pt x="171938" y="0"/>
                  </a:lnTo>
                  <a:lnTo>
                    <a:pt x="257907" y="66431"/>
                  </a:lnTo>
                  <a:lnTo>
                    <a:pt x="199292" y="281354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任意多边形 27"/>
            <p:cNvSpPr/>
            <p:nvPr/>
          </p:nvSpPr>
          <p:spPr>
            <a:xfrm>
              <a:off x="9624647" y="5025293"/>
              <a:ext cx="125046" cy="148492"/>
            </a:xfrm>
            <a:custGeom>
              <a:avLst/>
              <a:gdLst>
                <a:gd name="connsiteX0" fmla="*/ 0 w 113323"/>
                <a:gd name="connsiteY0" fmla="*/ 93785 h 140677"/>
                <a:gd name="connsiteX1" fmla="*/ 82062 w 113323"/>
                <a:gd name="connsiteY1" fmla="*/ 0 h 140677"/>
                <a:gd name="connsiteX2" fmla="*/ 113323 w 113323"/>
                <a:gd name="connsiteY2" fmla="*/ 23446 h 140677"/>
                <a:gd name="connsiteX3" fmla="*/ 74246 w 113323"/>
                <a:gd name="connsiteY3" fmla="*/ 140677 h 140677"/>
                <a:gd name="connsiteX0" fmla="*/ 0 w 125046"/>
                <a:gd name="connsiteY0" fmla="*/ 93785 h 140677"/>
                <a:gd name="connsiteX1" fmla="*/ 82062 w 125046"/>
                <a:gd name="connsiteY1" fmla="*/ 0 h 140677"/>
                <a:gd name="connsiteX2" fmla="*/ 125046 w 125046"/>
                <a:gd name="connsiteY2" fmla="*/ 31261 h 140677"/>
                <a:gd name="connsiteX3" fmla="*/ 74246 w 125046"/>
                <a:gd name="connsiteY3" fmla="*/ 140677 h 140677"/>
                <a:gd name="connsiteX0" fmla="*/ 0 w 125046"/>
                <a:gd name="connsiteY0" fmla="*/ 93785 h 148492"/>
                <a:gd name="connsiteX1" fmla="*/ 82062 w 125046"/>
                <a:gd name="connsiteY1" fmla="*/ 0 h 148492"/>
                <a:gd name="connsiteX2" fmla="*/ 125046 w 125046"/>
                <a:gd name="connsiteY2" fmla="*/ 31261 h 148492"/>
                <a:gd name="connsiteX3" fmla="*/ 66431 w 125046"/>
                <a:gd name="connsiteY3" fmla="*/ 148492 h 14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5046" h="148492">
                  <a:moveTo>
                    <a:pt x="0" y="93785"/>
                  </a:moveTo>
                  <a:lnTo>
                    <a:pt x="82062" y="0"/>
                  </a:lnTo>
                  <a:lnTo>
                    <a:pt x="125046" y="31261"/>
                  </a:lnTo>
                  <a:lnTo>
                    <a:pt x="66431" y="148492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任意多边形 28"/>
            <p:cNvSpPr/>
            <p:nvPr/>
          </p:nvSpPr>
          <p:spPr>
            <a:xfrm>
              <a:off x="9718433" y="4942768"/>
              <a:ext cx="350109" cy="1356431"/>
            </a:xfrm>
            <a:custGeom>
              <a:avLst/>
              <a:gdLst>
                <a:gd name="connsiteX0" fmla="*/ 46893 w 351693"/>
                <a:gd name="connsiteY0" fmla="*/ 113323 h 1359877"/>
                <a:gd name="connsiteX1" fmla="*/ 191477 w 351693"/>
                <a:gd name="connsiteY1" fmla="*/ 39077 h 1359877"/>
                <a:gd name="connsiteX2" fmla="*/ 316523 w 351693"/>
                <a:gd name="connsiteY2" fmla="*/ 105508 h 1359877"/>
                <a:gd name="connsiteX3" fmla="*/ 300893 w 351693"/>
                <a:gd name="connsiteY3" fmla="*/ 1355969 h 1359877"/>
                <a:gd name="connsiteX4" fmla="*/ 347785 w 351693"/>
                <a:gd name="connsiteY4" fmla="*/ 1359877 h 1359877"/>
                <a:gd name="connsiteX5" fmla="*/ 351693 w 351693"/>
                <a:gd name="connsiteY5" fmla="*/ 89877 h 1359877"/>
                <a:gd name="connsiteX6" fmla="*/ 191477 w 351693"/>
                <a:gd name="connsiteY6" fmla="*/ 0 h 1359877"/>
                <a:gd name="connsiteX7" fmla="*/ 0 w 351693"/>
                <a:gd name="connsiteY7" fmla="*/ 89877 h 1359877"/>
                <a:gd name="connsiteX8" fmla="*/ 46893 w 351693"/>
                <a:gd name="connsiteY8" fmla="*/ 113323 h 1359877"/>
                <a:gd name="connsiteX0" fmla="*/ 31262 w 336062"/>
                <a:gd name="connsiteY0" fmla="*/ 113323 h 1359877"/>
                <a:gd name="connsiteX1" fmla="*/ 175846 w 336062"/>
                <a:gd name="connsiteY1" fmla="*/ 39077 h 1359877"/>
                <a:gd name="connsiteX2" fmla="*/ 300892 w 336062"/>
                <a:gd name="connsiteY2" fmla="*/ 105508 h 1359877"/>
                <a:gd name="connsiteX3" fmla="*/ 285262 w 336062"/>
                <a:gd name="connsiteY3" fmla="*/ 1355969 h 1359877"/>
                <a:gd name="connsiteX4" fmla="*/ 332154 w 336062"/>
                <a:gd name="connsiteY4" fmla="*/ 1359877 h 1359877"/>
                <a:gd name="connsiteX5" fmla="*/ 336062 w 336062"/>
                <a:gd name="connsiteY5" fmla="*/ 89877 h 1359877"/>
                <a:gd name="connsiteX6" fmla="*/ 175846 w 336062"/>
                <a:gd name="connsiteY6" fmla="*/ 0 h 1359877"/>
                <a:gd name="connsiteX7" fmla="*/ 0 w 336062"/>
                <a:gd name="connsiteY7" fmla="*/ 105508 h 1359877"/>
                <a:gd name="connsiteX8" fmla="*/ 31262 w 336062"/>
                <a:gd name="connsiteY8" fmla="*/ 113323 h 1359877"/>
                <a:gd name="connsiteX0" fmla="*/ 31262 w 336062"/>
                <a:gd name="connsiteY0" fmla="*/ 118218 h 1364772"/>
                <a:gd name="connsiteX1" fmla="*/ 175846 w 336062"/>
                <a:gd name="connsiteY1" fmla="*/ 43972 h 1364772"/>
                <a:gd name="connsiteX2" fmla="*/ 300892 w 336062"/>
                <a:gd name="connsiteY2" fmla="*/ 110403 h 1364772"/>
                <a:gd name="connsiteX3" fmla="*/ 285262 w 336062"/>
                <a:gd name="connsiteY3" fmla="*/ 1360864 h 1364772"/>
                <a:gd name="connsiteX4" fmla="*/ 332154 w 336062"/>
                <a:gd name="connsiteY4" fmla="*/ 1364772 h 1364772"/>
                <a:gd name="connsiteX5" fmla="*/ 336062 w 336062"/>
                <a:gd name="connsiteY5" fmla="*/ 94772 h 1364772"/>
                <a:gd name="connsiteX6" fmla="*/ 175846 w 336062"/>
                <a:gd name="connsiteY6" fmla="*/ 4895 h 1364772"/>
                <a:gd name="connsiteX7" fmla="*/ 0 w 336062"/>
                <a:gd name="connsiteY7" fmla="*/ 110403 h 1364772"/>
                <a:gd name="connsiteX8" fmla="*/ 31262 w 336062"/>
                <a:gd name="connsiteY8" fmla="*/ 118218 h 1364772"/>
                <a:gd name="connsiteX0" fmla="*/ 31262 w 360682"/>
                <a:gd name="connsiteY0" fmla="*/ 118218 h 1364772"/>
                <a:gd name="connsiteX1" fmla="*/ 175846 w 360682"/>
                <a:gd name="connsiteY1" fmla="*/ 43972 h 1364772"/>
                <a:gd name="connsiteX2" fmla="*/ 300892 w 360682"/>
                <a:gd name="connsiteY2" fmla="*/ 110403 h 1364772"/>
                <a:gd name="connsiteX3" fmla="*/ 285262 w 360682"/>
                <a:gd name="connsiteY3" fmla="*/ 1360864 h 1364772"/>
                <a:gd name="connsiteX4" fmla="*/ 332154 w 360682"/>
                <a:gd name="connsiteY4" fmla="*/ 1364772 h 1364772"/>
                <a:gd name="connsiteX5" fmla="*/ 336062 w 360682"/>
                <a:gd name="connsiteY5" fmla="*/ 94772 h 1364772"/>
                <a:gd name="connsiteX6" fmla="*/ 175846 w 360682"/>
                <a:gd name="connsiteY6" fmla="*/ 4895 h 1364772"/>
                <a:gd name="connsiteX7" fmla="*/ 0 w 360682"/>
                <a:gd name="connsiteY7" fmla="*/ 110403 h 1364772"/>
                <a:gd name="connsiteX8" fmla="*/ 31262 w 360682"/>
                <a:gd name="connsiteY8" fmla="*/ 118218 h 1364772"/>
                <a:gd name="connsiteX0" fmla="*/ 31262 w 360682"/>
                <a:gd name="connsiteY0" fmla="*/ 126557 h 1373111"/>
                <a:gd name="connsiteX1" fmla="*/ 175846 w 360682"/>
                <a:gd name="connsiteY1" fmla="*/ 52311 h 1373111"/>
                <a:gd name="connsiteX2" fmla="*/ 300892 w 360682"/>
                <a:gd name="connsiteY2" fmla="*/ 118742 h 1373111"/>
                <a:gd name="connsiteX3" fmla="*/ 285262 w 360682"/>
                <a:gd name="connsiteY3" fmla="*/ 1369203 h 1373111"/>
                <a:gd name="connsiteX4" fmla="*/ 332154 w 360682"/>
                <a:gd name="connsiteY4" fmla="*/ 1373111 h 1373111"/>
                <a:gd name="connsiteX5" fmla="*/ 336062 w 360682"/>
                <a:gd name="connsiteY5" fmla="*/ 103111 h 1373111"/>
                <a:gd name="connsiteX6" fmla="*/ 175846 w 360682"/>
                <a:gd name="connsiteY6" fmla="*/ 13234 h 1373111"/>
                <a:gd name="connsiteX7" fmla="*/ 0 w 360682"/>
                <a:gd name="connsiteY7" fmla="*/ 118742 h 1373111"/>
                <a:gd name="connsiteX8" fmla="*/ 31262 w 360682"/>
                <a:gd name="connsiteY8" fmla="*/ 126557 h 1373111"/>
                <a:gd name="connsiteX0" fmla="*/ 31262 w 360682"/>
                <a:gd name="connsiteY0" fmla="*/ 212352 h 1458906"/>
                <a:gd name="connsiteX1" fmla="*/ 175846 w 360682"/>
                <a:gd name="connsiteY1" fmla="*/ 138106 h 1458906"/>
                <a:gd name="connsiteX2" fmla="*/ 300892 w 360682"/>
                <a:gd name="connsiteY2" fmla="*/ 204537 h 1458906"/>
                <a:gd name="connsiteX3" fmla="*/ 285262 w 360682"/>
                <a:gd name="connsiteY3" fmla="*/ 1454998 h 1458906"/>
                <a:gd name="connsiteX4" fmla="*/ 332154 w 360682"/>
                <a:gd name="connsiteY4" fmla="*/ 1458906 h 1458906"/>
                <a:gd name="connsiteX5" fmla="*/ 336062 w 360682"/>
                <a:gd name="connsiteY5" fmla="*/ 188906 h 1458906"/>
                <a:gd name="connsiteX6" fmla="*/ 175846 w 360682"/>
                <a:gd name="connsiteY6" fmla="*/ 99029 h 1458906"/>
                <a:gd name="connsiteX7" fmla="*/ 0 w 360682"/>
                <a:gd name="connsiteY7" fmla="*/ 204537 h 1458906"/>
                <a:gd name="connsiteX8" fmla="*/ 31262 w 360682"/>
                <a:gd name="connsiteY8" fmla="*/ 212352 h 1458906"/>
                <a:gd name="connsiteX0" fmla="*/ 31262 w 360682"/>
                <a:gd name="connsiteY0" fmla="*/ 118219 h 1364773"/>
                <a:gd name="connsiteX1" fmla="*/ 175846 w 360682"/>
                <a:gd name="connsiteY1" fmla="*/ 43973 h 1364773"/>
                <a:gd name="connsiteX2" fmla="*/ 300892 w 360682"/>
                <a:gd name="connsiteY2" fmla="*/ 110404 h 1364773"/>
                <a:gd name="connsiteX3" fmla="*/ 285262 w 360682"/>
                <a:gd name="connsiteY3" fmla="*/ 1360865 h 1364773"/>
                <a:gd name="connsiteX4" fmla="*/ 332154 w 360682"/>
                <a:gd name="connsiteY4" fmla="*/ 1364773 h 1364773"/>
                <a:gd name="connsiteX5" fmla="*/ 336062 w 360682"/>
                <a:gd name="connsiteY5" fmla="*/ 94773 h 1364773"/>
                <a:gd name="connsiteX6" fmla="*/ 175846 w 360682"/>
                <a:gd name="connsiteY6" fmla="*/ 4896 h 1364773"/>
                <a:gd name="connsiteX7" fmla="*/ 0 w 360682"/>
                <a:gd name="connsiteY7" fmla="*/ 110404 h 1364773"/>
                <a:gd name="connsiteX8" fmla="*/ 31262 w 360682"/>
                <a:gd name="connsiteY8" fmla="*/ 118219 h 1364773"/>
                <a:gd name="connsiteX0" fmla="*/ 31262 w 360682"/>
                <a:gd name="connsiteY0" fmla="*/ 118219 h 1364773"/>
                <a:gd name="connsiteX1" fmla="*/ 175846 w 360682"/>
                <a:gd name="connsiteY1" fmla="*/ 43973 h 1364773"/>
                <a:gd name="connsiteX2" fmla="*/ 304799 w 360682"/>
                <a:gd name="connsiteY2" fmla="*/ 133850 h 1364773"/>
                <a:gd name="connsiteX3" fmla="*/ 285262 w 360682"/>
                <a:gd name="connsiteY3" fmla="*/ 1360865 h 1364773"/>
                <a:gd name="connsiteX4" fmla="*/ 332154 w 360682"/>
                <a:gd name="connsiteY4" fmla="*/ 1364773 h 1364773"/>
                <a:gd name="connsiteX5" fmla="*/ 336062 w 360682"/>
                <a:gd name="connsiteY5" fmla="*/ 94773 h 1364773"/>
                <a:gd name="connsiteX6" fmla="*/ 175846 w 360682"/>
                <a:gd name="connsiteY6" fmla="*/ 4896 h 1364773"/>
                <a:gd name="connsiteX7" fmla="*/ 0 w 360682"/>
                <a:gd name="connsiteY7" fmla="*/ 110404 h 1364773"/>
                <a:gd name="connsiteX8" fmla="*/ 31262 w 360682"/>
                <a:gd name="connsiteY8" fmla="*/ 118219 h 1364773"/>
                <a:gd name="connsiteX0" fmla="*/ 31262 w 360682"/>
                <a:gd name="connsiteY0" fmla="*/ 113649 h 1360203"/>
                <a:gd name="connsiteX1" fmla="*/ 175846 w 360682"/>
                <a:gd name="connsiteY1" fmla="*/ 39403 h 1360203"/>
                <a:gd name="connsiteX2" fmla="*/ 304799 w 360682"/>
                <a:gd name="connsiteY2" fmla="*/ 129280 h 1360203"/>
                <a:gd name="connsiteX3" fmla="*/ 285262 w 360682"/>
                <a:gd name="connsiteY3" fmla="*/ 1356295 h 1360203"/>
                <a:gd name="connsiteX4" fmla="*/ 332154 w 360682"/>
                <a:gd name="connsiteY4" fmla="*/ 1360203 h 1360203"/>
                <a:gd name="connsiteX5" fmla="*/ 336062 w 360682"/>
                <a:gd name="connsiteY5" fmla="*/ 90203 h 1360203"/>
                <a:gd name="connsiteX6" fmla="*/ 175846 w 360682"/>
                <a:gd name="connsiteY6" fmla="*/ 326 h 1360203"/>
                <a:gd name="connsiteX7" fmla="*/ 0 w 360682"/>
                <a:gd name="connsiteY7" fmla="*/ 105834 h 1360203"/>
                <a:gd name="connsiteX8" fmla="*/ 31262 w 360682"/>
                <a:gd name="connsiteY8" fmla="*/ 113649 h 1360203"/>
                <a:gd name="connsiteX0" fmla="*/ 31262 w 353742"/>
                <a:gd name="connsiteY0" fmla="*/ 113649 h 1360203"/>
                <a:gd name="connsiteX1" fmla="*/ 175846 w 353742"/>
                <a:gd name="connsiteY1" fmla="*/ 39403 h 1360203"/>
                <a:gd name="connsiteX2" fmla="*/ 304799 w 353742"/>
                <a:gd name="connsiteY2" fmla="*/ 129280 h 1360203"/>
                <a:gd name="connsiteX3" fmla="*/ 285262 w 353742"/>
                <a:gd name="connsiteY3" fmla="*/ 1356295 h 1360203"/>
                <a:gd name="connsiteX4" fmla="*/ 332154 w 353742"/>
                <a:gd name="connsiteY4" fmla="*/ 1360203 h 1360203"/>
                <a:gd name="connsiteX5" fmla="*/ 336062 w 353742"/>
                <a:gd name="connsiteY5" fmla="*/ 90203 h 1360203"/>
                <a:gd name="connsiteX6" fmla="*/ 175846 w 353742"/>
                <a:gd name="connsiteY6" fmla="*/ 326 h 1360203"/>
                <a:gd name="connsiteX7" fmla="*/ 0 w 353742"/>
                <a:gd name="connsiteY7" fmla="*/ 105834 h 1360203"/>
                <a:gd name="connsiteX8" fmla="*/ 31262 w 353742"/>
                <a:gd name="connsiteY8" fmla="*/ 113649 h 1360203"/>
                <a:gd name="connsiteX0" fmla="*/ 31262 w 343356"/>
                <a:gd name="connsiteY0" fmla="*/ 113649 h 1360203"/>
                <a:gd name="connsiteX1" fmla="*/ 175846 w 343356"/>
                <a:gd name="connsiteY1" fmla="*/ 39403 h 1360203"/>
                <a:gd name="connsiteX2" fmla="*/ 304799 w 343356"/>
                <a:gd name="connsiteY2" fmla="*/ 129280 h 1360203"/>
                <a:gd name="connsiteX3" fmla="*/ 285262 w 343356"/>
                <a:gd name="connsiteY3" fmla="*/ 1356295 h 1360203"/>
                <a:gd name="connsiteX4" fmla="*/ 332154 w 343356"/>
                <a:gd name="connsiteY4" fmla="*/ 1360203 h 1360203"/>
                <a:gd name="connsiteX5" fmla="*/ 336062 w 343356"/>
                <a:gd name="connsiteY5" fmla="*/ 90203 h 1360203"/>
                <a:gd name="connsiteX6" fmla="*/ 175846 w 343356"/>
                <a:gd name="connsiteY6" fmla="*/ 326 h 1360203"/>
                <a:gd name="connsiteX7" fmla="*/ 0 w 343356"/>
                <a:gd name="connsiteY7" fmla="*/ 105834 h 1360203"/>
                <a:gd name="connsiteX8" fmla="*/ 31262 w 343356"/>
                <a:gd name="connsiteY8" fmla="*/ 113649 h 1360203"/>
                <a:gd name="connsiteX0" fmla="*/ 31262 w 346211"/>
                <a:gd name="connsiteY0" fmla="*/ 113537 h 1360091"/>
                <a:gd name="connsiteX1" fmla="*/ 175846 w 346211"/>
                <a:gd name="connsiteY1" fmla="*/ 39291 h 1360091"/>
                <a:gd name="connsiteX2" fmla="*/ 304799 w 346211"/>
                <a:gd name="connsiteY2" fmla="*/ 129168 h 1360091"/>
                <a:gd name="connsiteX3" fmla="*/ 285262 w 346211"/>
                <a:gd name="connsiteY3" fmla="*/ 1356183 h 1360091"/>
                <a:gd name="connsiteX4" fmla="*/ 332154 w 346211"/>
                <a:gd name="connsiteY4" fmla="*/ 1360091 h 1360091"/>
                <a:gd name="connsiteX5" fmla="*/ 339970 w 346211"/>
                <a:gd name="connsiteY5" fmla="*/ 136983 h 1360091"/>
                <a:gd name="connsiteX6" fmla="*/ 175846 w 346211"/>
                <a:gd name="connsiteY6" fmla="*/ 214 h 1360091"/>
                <a:gd name="connsiteX7" fmla="*/ 0 w 346211"/>
                <a:gd name="connsiteY7" fmla="*/ 105722 h 1360091"/>
                <a:gd name="connsiteX8" fmla="*/ 31262 w 346211"/>
                <a:gd name="connsiteY8" fmla="*/ 113537 h 1360091"/>
                <a:gd name="connsiteX0" fmla="*/ 31262 w 346211"/>
                <a:gd name="connsiteY0" fmla="*/ 113537 h 1360091"/>
                <a:gd name="connsiteX1" fmla="*/ 175846 w 346211"/>
                <a:gd name="connsiteY1" fmla="*/ 39291 h 1360091"/>
                <a:gd name="connsiteX2" fmla="*/ 308707 w 346211"/>
                <a:gd name="connsiteY2" fmla="*/ 152614 h 1360091"/>
                <a:gd name="connsiteX3" fmla="*/ 285262 w 346211"/>
                <a:gd name="connsiteY3" fmla="*/ 1356183 h 1360091"/>
                <a:gd name="connsiteX4" fmla="*/ 332154 w 346211"/>
                <a:gd name="connsiteY4" fmla="*/ 1360091 h 1360091"/>
                <a:gd name="connsiteX5" fmla="*/ 339970 w 346211"/>
                <a:gd name="connsiteY5" fmla="*/ 136983 h 1360091"/>
                <a:gd name="connsiteX6" fmla="*/ 175846 w 346211"/>
                <a:gd name="connsiteY6" fmla="*/ 214 h 1360091"/>
                <a:gd name="connsiteX7" fmla="*/ 0 w 346211"/>
                <a:gd name="connsiteY7" fmla="*/ 105722 h 1360091"/>
                <a:gd name="connsiteX8" fmla="*/ 31262 w 346211"/>
                <a:gd name="connsiteY8" fmla="*/ 113537 h 1360091"/>
                <a:gd name="connsiteX0" fmla="*/ 31262 w 346211"/>
                <a:gd name="connsiteY0" fmla="*/ 113537 h 1360091"/>
                <a:gd name="connsiteX1" fmla="*/ 175846 w 346211"/>
                <a:gd name="connsiteY1" fmla="*/ 54921 h 1360091"/>
                <a:gd name="connsiteX2" fmla="*/ 308707 w 346211"/>
                <a:gd name="connsiteY2" fmla="*/ 152614 h 1360091"/>
                <a:gd name="connsiteX3" fmla="*/ 285262 w 346211"/>
                <a:gd name="connsiteY3" fmla="*/ 1356183 h 1360091"/>
                <a:gd name="connsiteX4" fmla="*/ 332154 w 346211"/>
                <a:gd name="connsiteY4" fmla="*/ 1360091 h 1360091"/>
                <a:gd name="connsiteX5" fmla="*/ 339970 w 346211"/>
                <a:gd name="connsiteY5" fmla="*/ 136983 h 1360091"/>
                <a:gd name="connsiteX6" fmla="*/ 175846 w 346211"/>
                <a:gd name="connsiteY6" fmla="*/ 214 h 1360091"/>
                <a:gd name="connsiteX7" fmla="*/ 0 w 346211"/>
                <a:gd name="connsiteY7" fmla="*/ 105722 h 1360091"/>
                <a:gd name="connsiteX8" fmla="*/ 31262 w 346211"/>
                <a:gd name="connsiteY8" fmla="*/ 113537 h 1360091"/>
                <a:gd name="connsiteX0" fmla="*/ 31262 w 346211"/>
                <a:gd name="connsiteY0" fmla="*/ 113537 h 1360091"/>
                <a:gd name="connsiteX1" fmla="*/ 168031 w 346211"/>
                <a:gd name="connsiteY1" fmla="*/ 39290 h 1360091"/>
                <a:gd name="connsiteX2" fmla="*/ 308707 w 346211"/>
                <a:gd name="connsiteY2" fmla="*/ 152614 h 1360091"/>
                <a:gd name="connsiteX3" fmla="*/ 285262 w 346211"/>
                <a:gd name="connsiteY3" fmla="*/ 1356183 h 1360091"/>
                <a:gd name="connsiteX4" fmla="*/ 332154 w 346211"/>
                <a:gd name="connsiteY4" fmla="*/ 1360091 h 1360091"/>
                <a:gd name="connsiteX5" fmla="*/ 339970 w 346211"/>
                <a:gd name="connsiteY5" fmla="*/ 136983 h 1360091"/>
                <a:gd name="connsiteX6" fmla="*/ 175846 w 346211"/>
                <a:gd name="connsiteY6" fmla="*/ 214 h 1360091"/>
                <a:gd name="connsiteX7" fmla="*/ 0 w 346211"/>
                <a:gd name="connsiteY7" fmla="*/ 105722 h 1360091"/>
                <a:gd name="connsiteX8" fmla="*/ 31262 w 346211"/>
                <a:gd name="connsiteY8" fmla="*/ 113537 h 1360091"/>
                <a:gd name="connsiteX0" fmla="*/ 31262 w 346211"/>
                <a:gd name="connsiteY0" fmla="*/ 113537 h 1360091"/>
                <a:gd name="connsiteX1" fmla="*/ 168031 w 346211"/>
                <a:gd name="connsiteY1" fmla="*/ 39290 h 1360091"/>
                <a:gd name="connsiteX2" fmla="*/ 308707 w 346211"/>
                <a:gd name="connsiteY2" fmla="*/ 152614 h 1360091"/>
                <a:gd name="connsiteX3" fmla="*/ 285262 w 346211"/>
                <a:gd name="connsiteY3" fmla="*/ 1356183 h 1360091"/>
                <a:gd name="connsiteX4" fmla="*/ 332154 w 346211"/>
                <a:gd name="connsiteY4" fmla="*/ 1360091 h 1360091"/>
                <a:gd name="connsiteX5" fmla="*/ 339970 w 346211"/>
                <a:gd name="connsiteY5" fmla="*/ 136983 h 1360091"/>
                <a:gd name="connsiteX6" fmla="*/ 175846 w 346211"/>
                <a:gd name="connsiteY6" fmla="*/ 214 h 1360091"/>
                <a:gd name="connsiteX7" fmla="*/ 0 w 346211"/>
                <a:gd name="connsiteY7" fmla="*/ 105722 h 1360091"/>
                <a:gd name="connsiteX8" fmla="*/ 31262 w 346211"/>
                <a:gd name="connsiteY8" fmla="*/ 113537 h 1360091"/>
                <a:gd name="connsiteX0" fmla="*/ 31262 w 346211"/>
                <a:gd name="connsiteY0" fmla="*/ 113537 h 1360091"/>
                <a:gd name="connsiteX1" fmla="*/ 168031 w 346211"/>
                <a:gd name="connsiteY1" fmla="*/ 39290 h 1360091"/>
                <a:gd name="connsiteX2" fmla="*/ 308707 w 346211"/>
                <a:gd name="connsiteY2" fmla="*/ 152614 h 1360091"/>
                <a:gd name="connsiteX3" fmla="*/ 285262 w 346211"/>
                <a:gd name="connsiteY3" fmla="*/ 1356183 h 1360091"/>
                <a:gd name="connsiteX4" fmla="*/ 332154 w 346211"/>
                <a:gd name="connsiteY4" fmla="*/ 1360091 h 1360091"/>
                <a:gd name="connsiteX5" fmla="*/ 339970 w 346211"/>
                <a:gd name="connsiteY5" fmla="*/ 136983 h 1360091"/>
                <a:gd name="connsiteX6" fmla="*/ 175846 w 346211"/>
                <a:gd name="connsiteY6" fmla="*/ 214 h 1360091"/>
                <a:gd name="connsiteX7" fmla="*/ 0 w 346211"/>
                <a:gd name="connsiteY7" fmla="*/ 105722 h 1360091"/>
                <a:gd name="connsiteX8" fmla="*/ 31262 w 346211"/>
                <a:gd name="connsiteY8" fmla="*/ 113537 h 1360091"/>
                <a:gd name="connsiteX0" fmla="*/ 31262 w 346211"/>
                <a:gd name="connsiteY0" fmla="*/ 113537 h 1360091"/>
                <a:gd name="connsiteX1" fmla="*/ 175846 w 346211"/>
                <a:gd name="connsiteY1" fmla="*/ 39290 h 1360091"/>
                <a:gd name="connsiteX2" fmla="*/ 308707 w 346211"/>
                <a:gd name="connsiteY2" fmla="*/ 152614 h 1360091"/>
                <a:gd name="connsiteX3" fmla="*/ 285262 w 346211"/>
                <a:gd name="connsiteY3" fmla="*/ 1356183 h 1360091"/>
                <a:gd name="connsiteX4" fmla="*/ 332154 w 346211"/>
                <a:gd name="connsiteY4" fmla="*/ 1360091 h 1360091"/>
                <a:gd name="connsiteX5" fmla="*/ 339970 w 346211"/>
                <a:gd name="connsiteY5" fmla="*/ 136983 h 1360091"/>
                <a:gd name="connsiteX6" fmla="*/ 175846 w 346211"/>
                <a:gd name="connsiteY6" fmla="*/ 214 h 1360091"/>
                <a:gd name="connsiteX7" fmla="*/ 0 w 346211"/>
                <a:gd name="connsiteY7" fmla="*/ 105722 h 1360091"/>
                <a:gd name="connsiteX8" fmla="*/ 31262 w 346211"/>
                <a:gd name="connsiteY8" fmla="*/ 113537 h 1360091"/>
                <a:gd name="connsiteX0" fmla="*/ 31262 w 346211"/>
                <a:gd name="connsiteY0" fmla="*/ 113537 h 1360091"/>
                <a:gd name="connsiteX1" fmla="*/ 175846 w 346211"/>
                <a:gd name="connsiteY1" fmla="*/ 39290 h 1360091"/>
                <a:gd name="connsiteX2" fmla="*/ 308707 w 346211"/>
                <a:gd name="connsiteY2" fmla="*/ 152614 h 1360091"/>
                <a:gd name="connsiteX3" fmla="*/ 285262 w 346211"/>
                <a:gd name="connsiteY3" fmla="*/ 1356183 h 1360091"/>
                <a:gd name="connsiteX4" fmla="*/ 332154 w 346211"/>
                <a:gd name="connsiteY4" fmla="*/ 1360091 h 1360091"/>
                <a:gd name="connsiteX5" fmla="*/ 339970 w 346211"/>
                <a:gd name="connsiteY5" fmla="*/ 136983 h 1360091"/>
                <a:gd name="connsiteX6" fmla="*/ 175846 w 346211"/>
                <a:gd name="connsiteY6" fmla="*/ 214 h 1360091"/>
                <a:gd name="connsiteX7" fmla="*/ 0 w 346211"/>
                <a:gd name="connsiteY7" fmla="*/ 105722 h 1360091"/>
                <a:gd name="connsiteX8" fmla="*/ 31262 w 346211"/>
                <a:gd name="connsiteY8" fmla="*/ 113537 h 1360091"/>
                <a:gd name="connsiteX0" fmla="*/ 31262 w 351414"/>
                <a:gd name="connsiteY0" fmla="*/ 113537 h 1360091"/>
                <a:gd name="connsiteX1" fmla="*/ 175846 w 351414"/>
                <a:gd name="connsiteY1" fmla="*/ 39290 h 1360091"/>
                <a:gd name="connsiteX2" fmla="*/ 308707 w 351414"/>
                <a:gd name="connsiteY2" fmla="*/ 152614 h 1360091"/>
                <a:gd name="connsiteX3" fmla="*/ 285262 w 351414"/>
                <a:gd name="connsiteY3" fmla="*/ 1356183 h 1360091"/>
                <a:gd name="connsiteX4" fmla="*/ 332154 w 351414"/>
                <a:gd name="connsiteY4" fmla="*/ 1360091 h 1360091"/>
                <a:gd name="connsiteX5" fmla="*/ 339970 w 351414"/>
                <a:gd name="connsiteY5" fmla="*/ 136983 h 1360091"/>
                <a:gd name="connsiteX6" fmla="*/ 175846 w 351414"/>
                <a:gd name="connsiteY6" fmla="*/ 214 h 1360091"/>
                <a:gd name="connsiteX7" fmla="*/ 0 w 351414"/>
                <a:gd name="connsiteY7" fmla="*/ 105722 h 1360091"/>
                <a:gd name="connsiteX8" fmla="*/ 31262 w 351414"/>
                <a:gd name="connsiteY8" fmla="*/ 113537 h 1360091"/>
                <a:gd name="connsiteX0" fmla="*/ 31262 w 344480"/>
                <a:gd name="connsiteY0" fmla="*/ 113537 h 1360091"/>
                <a:gd name="connsiteX1" fmla="*/ 175846 w 344480"/>
                <a:gd name="connsiteY1" fmla="*/ 39290 h 1360091"/>
                <a:gd name="connsiteX2" fmla="*/ 308707 w 344480"/>
                <a:gd name="connsiteY2" fmla="*/ 152614 h 1360091"/>
                <a:gd name="connsiteX3" fmla="*/ 285262 w 344480"/>
                <a:gd name="connsiteY3" fmla="*/ 1356183 h 1360091"/>
                <a:gd name="connsiteX4" fmla="*/ 332154 w 344480"/>
                <a:gd name="connsiteY4" fmla="*/ 1360091 h 1360091"/>
                <a:gd name="connsiteX5" fmla="*/ 339970 w 344480"/>
                <a:gd name="connsiteY5" fmla="*/ 136983 h 1360091"/>
                <a:gd name="connsiteX6" fmla="*/ 175846 w 344480"/>
                <a:gd name="connsiteY6" fmla="*/ 214 h 1360091"/>
                <a:gd name="connsiteX7" fmla="*/ 0 w 344480"/>
                <a:gd name="connsiteY7" fmla="*/ 105722 h 1360091"/>
                <a:gd name="connsiteX8" fmla="*/ 31262 w 344480"/>
                <a:gd name="connsiteY8" fmla="*/ 113537 h 1360091"/>
                <a:gd name="connsiteX0" fmla="*/ 31262 w 351703"/>
                <a:gd name="connsiteY0" fmla="*/ 126313 h 1372867"/>
                <a:gd name="connsiteX1" fmla="*/ 175846 w 351703"/>
                <a:gd name="connsiteY1" fmla="*/ 52066 h 1372867"/>
                <a:gd name="connsiteX2" fmla="*/ 308707 w 351703"/>
                <a:gd name="connsiteY2" fmla="*/ 165390 h 1372867"/>
                <a:gd name="connsiteX3" fmla="*/ 285262 w 351703"/>
                <a:gd name="connsiteY3" fmla="*/ 1368959 h 1372867"/>
                <a:gd name="connsiteX4" fmla="*/ 332154 w 351703"/>
                <a:gd name="connsiteY4" fmla="*/ 1372867 h 1372867"/>
                <a:gd name="connsiteX5" fmla="*/ 339970 w 351703"/>
                <a:gd name="connsiteY5" fmla="*/ 149759 h 1372867"/>
                <a:gd name="connsiteX6" fmla="*/ 171939 w 351703"/>
                <a:gd name="connsiteY6" fmla="*/ 16898 h 1372867"/>
                <a:gd name="connsiteX7" fmla="*/ 0 w 351703"/>
                <a:gd name="connsiteY7" fmla="*/ 118498 h 1372867"/>
                <a:gd name="connsiteX8" fmla="*/ 31262 w 351703"/>
                <a:gd name="connsiteY8" fmla="*/ 126313 h 1372867"/>
                <a:gd name="connsiteX0" fmla="*/ 31262 w 372537"/>
                <a:gd name="connsiteY0" fmla="*/ 109638 h 1356192"/>
                <a:gd name="connsiteX1" fmla="*/ 175846 w 372537"/>
                <a:gd name="connsiteY1" fmla="*/ 35391 h 1356192"/>
                <a:gd name="connsiteX2" fmla="*/ 308707 w 372537"/>
                <a:gd name="connsiteY2" fmla="*/ 148715 h 1356192"/>
                <a:gd name="connsiteX3" fmla="*/ 285262 w 372537"/>
                <a:gd name="connsiteY3" fmla="*/ 1352284 h 1356192"/>
                <a:gd name="connsiteX4" fmla="*/ 332154 w 372537"/>
                <a:gd name="connsiteY4" fmla="*/ 1356192 h 1356192"/>
                <a:gd name="connsiteX5" fmla="*/ 339970 w 372537"/>
                <a:gd name="connsiteY5" fmla="*/ 133084 h 1356192"/>
                <a:gd name="connsiteX6" fmla="*/ 171939 w 372537"/>
                <a:gd name="connsiteY6" fmla="*/ 223 h 1356192"/>
                <a:gd name="connsiteX7" fmla="*/ 0 w 372537"/>
                <a:gd name="connsiteY7" fmla="*/ 101823 h 1356192"/>
                <a:gd name="connsiteX8" fmla="*/ 31262 w 372537"/>
                <a:gd name="connsiteY8" fmla="*/ 109638 h 1356192"/>
                <a:gd name="connsiteX0" fmla="*/ 31262 w 351703"/>
                <a:gd name="connsiteY0" fmla="*/ 109638 h 1356192"/>
                <a:gd name="connsiteX1" fmla="*/ 175846 w 351703"/>
                <a:gd name="connsiteY1" fmla="*/ 35391 h 1356192"/>
                <a:gd name="connsiteX2" fmla="*/ 308707 w 351703"/>
                <a:gd name="connsiteY2" fmla="*/ 148715 h 1356192"/>
                <a:gd name="connsiteX3" fmla="*/ 285262 w 351703"/>
                <a:gd name="connsiteY3" fmla="*/ 1352284 h 1356192"/>
                <a:gd name="connsiteX4" fmla="*/ 332154 w 351703"/>
                <a:gd name="connsiteY4" fmla="*/ 1356192 h 1356192"/>
                <a:gd name="connsiteX5" fmla="*/ 339970 w 351703"/>
                <a:gd name="connsiteY5" fmla="*/ 133084 h 1356192"/>
                <a:gd name="connsiteX6" fmla="*/ 171939 w 351703"/>
                <a:gd name="connsiteY6" fmla="*/ 223 h 1356192"/>
                <a:gd name="connsiteX7" fmla="*/ 0 w 351703"/>
                <a:gd name="connsiteY7" fmla="*/ 101823 h 1356192"/>
                <a:gd name="connsiteX8" fmla="*/ 31262 w 351703"/>
                <a:gd name="connsiteY8" fmla="*/ 109638 h 1356192"/>
                <a:gd name="connsiteX0" fmla="*/ 31262 w 351703"/>
                <a:gd name="connsiteY0" fmla="*/ 109638 h 1356192"/>
                <a:gd name="connsiteX1" fmla="*/ 175846 w 351703"/>
                <a:gd name="connsiteY1" fmla="*/ 47114 h 1356192"/>
                <a:gd name="connsiteX2" fmla="*/ 308707 w 351703"/>
                <a:gd name="connsiteY2" fmla="*/ 148715 h 1356192"/>
                <a:gd name="connsiteX3" fmla="*/ 285262 w 351703"/>
                <a:gd name="connsiteY3" fmla="*/ 1352284 h 1356192"/>
                <a:gd name="connsiteX4" fmla="*/ 332154 w 351703"/>
                <a:gd name="connsiteY4" fmla="*/ 1356192 h 1356192"/>
                <a:gd name="connsiteX5" fmla="*/ 339970 w 351703"/>
                <a:gd name="connsiteY5" fmla="*/ 133084 h 1356192"/>
                <a:gd name="connsiteX6" fmla="*/ 171939 w 351703"/>
                <a:gd name="connsiteY6" fmla="*/ 223 h 1356192"/>
                <a:gd name="connsiteX7" fmla="*/ 0 w 351703"/>
                <a:gd name="connsiteY7" fmla="*/ 101823 h 1356192"/>
                <a:gd name="connsiteX8" fmla="*/ 31262 w 351703"/>
                <a:gd name="connsiteY8" fmla="*/ 109638 h 1356192"/>
                <a:gd name="connsiteX0" fmla="*/ 31262 w 351703"/>
                <a:gd name="connsiteY0" fmla="*/ 109638 h 1356192"/>
                <a:gd name="connsiteX1" fmla="*/ 175846 w 351703"/>
                <a:gd name="connsiteY1" fmla="*/ 47114 h 1356192"/>
                <a:gd name="connsiteX2" fmla="*/ 308707 w 351703"/>
                <a:gd name="connsiteY2" fmla="*/ 148715 h 1356192"/>
                <a:gd name="connsiteX3" fmla="*/ 285262 w 351703"/>
                <a:gd name="connsiteY3" fmla="*/ 1352284 h 1356192"/>
                <a:gd name="connsiteX4" fmla="*/ 332154 w 351703"/>
                <a:gd name="connsiteY4" fmla="*/ 1356192 h 1356192"/>
                <a:gd name="connsiteX5" fmla="*/ 339970 w 351703"/>
                <a:gd name="connsiteY5" fmla="*/ 133084 h 1356192"/>
                <a:gd name="connsiteX6" fmla="*/ 171939 w 351703"/>
                <a:gd name="connsiteY6" fmla="*/ 223 h 1356192"/>
                <a:gd name="connsiteX7" fmla="*/ 0 w 351703"/>
                <a:gd name="connsiteY7" fmla="*/ 101823 h 1356192"/>
                <a:gd name="connsiteX8" fmla="*/ 31262 w 351703"/>
                <a:gd name="connsiteY8" fmla="*/ 109638 h 1356192"/>
                <a:gd name="connsiteX0" fmla="*/ 31262 w 351703"/>
                <a:gd name="connsiteY0" fmla="*/ 109638 h 1356192"/>
                <a:gd name="connsiteX1" fmla="*/ 199292 w 351703"/>
                <a:gd name="connsiteY1" fmla="*/ 39298 h 1356192"/>
                <a:gd name="connsiteX2" fmla="*/ 308707 w 351703"/>
                <a:gd name="connsiteY2" fmla="*/ 148715 h 1356192"/>
                <a:gd name="connsiteX3" fmla="*/ 285262 w 351703"/>
                <a:gd name="connsiteY3" fmla="*/ 1352284 h 1356192"/>
                <a:gd name="connsiteX4" fmla="*/ 332154 w 351703"/>
                <a:gd name="connsiteY4" fmla="*/ 1356192 h 1356192"/>
                <a:gd name="connsiteX5" fmla="*/ 339970 w 351703"/>
                <a:gd name="connsiteY5" fmla="*/ 133084 h 1356192"/>
                <a:gd name="connsiteX6" fmla="*/ 171939 w 351703"/>
                <a:gd name="connsiteY6" fmla="*/ 223 h 1356192"/>
                <a:gd name="connsiteX7" fmla="*/ 0 w 351703"/>
                <a:gd name="connsiteY7" fmla="*/ 101823 h 1356192"/>
                <a:gd name="connsiteX8" fmla="*/ 31262 w 351703"/>
                <a:gd name="connsiteY8" fmla="*/ 109638 h 1356192"/>
                <a:gd name="connsiteX0" fmla="*/ 31262 w 351703"/>
                <a:gd name="connsiteY0" fmla="*/ 109638 h 1356192"/>
                <a:gd name="connsiteX1" fmla="*/ 199292 w 351703"/>
                <a:gd name="connsiteY1" fmla="*/ 39298 h 1356192"/>
                <a:gd name="connsiteX2" fmla="*/ 308707 w 351703"/>
                <a:gd name="connsiteY2" fmla="*/ 148715 h 1356192"/>
                <a:gd name="connsiteX3" fmla="*/ 285262 w 351703"/>
                <a:gd name="connsiteY3" fmla="*/ 1352284 h 1356192"/>
                <a:gd name="connsiteX4" fmla="*/ 332154 w 351703"/>
                <a:gd name="connsiteY4" fmla="*/ 1356192 h 1356192"/>
                <a:gd name="connsiteX5" fmla="*/ 339970 w 351703"/>
                <a:gd name="connsiteY5" fmla="*/ 133084 h 1356192"/>
                <a:gd name="connsiteX6" fmla="*/ 171939 w 351703"/>
                <a:gd name="connsiteY6" fmla="*/ 223 h 1356192"/>
                <a:gd name="connsiteX7" fmla="*/ 0 w 351703"/>
                <a:gd name="connsiteY7" fmla="*/ 101823 h 1356192"/>
                <a:gd name="connsiteX8" fmla="*/ 31262 w 351703"/>
                <a:gd name="connsiteY8" fmla="*/ 109638 h 1356192"/>
                <a:gd name="connsiteX0" fmla="*/ 31262 w 346500"/>
                <a:gd name="connsiteY0" fmla="*/ 109638 h 1356192"/>
                <a:gd name="connsiteX1" fmla="*/ 199292 w 346500"/>
                <a:gd name="connsiteY1" fmla="*/ 39298 h 1356192"/>
                <a:gd name="connsiteX2" fmla="*/ 308707 w 346500"/>
                <a:gd name="connsiteY2" fmla="*/ 148715 h 1356192"/>
                <a:gd name="connsiteX3" fmla="*/ 285262 w 346500"/>
                <a:gd name="connsiteY3" fmla="*/ 1352284 h 1356192"/>
                <a:gd name="connsiteX4" fmla="*/ 332154 w 346500"/>
                <a:gd name="connsiteY4" fmla="*/ 1356192 h 1356192"/>
                <a:gd name="connsiteX5" fmla="*/ 339970 w 346500"/>
                <a:gd name="connsiteY5" fmla="*/ 133084 h 1356192"/>
                <a:gd name="connsiteX6" fmla="*/ 171939 w 346500"/>
                <a:gd name="connsiteY6" fmla="*/ 223 h 1356192"/>
                <a:gd name="connsiteX7" fmla="*/ 0 w 346500"/>
                <a:gd name="connsiteY7" fmla="*/ 101823 h 1356192"/>
                <a:gd name="connsiteX8" fmla="*/ 31262 w 346500"/>
                <a:gd name="connsiteY8" fmla="*/ 109638 h 1356192"/>
                <a:gd name="connsiteX0" fmla="*/ 31262 w 352282"/>
                <a:gd name="connsiteY0" fmla="*/ 126313 h 1372867"/>
                <a:gd name="connsiteX1" fmla="*/ 199292 w 352282"/>
                <a:gd name="connsiteY1" fmla="*/ 55973 h 1372867"/>
                <a:gd name="connsiteX2" fmla="*/ 308707 w 352282"/>
                <a:gd name="connsiteY2" fmla="*/ 165390 h 1372867"/>
                <a:gd name="connsiteX3" fmla="*/ 285262 w 352282"/>
                <a:gd name="connsiteY3" fmla="*/ 1368959 h 1372867"/>
                <a:gd name="connsiteX4" fmla="*/ 332154 w 352282"/>
                <a:gd name="connsiteY4" fmla="*/ 1372867 h 1372867"/>
                <a:gd name="connsiteX5" fmla="*/ 339970 w 352282"/>
                <a:gd name="connsiteY5" fmla="*/ 149759 h 1372867"/>
                <a:gd name="connsiteX6" fmla="*/ 164124 w 352282"/>
                <a:gd name="connsiteY6" fmla="*/ 16898 h 1372867"/>
                <a:gd name="connsiteX7" fmla="*/ 0 w 352282"/>
                <a:gd name="connsiteY7" fmla="*/ 118498 h 1372867"/>
                <a:gd name="connsiteX8" fmla="*/ 31262 w 352282"/>
                <a:gd name="connsiteY8" fmla="*/ 126313 h 1372867"/>
                <a:gd name="connsiteX0" fmla="*/ 31262 w 374853"/>
                <a:gd name="connsiteY0" fmla="*/ 109638 h 1356192"/>
                <a:gd name="connsiteX1" fmla="*/ 199292 w 374853"/>
                <a:gd name="connsiteY1" fmla="*/ 39298 h 1356192"/>
                <a:gd name="connsiteX2" fmla="*/ 308707 w 374853"/>
                <a:gd name="connsiteY2" fmla="*/ 148715 h 1356192"/>
                <a:gd name="connsiteX3" fmla="*/ 285262 w 374853"/>
                <a:gd name="connsiteY3" fmla="*/ 1352284 h 1356192"/>
                <a:gd name="connsiteX4" fmla="*/ 332154 w 374853"/>
                <a:gd name="connsiteY4" fmla="*/ 1356192 h 1356192"/>
                <a:gd name="connsiteX5" fmla="*/ 339970 w 374853"/>
                <a:gd name="connsiteY5" fmla="*/ 133084 h 1356192"/>
                <a:gd name="connsiteX6" fmla="*/ 164124 w 374853"/>
                <a:gd name="connsiteY6" fmla="*/ 223 h 1356192"/>
                <a:gd name="connsiteX7" fmla="*/ 0 w 374853"/>
                <a:gd name="connsiteY7" fmla="*/ 101823 h 1356192"/>
                <a:gd name="connsiteX8" fmla="*/ 31262 w 374853"/>
                <a:gd name="connsiteY8" fmla="*/ 109638 h 1356192"/>
                <a:gd name="connsiteX0" fmla="*/ 31262 w 354017"/>
                <a:gd name="connsiteY0" fmla="*/ 109638 h 1356192"/>
                <a:gd name="connsiteX1" fmla="*/ 199292 w 354017"/>
                <a:gd name="connsiteY1" fmla="*/ 39298 h 1356192"/>
                <a:gd name="connsiteX2" fmla="*/ 308707 w 354017"/>
                <a:gd name="connsiteY2" fmla="*/ 148715 h 1356192"/>
                <a:gd name="connsiteX3" fmla="*/ 285262 w 354017"/>
                <a:gd name="connsiteY3" fmla="*/ 1352284 h 1356192"/>
                <a:gd name="connsiteX4" fmla="*/ 332154 w 354017"/>
                <a:gd name="connsiteY4" fmla="*/ 1356192 h 1356192"/>
                <a:gd name="connsiteX5" fmla="*/ 339970 w 354017"/>
                <a:gd name="connsiteY5" fmla="*/ 133084 h 1356192"/>
                <a:gd name="connsiteX6" fmla="*/ 164124 w 354017"/>
                <a:gd name="connsiteY6" fmla="*/ 223 h 1356192"/>
                <a:gd name="connsiteX7" fmla="*/ 0 w 354017"/>
                <a:gd name="connsiteY7" fmla="*/ 101823 h 1356192"/>
                <a:gd name="connsiteX8" fmla="*/ 31262 w 354017"/>
                <a:gd name="connsiteY8" fmla="*/ 109638 h 1356192"/>
                <a:gd name="connsiteX0" fmla="*/ 27354 w 350109"/>
                <a:gd name="connsiteY0" fmla="*/ 109877 h 1356431"/>
                <a:gd name="connsiteX1" fmla="*/ 195384 w 350109"/>
                <a:gd name="connsiteY1" fmla="*/ 39537 h 1356431"/>
                <a:gd name="connsiteX2" fmla="*/ 304799 w 350109"/>
                <a:gd name="connsiteY2" fmla="*/ 148954 h 1356431"/>
                <a:gd name="connsiteX3" fmla="*/ 281354 w 350109"/>
                <a:gd name="connsiteY3" fmla="*/ 1352523 h 1356431"/>
                <a:gd name="connsiteX4" fmla="*/ 328246 w 350109"/>
                <a:gd name="connsiteY4" fmla="*/ 1356431 h 1356431"/>
                <a:gd name="connsiteX5" fmla="*/ 336062 w 350109"/>
                <a:gd name="connsiteY5" fmla="*/ 133323 h 1356431"/>
                <a:gd name="connsiteX6" fmla="*/ 160216 w 350109"/>
                <a:gd name="connsiteY6" fmla="*/ 462 h 1356431"/>
                <a:gd name="connsiteX7" fmla="*/ 0 w 350109"/>
                <a:gd name="connsiteY7" fmla="*/ 90339 h 1356431"/>
                <a:gd name="connsiteX8" fmla="*/ 27354 w 350109"/>
                <a:gd name="connsiteY8" fmla="*/ 109877 h 1356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0109" h="1356431">
                  <a:moveTo>
                    <a:pt x="27354" y="109877"/>
                  </a:moveTo>
                  <a:cubicBezTo>
                    <a:pt x="56662" y="98805"/>
                    <a:pt x="160866" y="13486"/>
                    <a:pt x="195384" y="39537"/>
                  </a:cubicBezTo>
                  <a:cubicBezTo>
                    <a:pt x="229902" y="65588"/>
                    <a:pt x="270933" y="66892"/>
                    <a:pt x="304799" y="148954"/>
                  </a:cubicBezTo>
                  <a:cubicBezTo>
                    <a:pt x="338665" y="231016"/>
                    <a:pt x="286564" y="935703"/>
                    <a:pt x="281354" y="1352523"/>
                  </a:cubicBezTo>
                  <a:lnTo>
                    <a:pt x="328246" y="1356431"/>
                  </a:lnTo>
                  <a:cubicBezTo>
                    <a:pt x="336713" y="1145416"/>
                    <a:pt x="367975" y="230365"/>
                    <a:pt x="336062" y="133323"/>
                  </a:cubicBezTo>
                  <a:cubicBezTo>
                    <a:pt x="304149" y="36281"/>
                    <a:pt x="216226" y="7626"/>
                    <a:pt x="160216" y="462"/>
                  </a:cubicBezTo>
                  <a:cubicBezTo>
                    <a:pt x="104206" y="-6702"/>
                    <a:pt x="24097" y="71452"/>
                    <a:pt x="0" y="90339"/>
                  </a:cubicBezTo>
                  <a:lnTo>
                    <a:pt x="27354" y="109877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Freeform 9"/>
          <p:cNvSpPr>
            <a:spLocks noEditPoints="1"/>
          </p:cNvSpPr>
          <p:nvPr/>
        </p:nvSpPr>
        <p:spPr bwMode="auto">
          <a:xfrm flipH="1">
            <a:off x="1393886" y="687053"/>
            <a:ext cx="597231" cy="636385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2649765" y="1645523"/>
            <a:ext cx="6892470" cy="3136133"/>
          </a:xfrm>
          <a:prstGeom prst="roundRect">
            <a:avLst/>
          </a:prstGeom>
          <a:noFill/>
          <a:ln w="254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311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-17942" y="2395692"/>
            <a:ext cx="30489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5750">
              <a:buFont typeface="Wingdings" panose="05000000000000000000" pitchFamily="2" charset="2"/>
              <a:buChar char="n"/>
            </a:pPr>
            <a:r>
              <a:rPr lang="zh-CN" altLang="en-US" b="1" dirty="0">
                <a:ea typeface="微软雅黑" panose="020B0503020204020204" pitchFamily="34" charset="-122"/>
              </a:rPr>
              <a:t>看得见的</a:t>
            </a:r>
            <a:r>
              <a:rPr lang="zh-CN" altLang="en-US" b="1" dirty="0" smtClean="0">
                <a:ea typeface="微软雅黑" panose="020B0503020204020204" pitchFamily="34" charset="-122"/>
              </a:rPr>
              <a:t>世界</a:t>
            </a:r>
            <a:endParaRPr lang="en-US" altLang="zh-CN" b="1" dirty="0" smtClean="0">
              <a:ea typeface="微软雅黑" panose="020B0503020204020204" pitchFamily="34" charset="-122"/>
            </a:endParaRPr>
          </a:p>
          <a:p>
            <a:pPr indent="-285750">
              <a:buFont typeface="Wingdings" panose="05000000000000000000" pitchFamily="2" charset="2"/>
              <a:buChar char="n"/>
            </a:pPr>
            <a:r>
              <a:rPr lang="zh-CN" altLang="en-US" b="1" dirty="0" smtClean="0">
                <a:ea typeface="微软雅黑" panose="020B0503020204020204" pitchFamily="34" charset="-122"/>
              </a:rPr>
              <a:t>看不见</a:t>
            </a:r>
            <a:r>
              <a:rPr lang="zh-CN" altLang="en-US" b="1" dirty="0">
                <a:ea typeface="微软雅黑" panose="020B0503020204020204" pitchFamily="34" charset="-122"/>
              </a:rPr>
              <a:t>的</a:t>
            </a:r>
            <a:r>
              <a:rPr lang="zh-CN" altLang="en-US" b="1" dirty="0" smtClean="0">
                <a:ea typeface="微软雅黑" panose="020B0503020204020204" pitchFamily="34" charset="-122"/>
              </a:rPr>
              <a:t>世界</a:t>
            </a:r>
            <a:endParaRPr lang="en-US" altLang="zh-CN" b="1" dirty="0" smtClean="0">
              <a:ea typeface="微软雅黑" panose="020B0503020204020204" pitchFamily="34" charset="-122"/>
            </a:endParaRPr>
          </a:p>
          <a:p>
            <a:pPr indent="-285750">
              <a:buFont typeface="Wingdings" panose="05000000000000000000" pitchFamily="2" charset="2"/>
              <a:buChar char="n"/>
            </a:pPr>
            <a:r>
              <a:rPr lang="zh-CN" altLang="en-US" b="1" dirty="0" smtClean="0">
                <a:ea typeface="微软雅黑" panose="020B0503020204020204" pitchFamily="34" charset="-122"/>
              </a:rPr>
              <a:t>更加</a:t>
            </a:r>
            <a:r>
              <a:rPr lang="zh-CN" altLang="en-US" b="1" dirty="0">
                <a:ea typeface="微软雅黑" panose="020B0503020204020204" pitchFamily="34" charset="-122"/>
              </a:rPr>
              <a:t>看不见的世界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2881993" y="1789665"/>
            <a:ext cx="6212114" cy="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2881993" y="5338407"/>
            <a:ext cx="6212114" cy="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任意多边形 5"/>
          <p:cNvSpPr/>
          <p:nvPr/>
        </p:nvSpPr>
        <p:spPr>
          <a:xfrm>
            <a:off x="2892425" y="1265498"/>
            <a:ext cx="6241143" cy="4327003"/>
          </a:xfrm>
          <a:custGeom>
            <a:avLst/>
            <a:gdLst>
              <a:gd name="connsiteX0" fmla="*/ 0 w 6241143"/>
              <a:gd name="connsiteY0" fmla="*/ 4900223 h 4929346"/>
              <a:gd name="connsiteX1" fmla="*/ 464457 w 6241143"/>
              <a:gd name="connsiteY1" fmla="*/ 4929252 h 4929346"/>
              <a:gd name="connsiteX2" fmla="*/ 653143 w 6241143"/>
              <a:gd name="connsiteY2" fmla="*/ 4885709 h 4929346"/>
              <a:gd name="connsiteX3" fmla="*/ 696686 w 6241143"/>
              <a:gd name="connsiteY3" fmla="*/ 4871194 h 4929346"/>
              <a:gd name="connsiteX4" fmla="*/ 740229 w 6241143"/>
              <a:gd name="connsiteY4" fmla="*/ 4784109 h 4929346"/>
              <a:gd name="connsiteX5" fmla="*/ 769257 w 6241143"/>
              <a:gd name="connsiteY5" fmla="*/ 4740566 h 4929346"/>
              <a:gd name="connsiteX6" fmla="*/ 798286 w 6241143"/>
              <a:gd name="connsiteY6" fmla="*/ 4653480 h 4929346"/>
              <a:gd name="connsiteX7" fmla="*/ 812800 w 6241143"/>
              <a:gd name="connsiteY7" fmla="*/ 4377709 h 4929346"/>
              <a:gd name="connsiteX8" fmla="*/ 841829 w 6241143"/>
              <a:gd name="connsiteY8" fmla="*/ 4290623 h 4929346"/>
              <a:gd name="connsiteX9" fmla="*/ 856343 w 6241143"/>
              <a:gd name="connsiteY9" fmla="*/ 4247080 h 4929346"/>
              <a:gd name="connsiteX10" fmla="*/ 899886 w 6241143"/>
              <a:gd name="connsiteY10" fmla="*/ 4232566 h 4929346"/>
              <a:gd name="connsiteX11" fmla="*/ 972457 w 6241143"/>
              <a:gd name="connsiteY11" fmla="*/ 4159994 h 4929346"/>
              <a:gd name="connsiteX12" fmla="*/ 986972 w 6241143"/>
              <a:gd name="connsiteY12" fmla="*/ 4116452 h 4929346"/>
              <a:gd name="connsiteX13" fmla="*/ 1030514 w 6241143"/>
              <a:gd name="connsiteY13" fmla="*/ 4087423 h 4929346"/>
              <a:gd name="connsiteX14" fmla="*/ 1059543 w 6241143"/>
              <a:gd name="connsiteY14" fmla="*/ 4043880 h 4929346"/>
              <a:gd name="connsiteX15" fmla="*/ 1074057 w 6241143"/>
              <a:gd name="connsiteY15" fmla="*/ 4000337 h 4929346"/>
              <a:gd name="connsiteX16" fmla="*/ 1117600 w 6241143"/>
              <a:gd name="connsiteY16" fmla="*/ 3971309 h 4929346"/>
              <a:gd name="connsiteX17" fmla="*/ 1146629 w 6241143"/>
              <a:gd name="connsiteY17" fmla="*/ 3927766 h 4929346"/>
              <a:gd name="connsiteX18" fmla="*/ 1190172 w 6241143"/>
              <a:gd name="connsiteY18" fmla="*/ 3869709 h 4929346"/>
              <a:gd name="connsiteX19" fmla="*/ 1204686 w 6241143"/>
              <a:gd name="connsiteY19" fmla="*/ 3811652 h 4929346"/>
              <a:gd name="connsiteX20" fmla="*/ 1262743 w 6241143"/>
              <a:gd name="connsiteY20" fmla="*/ 3681023 h 4929346"/>
              <a:gd name="connsiteX21" fmla="*/ 1320800 w 6241143"/>
              <a:gd name="connsiteY21" fmla="*/ 3608452 h 4929346"/>
              <a:gd name="connsiteX22" fmla="*/ 1378857 w 6241143"/>
              <a:gd name="connsiteY22" fmla="*/ 3535880 h 4929346"/>
              <a:gd name="connsiteX23" fmla="*/ 1393372 w 6241143"/>
              <a:gd name="connsiteY23" fmla="*/ 3492337 h 4929346"/>
              <a:gd name="connsiteX24" fmla="*/ 1422400 w 6241143"/>
              <a:gd name="connsiteY24" fmla="*/ 3448794 h 4929346"/>
              <a:gd name="connsiteX25" fmla="*/ 1494972 w 6241143"/>
              <a:gd name="connsiteY25" fmla="*/ 3347194 h 4929346"/>
              <a:gd name="connsiteX26" fmla="*/ 1553029 w 6241143"/>
              <a:gd name="connsiteY26" fmla="*/ 3260109 h 4929346"/>
              <a:gd name="connsiteX27" fmla="*/ 1611086 w 6241143"/>
              <a:gd name="connsiteY27" fmla="*/ 3173023 h 4929346"/>
              <a:gd name="connsiteX28" fmla="*/ 1625600 w 6241143"/>
              <a:gd name="connsiteY28" fmla="*/ 3129480 h 4929346"/>
              <a:gd name="connsiteX29" fmla="*/ 1654629 w 6241143"/>
              <a:gd name="connsiteY29" fmla="*/ 3085937 h 4929346"/>
              <a:gd name="connsiteX30" fmla="*/ 1727200 w 6241143"/>
              <a:gd name="connsiteY30" fmla="*/ 2984337 h 4929346"/>
              <a:gd name="connsiteX31" fmla="*/ 1756229 w 6241143"/>
              <a:gd name="connsiteY31" fmla="*/ 2926280 h 4929346"/>
              <a:gd name="connsiteX32" fmla="*/ 1785257 w 6241143"/>
              <a:gd name="connsiteY32" fmla="*/ 2882737 h 4929346"/>
              <a:gd name="connsiteX33" fmla="*/ 1828800 w 6241143"/>
              <a:gd name="connsiteY33" fmla="*/ 2752109 h 4929346"/>
              <a:gd name="connsiteX34" fmla="*/ 1857829 w 6241143"/>
              <a:gd name="connsiteY34" fmla="*/ 2665023 h 4929346"/>
              <a:gd name="connsiteX35" fmla="*/ 1872343 w 6241143"/>
              <a:gd name="connsiteY35" fmla="*/ 2621480 h 4929346"/>
              <a:gd name="connsiteX36" fmla="*/ 1930400 w 6241143"/>
              <a:gd name="connsiteY36" fmla="*/ 2534394 h 4929346"/>
              <a:gd name="connsiteX37" fmla="*/ 1959429 w 6241143"/>
              <a:gd name="connsiteY37" fmla="*/ 2418280 h 4929346"/>
              <a:gd name="connsiteX38" fmla="*/ 2002972 w 6241143"/>
              <a:gd name="connsiteY38" fmla="*/ 2374737 h 4929346"/>
              <a:gd name="connsiteX39" fmla="*/ 2075543 w 6241143"/>
              <a:gd name="connsiteY39" fmla="*/ 2273137 h 4929346"/>
              <a:gd name="connsiteX40" fmla="*/ 2104572 w 6241143"/>
              <a:gd name="connsiteY40" fmla="*/ 2171537 h 4929346"/>
              <a:gd name="connsiteX41" fmla="*/ 2133600 w 6241143"/>
              <a:gd name="connsiteY41" fmla="*/ 2084452 h 4929346"/>
              <a:gd name="connsiteX42" fmla="*/ 2177143 w 6241143"/>
              <a:gd name="connsiteY42" fmla="*/ 1924794 h 4929346"/>
              <a:gd name="connsiteX43" fmla="*/ 2191657 w 6241143"/>
              <a:gd name="connsiteY43" fmla="*/ 1823194 h 4929346"/>
              <a:gd name="connsiteX44" fmla="*/ 2220686 w 6241143"/>
              <a:gd name="connsiteY44" fmla="*/ 1736109 h 4929346"/>
              <a:gd name="connsiteX45" fmla="*/ 2235200 w 6241143"/>
              <a:gd name="connsiteY45" fmla="*/ 1678052 h 4929346"/>
              <a:gd name="connsiteX46" fmla="*/ 2249714 w 6241143"/>
              <a:gd name="connsiteY46" fmla="*/ 1605480 h 4929346"/>
              <a:gd name="connsiteX47" fmla="*/ 2293257 w 6241143"/>
              <a:gd name="connsiteY47" fmla="*/ 1532909 h 4929346"/>
              <a:gd name="connsiteX48" fmla="*/ 2322286 w 6241143"/>
              <a:gd name="connsiteY48" fmla="*/ 1445823 h 4929346"/>
              <a:gd name="connsiteX49" fmla="*/ 2336800 w 6241143"/>
              <a:gd name="connsiteY49" fmla="*/ 1402280 h 4929346"/>
              <a:gd name="connsiteX50" fmla="*/ 2351314 w 6241143"/>
              <a:gd name="connsiteY50" fmla="*/ 1344223 h 4929346"/>
              <a:gd name="connsiteX51" fmla="*/ 2380343 w 6241143"/>
              <a:gd name="connsiteY51" fmla="*/ 1286166 h 4929346"/>
              <a:gd name="connsiteX52" fmla="*/ 2423886 w 6241143"/>
              <a:gd name="connsiteY52" fmla="*/ 1141023 h 4929346"/>
              <a:gd name="connsiteX53" fmla="*/ 2452914 w 6241143"/>
              <a:gd name="connsiteY53" fmla="*/ 1097480 h 4929346"/>
              <a:gd name="connsiteX54" fmla="*/ 2525486 w 6241143"/>
              <a:gd name="connsiteY54" fmla="*/ 995880 h 4929346"/>
              <a:gd name="connsiteX55" fmla="*/ 2569029 w 6241143"/>
              <a:gd name="connsiteY55" fmla="*/ 865252 h 4929346"/>
              <a:gd name="connsiteX56" fmla="*/ 2583543 w 6241143"/>
              <a:gd name="connsiteY56" fmla="*/ 821709 h 4929346"/>
              <a:gd name="connsiteX57" fmla="*/ 2612572 w 6241143"/>
              <a:gd name="connsiteY57" fmla="*/ 763652 h 4929346"/>
              <a:gd name="connsiteX58" fmla="*/ 2656114 w 6241143"/>
              <a:gd name="connsiteY58" fmla="*/ 662052 h 4929346"/>
              <a:gd name="connsiteX59" fmla="*/ 2670629 w 6241143"/>
              <a:gd name="connsiteY59" fmla="*/ 603994 h 4929346"/>
              <a:gd name="connsiteX60" fmla="*/ 2699657 w 6241143"/>
              <a:gd name="connsiteY60" fmla="*/ 516909 h 4929346"/>
              <a:gd name="connsiteX61" fmla="*/ 2743200 w 6241143"/>
              <a:gd name="connsiteY61" fmla="*/ 386280 h 4929346"/>
              <a:gd name="connsiteX62" fmla="*/ 2772229 w 6241143"/>
              <a:gd name="connsiteY62" fmla="*/ 299194 h 4929346"/>
              <a:gd name="connsiteX63" fmla="*/ 2786743 w 6241143"/>
              <a:gd name="connsiteY63" fmla="*/ 255652 h 4929346"/>
              <a:gd name="connsiteX64" fmla="*/ 2815772 w 6241143"/>
              <a:gd name="connsiteY64" fmla="*/ 212109 h 4929346"/>
              <a:gd name="connsiteX65" fmla="*/ 2873829 w 6241143"/>
              <a:gd name="connsiteY65" fmla="*/ 139537 h 4929346"/>
              <a:gd name="connsiteX66" fmla="*/ 2931886 w 6241143"/>
              <a:gd name="connsiteY66" fmla="*/ 81480 h 4929346"/>
              <a:gd name="connsiteX67" fmla="*/ 3033486 w 6241143"/>
              <a:gd name="connsiteY67" fmla="*/ 52452 h 4929346"/>
              <a:gd name="connsiteX68" fmla="*/ 3120572 w 6241143"/>
              <a:gd name="connsiteY68" fmla="*/ 23423 h 4929346"/>
              <a:gd name="connsiteX69" fmla="*/ 3454400 w 6241143"/>
              <a:gd name="connsiteY69" fmla="*/ 37937 h 4929346"/>
              <a:gd name="connsiteX70" fmla="*/ 3468914 w 6241143"/>
              <a:gd name="connsiteY70" fmla="*/ 371766 h 4929346"/>
              <a:gd name="connsiteX71" fmla="*/ 3541486 w 6241143"/>
              <a:gd name="connsiteY71" fmla="*/ 487880 h 4929346"/>
              <a:gd name="connsiteX72" fmla="*/ 3628572 w 6241143"/>
              <a:gd name="connsiteY72" fmla="*/ 589480 h 4929346"/>
              <a:gd name="connsiteX73" fmla="*/ 3657600 w 6241143"/>
              <a:gd name="connsiteY73" fmla="*/ 705594 h 4929346"/>
              <a:gd name="connsiteX74" fmla="*/ 3686629 w 6241143"/>
              <a:gd name="connsiteY74" fmla="*/ 792680 h 4929346"/>
              <a:gd name="connsiteX75" fmla="*/ 3730172 w 6241143"/>
              <a:gd name="connsiteY75" fmla="*/ 879766 h 4929346"/>
              <a:gd name="connsiteX76" fmla="*/ 3759200 w 6241143"/>
              <a:gd name="connsiteY76" fmla="*/ 923309 h 4929346"/>
              <a:gd name="connsiteX77" fmla="*/ 3788229 w 6241143"/>
              <a:gd name="connsiteY77" fmla="*/ 1010394 h 4929346"/>
              <a:gd name="connsiteX78" fmla="*/ 3817257 w 6241143"/>
              <a:gd name="connsiteY78" fmla="*/ 1111994 h 4929346"/>
              <a:gd name="connsiteX79" fmla="*/ 3860800 w 6241143"/>
              <a:gd name="connsiteY79" fmla="*/ 1228109 h 4929346"/>
              <a:gd name="connsiteX80" fmla="*/ 3889829 w 6241143"/>
              <a:gd name="connsiteY80" fmla="*/ 1518394 h 4929346"/>
              <a:gd name="connsiteX81" fmla="*/ 3918857 w 6241143"/>
              <a:gd name="connsiteY81" fmla="*/ 1605480 h 4929346"/>
              <a:gd name="connsiteX82" fmla="*/ 3947886 w 6241143"/>
              <a:gd name="connsiteY82" fmla="*/ 1649023 h 4929346"/>
              <a:gd name="connsiteX83" fmla="*/ 3991429 w 6241143"/>
              <a:gd name="connsiteY83" fmla="*/ 1736109 h 4929346"/>
              <a:gd name="connsiteX84" fmla="*/ 4020457 w 6241143"/>
              <a:gd name="connsiteY84" fmla="*/ 1837709 h 4929346"/>
              <a:gd name="connsiteX85" fmla="*/ 4049486 w 6241143"/>
              <a:gd name="connsiteY85" fmla="*/ 1910280 h 4929346"/>
              <a:gd name="connsiteX86" fmla="*/ 4078514 w 6241143"/>
              <a:gd name="connsiteY86" fmla="*/ 1997366 h 4929346"/>
              <a:gd name="connsiteX87" fmla="*/ 4107543 w 6241143"/>
              <a:gd name="connsiteY87" fmla="*/ 2084452 h 4929346"/>
              <a:gd name="connsiteX88" fmla="*/ 4122057 w 6241143"/>
              <a:gd name="connsiteY88" fmla="*/ 2127994 h 4929346"/>
              <a:gd name="connsiteX89" fmla="*/ 4136572 w 6241143"/>
              <a:gd name="connsiteY89" fmla="*/ 2186052 h 4929346"/>
              <a:gd name="connsiteX90" fmla="*/ 4165600 w 6241143"/>
              <a:gd name="connsiteY90" fmla="*/ 2244109 h 4929346"/>
              <a:gd name="connsiteX91" fmla="*/ 4194629 w 6241143"/>
              <a:gd name="connsiteY91" fmla="*/ 2374737 h 4929346"/>
              <a:gd name="connsiteX92" fmla="*/ 4223657 w 6241143"/>
              <a:gd name="connsiteY92" fmla="*/ 2447309 h 4929346"/>
              <a:gd name="connsiteX93" fmla="*/ 4238172 w 6241143"/>
              <a:gd name="connsiteY93" fmla="*/ 2505366 h 4929346"/>
              <a:gd name="connsiteX94" fmla="*/ 4252686 w 6241143"/>
              <a:gd name="connsiteY94" fmla="*/ 2650509 h 4929346"/>
              <a:gd name="connsiteX95" fmla="*/ 4296229 w 6241143"/>
              <a:gd name="connsiteY95" fmla="*/ 2955309 h 4929346"/>
              <a:gd name="connsiteX96" fmla="*/ 4310743 w 6241143"/>
              <a:gd name="connsiteY96" fmla="*/ 2998852 h 4929346"/>
              <a:gd name="connsiteX97" fmla="*/ 4383314 w 6241143"/>
              <a:gd name="connsiteY97" fmla="*/ 3085937 h 4929346"/>
              <a:gd name="connsiteX98" fmla="*/ 4412343 w 6241143"/>
              <a:gd name="connsiteY98" fmla="*/ 3173023 h 4929346"/>
              <a:gd name="connsiteX99" fmla="*/ 4455886 w 6241143"/>
              <a:gd name="connsiteY99" fmla="*/ 3332680 h 4929346"/>
              <a:gd name="connsiteX100" fmla="*/ 4470400 w 6241143"/>
              <a:gd name="connsiteY100" fmla="*/ 3434280 h 4929346"/>
              <a:gd name="connsiteX101" fmla="*/ 4499429 w 6241143"/>
              <a:gd name="connsiteY101" fmla="*/ 3521366 h 4929346"/>
              <a:gd name="connsiteX102" fmla="*/ 4513943 w 6241143"/>
              <a:gd name="connsiteY102" fmla="*/ 3579423 h 4929346"/>
              <a:gd name="connsiteX103" fmla="*/ 4542972 w 6241143"/>
              <a:gd name="connsiteY103" fmla="*/ 3681023 h 4929346"/>
              <a:gd name="connsiteX104" fmla="*/ 4557486 w 6241143"/>
              <a:gd name="connsiteY104" fmla="*/ 3942280 h 4929346"/>
              <a:gd name="connsiteX105" fmla="*/ 4572000 w 6241143"/>
              <a:gd name="connsiteY105" fmla="*/ 4029366 h 4929346"/>
              <a:gd name="connsiteX106" fmla="*/ 4601029 w 6241143"/>
              <a:gd name="connsiteY106" fmla="*/ 4072909 h 4929346"/>
              <a:gd name="connsiteX107" fmla="*/ 4630057 w 6241143"/>
              <a:gd name="connsiteY107" fmla="*/ 4174509 h 4929346"/>
              <a:gd name="connsiteX108" fmla="*/ 4659086 w 6241143"/>
              <a:gd name="connsiteY108" fmla="*/ 4232566 h 4929346"/>
              <a:gd name="connsiteX109" fmla="*/ 4688114 w 6241143"/>
              <a:gd name="connsiteY109" fmla="*/ 4319652 h 4929346"/>
              <a:gd name="connsiteX110" fmla="*/ 4702629 w 6241143"/>
              <a:gd name="connsiteY110" fmla="*/ 4377709 h 4929346"/>
              <a:gd name="connsiteX111" fmla="*/ 4731657 w 6241143"/>
              <a:gd name="connsiteY111" fmla="*/ 4421252 h 4929346"/>
              <a:gd name="connsiteX112" fmla="*/ 4746172 w 6241143"/>
              <a:gd name="connsiteY112" fmla="*/ 4464794 h 4929346"/>
              <a:gd name="connsiteX113" fmla="*/ 4833257 w 6241143"/>
              <a:gd name="connsiteY113" fmla="*/ 4522852 h 4929346"/>
              <a:gd name="connsiteX114" fmla="*/ 5080000 w 6241143"/>
              <a:gd name="connsiteY114" fmla="*/ 4580909 h 4929346"/>
              <a:gd name="connsiteX115" fmla="*/ 5210629 w 6241143"/>
              <a:gd name="connsiteY115" fmla="*/ 4624452 h 4929346"/>
              <a:gd name="connsiteX116" fmla="*/ 5254172 w 6241143"/>
              <a:gd name="connsiteY116" fmla="*/ 4638966 h 4929346"/>
              <a:gd name="connsiteX117" fmla="*/ 5341257 w 6241143"/>
              <a:gd name="connsiteY117" fmla="*/ 4697023 h 4929346"/>
              <a:gd name="connsiteX118" fmla="*/ 5471886 w 6241143"/>
              <a:gd name="connsiteY118" fmla="*/ 4740566 h 4929346"/>
              <a:gd name="connsiteX119" fmla="*/ 5515429 w 6241143"/>
              <a:gd name="connsiteY119" fmla="*/ 4755080 h 4929346"/>
              <a:gd name="connsiteX120" fmla="*/ 5617029 w 6241143"/>
              <a:gd name="connsiteY120" fmla="*/ 4769594 h 4929346"/>
              <a:gd name="connsiteX121" fmla="*/ 5878286 w 6241143"/>
              <a:gd name="connsiteY121" fmla="*/ 4798623 h 4929346"/>
              <a:gd name="connsiteX122" fmla="*/ 6241143 w 6241143"/>
              <a:gd name="connsiteY122" fmla="*/ 4813137 h 4929346"/>
              <a:gd name="connsiteX0" fmla="*/ 0 w 6241143"/>
              <a:gd name="connsiteY0" fmla="*/ 4883006 h 4912129"/>
              <a:gd name="connsiteX1" fmla="*/ 464457 w 6241143"/>
              <a:gd name="connsiteY1" fmla="*/ 4912035 h 4912129"/>
              <a:gd name="connsiteX2" fmla="*/ 653143 w 6241143"/>
              <a:gd name="connsiteY2" fmla="*/ 4868492 h 4912129"/>
              <a:gd name="connsiteX3" fmla="*/ 696686 w 6241143"/>
              <a:gd name="connsiteY3" fmla="*/ 4853977 h 4912129"/>
              <a:gd name="connsiteX4" fmla="*/ 740229 w 6241143"/>
              <a:gd name="connsiteY4" fmla="*/ 4766892 h 4912129"/>
              <a:gd name="connsiteX5" fmla="*/ 769257 w 6241143"/>
              <a:gd name="connsiteY5" fmla="*/ 4723349 h 4912129"/>
              <a:gd name="connsiteX6" fmla="*/ 798286 w 6241143"/>
              <a:gd name="connsiteY6" fmla="*/ 4636263 h 4912129"/>
              <a:gd name="connsiteX7" fmla="*/ 812800 w 6241143"/>
              <a:gd name="connsiteY7" fmla="*/ 4360492 h 4912129"/>
              <a:gd name="connsiteX8" fmla="*/ 841829 w 6241143"/>
              <a:gd name="connsiteY8" fmla="*/ 4273406 h 4912129"/>
              <a:gd name="connsiteX9" fmla="*/ 856343 w 6241143"/>
              <a:gd name="connsiteY9" fmla="*/ 4229863 h 4912129"/>
              <a:gd name="connsiteX10" fmla="*/ 899886 w 6241143"/>
              <a:gd name="connsiteY10" fmla="*/ 4215349 h 4912129"/>
              <a:gd name="connsiteX11" fmla="*/ 972457 w 6241143"/>
              <a:gd name="connsiteY11" fmla="*/ 4142777 h 4912129"/>
              <a:gd name="connsiteX12" fmla="*/ 986972 w 6241143"/>
              <a:gd name="connsiteY12" fmla="*/ 4099235 h 4912129"/>
              <a:gd name="connsiteX13" fmla="*/ 1030514 w 6241143"/>
              <a:gd name="connsiteY13" fmla="*/ 4070206 h 4912129"/>
              <a:gd name="connsiteX14" fmla="*/ 1059543 w 6241143"/>
              <a:gd name="connsiteY14" fmla="*/ 4026663 h 4912129"/>
              <a:gd name="connsiteX15" fmla="*/ 1074057 w 6241143"/>
              <a:gd name="connsiteY15" fmla="*/ 3983120 h 4912129"/>
              <a:gd name="connsiteX16" fmla="*/ 1117600 w 6241143"/>
              <a:gd name="connsiteY16" fmla="*/ 3954092 h 4912129"/>
              <a:gd name="connsiteX17" fmla="*/ 1146629 w 6241143"/>
              <a:gd name="connsiteY17" fmla="*/ 3910549 h 4912129"/>
              <a:gd name="connsiteX18" fmla="*/ 1190172 w 6241143"/>
              <a:gd name="connsiteY18" fmla="*/ 3852492 h 4912129"/>
              <a:gd name="connsiteX19" fmla="*/ 1204686 w 6241143"/>
              <a:gd name="connsiteY19" fmla="*/ 3794435 h 4912129"/>
              <a:gd name="connsiteX20" fmla="*/ 1262743 w 6241143"/>
              <a:gd name="connsiteY20" fmla="*/ 3663806 h 4912129"/>
              <a:gd name="connsiteX21" fmla="*/ 1320800 w 6241143"/>
              <a:gd name="connsiteY21" fmla="*/ 3591235 h 4912129"/>
              <a:gd name="connsiteX22" fmla="*/ 1378857 w 6241143"/>
              <a:gd name="connsiteY22" fmla="*/ 3518663 h 4912129"/>
              <a:gd name="connsiteX23" fmla="*/ 1393372 w 6241143"/>
              <a:gd name="connsiteY23" fmla="*/ 3475120 h 4912129"/>
              <a:gd name="connsiteX24" fmla="*/ 1422400 w 6241143"/>
              <a:gd name="connsiteY24" fmla="*/ 3431577 h 4912129"/>
              <a:gd name="connsiteX25" fmla="*/ 1494972 w 6241143"/>
              <a:gd name="connsiteY25" fmla="*/ 3329977 h 4912129"/>
              <a:gd name="connsiteX26" fmla="*/ 1553029 w 6241143"/>
              <a:gd name="connsiteY26" fmla="*/ 3242892 h 4912129"/>
              <a:gd name="connsiteX27" fmla="*/ 1611086 w 6241143"/>
              <a:gd name="connsiteY27" fmla="*/ 3155806 h 4912129"/>
              <a:gd name="connsiteX28" fmla="*/ 1625600 w 6241143"/>
              <a:gd name="connsiteY28" fmla="*/ 3112263 h 4912129"/>
              <a:gd name="connsiteX29" fmla="*/ 1654629 w 6241143"/>
              <a:gd name="connsiteY29" fmla="*/ 3068720 h 4912129"/>
              <a:gd name="connsiteX30" fmla="*/ 1727200 w 6241143"/>
              <a:gd name="connsiteY30" fmla="*/ 2967120 h 4912129"/>
              <a:gd name="connsiteX31" fmla="*/ 1756229 w 6241143"/>
              <a:gd name="connsiteY31" fmla="*/ 2909063 h 4912129"/>
              <a:gd name="connsiteX32" fmla="*/ 1785257 w 6241143"/>
              <a:gd name="connsiteY32" fmla="*/ 2865520 h 4912129"/>
              <a:gd name="connsiteX33" fmla="*/ 1828800 w 6241143"/>
              <a:gd name="connsiteY33" fmla="*/ 2734892 h 4912129"/>
              <a:gd name="connsiteX34" fmla="*/ 1857829 w 6241143"/>
              <a:gd name="connsiteY34" fmla="*/ 2647806 h 4912129"/>
              <a:gd name="connsiteX35" fmla="*/ 1872343 w 6241143"/>
              <a:gd name="connsiteY35" fmla="*/ 2604263 h 4912129"/>
              <a:gd name="connsiteX36" fmla="*/ 1930400 w 6241143"/>
              <a:gd name="connsiteY36" fmla="*/ 2517177 h 4912129"/>
              <a:gd name="connsiteX37" fmla="*/ 1959429 w 6241143"/>
              <a:gd name="connsiteY37" fmla="*/ 2401063 h 4912129"/>
              <a:gd name="connsiteX38" fmla="*/ 2002972 w 6241143"/>
              <a:gd name="connsiteY38" fmla="*/ 2357520 h 4912129"/>
              <a:gd name="connsiteX39" fmla="*/ 2075543 w 6241143"/>
              <a:gd name="connsiteY39" fmla="*/ 2255920 h 4912129"/>
              <a:gd name="connsiteX40" fmla="*/ 2104572 w 6241143"/>
              <a:gd name="connsiteY40" fmla="*/ 2154320 h 4912129"/>
              <a:gd name="connsiteX41" fmla="*/ 2133600 w 6241143"/>
              <a:gd name="connsiteY41" fmla="*/ 2067235 h 4912129"/>
              <a:gd name="connsiteX42" fmla="*/ 2177143 w 6241143"/>
              <a:gd name="connsiteY42" fmla="*/ 1907577 h 4912129"/>
              <a:gd name="connsiteX43" fmla="*/ 2191657 w 6241143"/>
              <a:gd name="connsiteY43" fmla="*/ 1805977 h 4912129"/>
              <a:gd name="connsiteX44" fmla="*/ 2220686 w 6241143"/>
              <a:gd name="connsiteY44" fmla="*/ 1718892 h 4912129"/>
              <a:gd name="connsiteX45" fmla="*/ 2235200 w 6241143"/>
              <a:gd name="connsiteY45" fmla="*/ 1660835 h 4912129"/>
              <a:gd name="connsiteX46" fmla="*/ 2249714 w 6241143"/>
              <a:gd name="connsiteY46" fmla="*/ 1588263 h 4912129"/>
              <a:gd name="connsiteX47" fmla="*/ 2293257 w 6241143"/>
              <a:gd name="connsiteY47" fmla="*/ 1515692 h 4912129"/>
              <a:gd name="connsiteX48" fmla="*/ 2322286 w 6241143"/>
              <a:gd name="connsiteY48" fmla="*/ 1428606 h 4912129"/>
              <a:gd name="connsiteX49" fmla="*/ 2336800 w 6241143"/>
              <a:gd name="connsiteY49" fmla="*/ 1385063 h 4912129"/>
              <a:gd name="connsiteX50" fmla="*/ 2351314 w 6241143"/>
              <a:gd name="connsiteY50" fmla="*/ 1327006 h 4912129"/>
              <a:gd name="connsiteX51" fmla="*/ 2380343 w 6241143"/>
              <a:gd name="connsiteY51" fmla="*/ 1268949 h 4912129"/>
              <a:gd name="connsiteX52" fmla="*/ 2423886 w 6241143"/>
              <a:gd name="connsiteY52" fmla="*/ 1123806 h 4912129"/>
              <a:gd name="connsiteX53" fmla="*/ 2452914 w 6241143"/>
              <a:gd name="connsiteY53" fmla="*/ 1080263 h 4912129"/>
              <a:gd name="connsiteX54" fmla="*/ 2525486 w 6241143"/>
              <a:gd name="connsiteY54" fmla="*/ 978663 h 4912129"/>
              <a:gd name="connsiteX55" fmla="*/ 2569029 w 6241143"/>
              <a:gd name="connsiteY55" fmla="*/ 848035 h 4912129"/>
              <a:gd name="connsiteX56" fmla="*/ 2583543 w 6241143"/>
              <a:gd name="connsiteY56" fmla="*/ 804492 h 4912129"/>
              <a:gd name="connsiteX57" fmla="*/ 2612572 w 6241143"/>
              <a:gd name="connsiteY57" fmla="*/ 746435 h 4912129"/>
              <a:gd name="connsiteX58" fmla="*/ 2656114 w 6241143"/>
              <a:gd name="connsiteY58" fmla="*/ 644835 h 4912129"/>
              <a:gd name="connsiteX59" fmla="*/ 2670629 w 6241143"/>
              <a:gd name="connsiteY59" fmla="*/ 586777 h 4912129"/>
              <a:gd name="connsiteX60" fmla="*/ 2699657 w 6241143"/>
              <a:gd name="connsiteY60" fmla="*/ 499692 h 4912129"/>
              <a:gd name="connsiteX61" fmla="*/ 2743200 w 6241143"/>
              <a:gd name="connsiteY61" fmla="*/ 369063 h 4912129"/>
              <a:gd name="connsiteX62" fmla="*/ 2772229 w 6241143"/>
              <a:gd name="connsiteY62" fmla="*/ 281977 h 4912129"/>
              <a:gd name="connsiteX63" fmla="*/ 2786743 w 6241143"/>
              <a:gd name="connsiteY63" fmla="*/ 238435 h 4912129"/>
              <a:gd name="connsiteX64" fmla="*/ 2815772 w 6241143"/>
              <a:gd name="connsiteY64" fmla="*/ 194892 h 4912129"/>
              <a:gd name="connsiteX65" fmla="*/ 2873829 w 6241143"/>
              <a:gd name="connsiteY65" fmla="*/ 122320 h 4912129"/>
              <a:gd name="connsiteX66" fmla="*/ 2931886 w 6241143"/>
              <a:gd name="connsiteY66" fmla="*/ 64263 h 4912129"/>
              <a:gd name="connsiteX67" fmla="*/ 3033486 w 6241143"/>
              <a:gd name="connsiteY67" fmla="*/ 35235 h 4912129"/>
              <a:gd name="connsiteX68" fmla="*/ 3120572 w 6241143"/>
              <a:gd name="connsiteY68" fmla="*/ 6206 h 4912129"/>
              <a:gd name="connsiteX69" fmla="*/ 3367314 w 6241143"/>
              <a:gd name="connsiteY69" fmla="*/ 165863 h 4912129"/>
              <a:gd name="connsiteX70" fmla="*/ 3468914 w 6241143"/>
              <a:gd name="connsiteY70" fmla="*/ 354549 h 4912129"/>
              <a:gd name="connsiteX71" fmla="*/ 3541486 w 6241143"/>
              <a:gd name="connsiteY71" fmla="*/ 470663 h 4912129"/>
              <a:gd name="connsiteX72" fmla="*/ 3628572 w 6241143"/>
              <a:gd name="connsiteY72" fmla="*/ 572263 h 4912129"/>
              <a:gd name="connsiteX73" fmla="*/ 3657600 w 6241143"/>
              <a:gd name="connsiteY73" fmla="*/ 688377 h 4912129"/>
              <a:gd name="connsiteX74" fmla="*/ 3686629 w 6241143"/>
              <a:gd name="connsiteY74" fmla="*/ 775463 h 4912129"/>
              <a:gd name="connsiteX75" fmla="*/ 3730172 w 6241143"/>
              <a:gd name="connsiteY75" fmla="*/ 862549 h 4912129"/>
              <a:gd name="connsiteX76" fmla="*/ 3759200 w 6241143"/>
              <a:gd name="connsiteY76" fmla="*/ 906092 h 4912129"/>
              <a:gd name="connsiteX77" fmla="*/ 3788229 w 6241143"/>
              <a:gd name="connsiteY77" fmla="*/ 993177 h 4912129"/>
              <a:gd name="connsiteX78" fmla="*/ 3817257 w 6241143"/>
              <a:gd name="connsiteY78" fmla="*/ 1094777 h 4912129"/>
              <a:gd name="connsiteX79" fmla="*/ 3860800 w 6241143"/>
              <a:gd name="connsiteY79" fmla="*/ 1210892 h 4912129"/>
              <a:gd name="connsiteX80" fmla="*/ 3889829 w 6241143"/>
              <a:gd name="connsiteY80" fmla="*/ 1501177 h 4912129"/>
              <a:gd name="connsiteX81" fmla="*/ 3918857 w 6241143"/>
              <a:gd name="connsiteY81" fmla="*/ 1588263 h 4912129"/>
              <a:gd name="connsiteX82" fmla="*/ 3947886 w 6241143"/>
              <a:gd name="connsiteY82" fmla="*/ 1631806 h 4912129"/>
              <a:gd name="connsiteX83" fmla="*/ 3991429 w 6241143"/>
              <a:gd name="connsiteY83" fmla="*/ 1718892 h 4912129"/>
              <a:gd name="connsiteX84" fmla="*/ 4020457 w 6241143"/>
              <a:gd name="connsiteY84" fmla="*/ 1820492 h 4912129"/>
              <a:gd name="connsiteX85" fmla="*/ 4049486 w 6241143"/>
              <a:gd name="connsiteY85" fmla="*/ 1893063 h 4912129"/>
              <a:gd name="connsiteX86" fmla="*/ 4078514 w 6241143"/>
              <a:gd name="connsiteY86" fmla="*/ 1980149 h 4912129"/>
              <a:gd name="connsiteX87" fmla="*/ 4107543 w 6241143"/>
              <a:gd name="connsiteY87" fmla="*/ 2067235 h 4912129"/>
              <a:gd name="connsiteX88" fmla="*/ 4122057 w 6241143"/>
              <a:gd name="connsiteY88" fmla="*/ 2110777 h 4912129"/>
              <a:gd name="connsiteX89" fmla="*/ 4136572 w 6241143"/>
              <a:gd name="connsiteY89" fmla="*/ 2168835 h 4912129"/>
              <a:gd name="connsiteX90" fmla="*/ 4165600 w 6241143"/>
              <a:gd name="connsiteY90" fmla="*/ 2226892 h 4912129"/>
              <a:gd name="connsiteX91" fmla="*/ 4194629 w 6241143"/>
              <a:gd name="connsiteY91" fmla="*/ 2357520 h 4912129"/>
              <a:gd name="connsiteX92" fmla="*/ 4223657 w 6241143"/>
              <a:gd name="connsiteY92" fmla="*/ 2430092 h 4912129"/>
              <a:gd name="connsiteX93" fmla="*/ 4238172 w 6241143"/>
              <a:gd name="connsiteY93" fmla="*/ 2488149 h 4912129"/>
              <a:gd name="connsiteX94" fmla="*/ 4252686 w 6241143"/>
              <a:gd name="connsiteY94" fmla="*/ 2633292 h 4912129"/>
              <a:gd name="connsiteX95" fmla="*/ 4296229 w 6241143"/>
              <a:gd name="connsiteY95" fmla="*/ 2938092 h 4912129"/>
              <a:gd name="connsiteX96" fmla="*/ 4310743 w 6241143"/>
              <a:gd name="connsiteY96" fmla="*/ 2981635 h 4912129"/>
              <a:gd name="connsiteX97" fmla="*/ 4383314 w 6241143"/>
              <a:gd name="connsiteY97" fmla="*/ 3068720 h 4912129"/>
              <a:gd name="connsiteX98" fmla="*/ 4412343 w 6241143"/>
              <a:gd name="connsiteY98" fmla="*/ 3155806 h 4912129"/>
              <a:gd name="connsiteX99" fmla="*/ 4455886 w 6241143"/>
              <a:gd name="connsiteY99" fmla="*/ 3315463 h 4912129"/>
              <a:gd name="connsiteX100" fmla="*/ 4470400 w 6241143"/>
              <a:gd name="connsiteY100" fmla="*/ 3417063 h 4912129"/>
              <a:gd name="connsiteX101" fmla="*/ 4499429 w 6241143"/>
              <a:gd name="connsiteY101" fmla="*/ 3504149 h 4912129"/>
              <a:gd name="connsiteX102" fmla="*/ 4513943 w 6241143"/>
              <a:gd name="connsiteY102" fmla="*/ 3562206 h 4912129"/>
              <a:gd name="connsiteX103" fmla="*/ 4542972 w 6241143"/>
              <a:gd name="connsiteY103" fmla="*/ 3663806 h 4912129"/>
              <a:gd name="connsiteX104" fmla="*/ 4557486 w 6241143"/>
              <a:gd name="connsiteY104" fmla="*/ 3925063 h 4912129"/>
              <a:gd name="connsiteX105" fmla="*/ 4572000 w 6241143"/>
              <a:gd name="connsiteY105" fmla="*/ 4012149 h 4912129"/>
              <a:gd name="connsiteX106" fmla="*/ 4601029 w 6241143"/>
              <a:gd name="connsiteY106" fmla="*/ 4055692 h 4912129"/>
              <a:gd name="connsiteX107" fmla="*/ 4630057 w 6241143"/>
              <a:gd name="connsiteY107" fmla="*/ 4157292 h 4912129"/>
              <a:gd name="connsiteX108" fmla="*/ 4659086 w 6241143"/>
              <a:gd name="connsiteY108" fmla="*/ 4215349 h 4912129"/>
              <a:gd name="connsiteX109" fmla="*/ 4688114 w 6241143"/>
              <a:gd name="connsiteY109" fmla="*/ 4302435 h 4912129"/>
              <a:gd name="connsiteX110" fmla="*/ 4702629 w 6241143"/>
              <a:gd name="connsiteY110" fmla="*/ 4360492 h 4912129"/>
              <a:gd name="connsiteX111" fmla="*/ 4731657 w 6241143"/>
              <a:gd name="connsiteY111" fmla="*/ 4404035 h 4912129"/>
              <a:gd name="connsiteX112" fmla="*/ 4746172 w 6241143"/>
              <a:gd name="connsiteY112" fmla="*/ 4447577 h 4912129"/>
              <a:gd name="connsiteX113" fmla="*/ 4833257 w 6241143"/>
              <a:gd name="connsiteY113" fmla="*/ 4505635 h 4912129"/>
              <a:gd name="connsiteX114" fmla="*/ 5080000 w 6241143"/>
              <a:gd name="connsiteY114" fmla="*/ 4563692 h 4912129"/>
              <a:gd name="connsiteX115" fmla="*/ 5210629 w 6241143"/>
              <a:gd name="connsiteY115" fmla="*/ 4607235 h 4912129"/>
              <a:gd name="connsiteX116" fmla="*/ 5254172 w 6241143"/>
              <a:gd name="connsiteY116" fmla="*/ 4621749 h 4912129"/>
              <a:gd name="connsiteX117" fmla="*/ 5341257 w 6241143"/>
              <a:gd name="connsiteY117" fmla="*/ 4679806 h 4912129"/>
              <a:gd name="connsiteX118" fmla="*/ 5471886 w 6241143"/>
              <a:gd name="connsiteY118" fmla="*/ 4723349 h 4912129"/>
              <a:gd name="connsiteX119" fmla="*/ 5515429 w 6241143"/>
              <a:gd name="connsiteY119" fmla="*/ 4737863 h 4912129"/>
              <a:gd name="connsiteX120" fmla="*/ 5617029 w 6241143"/>
              <a:gd name="connsiteY120" fmla="*/ 4752377 h 4912129"/>
              <a:gd name="connsiteX121" fmla="*/ 5878286 w 6241143"/>
              <a:gd name="connsiteY121" fmla="*/ 4781406 h 4912129"/>
              <a:gd name="connsiteX122" fmla="*/ 6241143 w 6241143"/>
              <a:gd name="connsiteY122" fmla="*/ 4795920 h 4912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</a:cxnLst>
            <a:rect l="l" t="t" r="r" b="b"/>
            <a:pathLst>
              <a:path w="6241143" h="4912129">
                <a:moveTo>
                  <a:pt x="0" y="4883006"/>
                </a:moveTo>
                <a:cubicBezTo>
                  <a:pt x="154819" y="4892682"/>
                  <a:pt x="309387" y="4908059"/>
                  <a:pt x="464457" y="4912035"/>
                </a:cubicBezTo>
                <a:cubicBezTo>
                  <a:pt x="534435" y="4913829"/>
                  <a:pt x="588979" y="4889880"/>
                  <a:pt x="653143" y="4868492"/>
                </a:cubicBezTo>
                <a:lnTo>
                  <a:pt x="696686" y="4853977"/>
                </a:lnTo>
                <a:cubicBezTo>
                  <a:pt x="779872" y="4729198"/>
                  <a:pt x="680140" y="4887069"/>
                  <a:pt x="740229" y="4766892"/>
                </a:cubicBezTo>
                <a:cubicBezTo>
                  <a:pt x="748030" y="4751290"/>
                  <a:pt x="762172" y="4739289"/>
                  <a:pt x="769257" y="4723349"/>
                </a:cubicBezTo>
                <a:cubicBezTo>
                  <a:pt x="781684" y="4695387"/>
                  <a:pt x="798286" y="4636263"/>
                  <a:pt x="798286" y="4636263"/>
                </a:cubicBezTo>
                <a:cubicBezTo>
                  <a:pt x="803124" y="4544339"/>
                  <a:pt x="801833" y="4451887"/>
                  <a:pt x="812800" y="4360492"/>
                </a:cubicBezTo>
                <a:cubicBezTo>
                  <a:pt x="816446" y="4330111"/>
                  <a:pt x="832153" y="4302435"/>
                  <a:pt x="841829" y="4273406"/>
                </a:cubicBezTo>
                <a:cubicBezTo>
                  <a:pt x="846667" y="4258892"/>
                  <a:pt x="841829" y="4234701"/>
                  <a:pt x="856343" y="4229863"/>
                </a:cubicBezTo>
                <a:lnTo>
                  <a:pt x="899886" y="4215349"/>
                </a:lnTo>
                <a:cubicBezTo>
                  <a:pt x="943430" y="4186319"/>
                  <a:pt x="948266" y="4191159"/>
                  <a:pt x="972457" y="4142777"/>
                </a:cubicBezTo>
                <a:cubicBezTo>
                  <a:pt x="979299" y="4129093"/>
                  <a:pt x="977415" y="4111182"/>
                  <a:pt x="986972" y="4099235"/>
                </a:cubicBezTo>
                <a:cubicBezTo>
                  <a:pt x="997869" y="4085614"/>
                  <a:pt x="1016000" y="4079882"/>
                  <a:pt x="1030514" y="4070206"/>
                </a:cubicBezTo>
                <a:cubicBezTo>
                  <a:pt x="1040190" y="4055692"/>
                  <a:pt x="1051742" y="4042265"/>
                  <a:pt x="1059543" y="4026663"/>
                </a:cubicBezTo>
                <a:cubicBezTo>
                  <a:pt x="1066385" y="4012979"/>
                  <a:pt x="1064500" y="3995067"/>
                  <a:pt x="1074057" y="3983120"/>
                </a:cubicBezTo>
                <a:cubicBezTo>
                  <a:pt x="1084954" y="3969499"/>
                  <a:pt x="1103086" y="3963768"/>
                  <a:pt x="1117600" y="3954092"/>
                </a:cubicBezTo>
                <a:cubicBezTo>
                  <a:pt x="1127276" y="3939578"/>
                  <a:pt x="1136490" y="3924744"/>
                  <a:pt x="1146629" y="3910549"/>
                </a:cubicBezTo>
                <a:cubicBezTo>
                  <a:pt x="1160689" y="3890864"/>
                  <a:pt x="1179354" y="3874129"/>
                  <a:pt x="1190172" y="3852492"/>
                </a:cubicBezTo>
                <a:cubicBezTo>
                  <a:pt x="1199093" y="3834650"/>
                  <a:pt x="1198954" y="3813542"/>
                  <a:pt x="1204686" y="3794435"/>
                </a:cubicBezTo>
                <a:cubicBezTo>
                  <a:pt x="1232950" y="3700221"/>
                  <a:pt x="1220321" y="3727438"/>
                  <a:pt x="1262743" y="3663806"/>
                </a:cubicBezTo>
                <a:cubicBezTo>
                  <a:pt x="1299224" y="3554359"/>
                  <a:pt x="1245770" y="3685022"/>
                  <a:pt x="1320800" y="3591235"/>
                </a:cubicBezTo>
                <a:cubicBezTo>
                  <a:pt x="1400925" y="3491080"/>
                  <a:pt x="1254066" y="3601858"/>
                  <a:pt x="1378857" y="3518663"/>
                </a:cubicBezTo>
                <a:cubicBezTo>
                  <a:pt x="1383695" y="3504149"/>
                  <a:pt x="1386530" y="3488804"/>
                  <a:pt x="1393372" y="3475120"/>
                </a:cubicBezTo>
                <a:cubicBezTo>
                  <a:pt x="1401173" y="3459518"/>
                  <a:pt x="1412261" y="3445772"/>
                  <a:pt x="1422400" y="3431577"/>
                </a:cubicBezTo>
                <a:cubicBezTo>
                  <a:pt x="1512434" y="3305529"/>
                  <a:pt x="1426547" y="3432613"/>
                  <a:pt x="1494972" y="3329977"/>
                </a:cubicBezTo>
                <a:cubicBezTo>
                  <a:pt x="1522730" y="3246703"/>
                  <a:pt x="1489608" y="3324434"/>
                  <a:pt x="1553029" y="3242892"/>
                </a:cubicBezTo>
                <a:cubicBezTo>
                  <a:pt x="1574448" y="3215353"/>
                  <a:pt x="1611086" y="3155806"/>
                  <a:pt x="1611086" y="3155806"/>
                </a:cubicBezTo>
                <a:cubicBezTo>
                  <a:pt x="1615924" y="3141292"/>
                  <a:pt x="1618758" y="3125947"/>
                  <a:pt x="1625600" y="3112263"/>
                </a:cubicBezTo>
                <a:cubicBezTo>
                  <a:pt x="1633401" y="3096661"/>
                  <a:pt x="1644490" y="3082915"/>
                  <a:pt x="1654629" y="3068720"/>
                </a:cubicBezTo>
                <a:cubicBezTo>
                  <a:pt x="1676887" y="3037559"/>
                  <a:pt x="1707650" y="3001333"/>
                  <a:pt x="1727200" y="2967120"/>
                </a:cubicBezTo>
                <a:cubicBezTo>
                  <a:pt x="1737935" y="2948334"/>
                  <a:pt x="1745494" y="2927849"/>
                  <a:pt x="1756229" y="2909063"/>
                </a:cubicBezTo>
                <a:cubicBezTo>
                  <a:pt x="1764884" y="2893917"/>
                  <a:pt x="1778172" y="2881460"/>
                  <a:pt x="1785257" y="2865520"/>
                </a:cubicBezTo>
                <a:cubicBezTo>
                  <a:pt x="1785263" y="2865506"/>
                  <a:pt x="1821541" y="2756670"/>
                  <a:pt x="1828800" y="2734892"/>
                </a:cubicBezTo>
                <a:lnTo>
                  <a:pt x="1857829" y="2647806"/>
                </a:lnTo>
                <a:cubicBezTo>
                  <a:pt x="1862667" y="2633292"/>
                  <a:pt x="1863856" y="2616993"/>
                  <a:pt x="1872343" y="2604263"/>
                </a:cubicBezTo>
                <a:lnTo>
                  <a:pt x="1930400" y="2517177"/>
                </a:lnTo>
                <a:cubicBezTo>
                  <a:pt x="1932494" y="2506704"/>
                  <a:pt x="1946676" y="2420193"/>
                  <a:pt x="1959429" y="2401063"/>
                </a:cubicBezTo>
                <a:cubicBezTo>
                  <a:pt x="1970815" y="2383984"/>
                  <a:pt x="1989614" y="2373105"/>
                  <a:pt x="2002972" y="2357520"/>
                </a:cubicBezTo>
                <a:cubicBezTo>
                  <a:pt x="2029972" y="2326020"/>
                  <a:pt x="2052572" y="2290376"/>
                  <a:pt x="2075543" y="2255920"/>
                </a:cubicBezTo>
                <a:cubicBezTo>
                  <a:pt x="2124323" y="2109576"/>
                  <a:pt x="2049893" y="2336581"/>
                  <a:pt x="2104572" y="2154320"/>
                </a:cubicBezTo>
                <a:cubicBezTo>
                  <a:pt x="2113364" y="2125012"/>
                  <a:pt x="2126179" y="2096920"/>
                  <a:pt x="2133600" y="2067235"/>
                </a:cubicBezTo>
                <a:cubicBezTo>
                  <a:pt x="2166340" y="1936277"/>
                  <a:pt x="2150013" y="1988969"/>
                  <a:pt x="2177143" y="1907577"/>
                </a:cubicBezTo>
                <a:cubicBezTo>
                  <a:pt x="2181981" y="1873710"/>
                  <a:pt x="2183964" y="1839311"/>
                  <a:pt x="2191657" y="1805977"/>
                </a:cubicBezTo>
                <a:cubicBezTo>
                  <a:pt x="2198537" y="1776162"/>
                  <a:pt x="2213265" y="1748577"/>
                  <a:pt x="2220686" y="1718892"/>
                </a:cubicBezTo>
                <a:cubicBezTo>
                  <a:pt x="2225524" y="1699540"/>
                  <a:pt x="2230873" y="1680308"/>
                  <a:pt x="2235200" y="1660835"/>
                </a:cubicBezTo>
                <a:cubicBezTo>
                  <a:pt x="2240551" y="1636753"/>
                  <a:pt x="2240552" y="1611168"/>
                  <a:pt x="2249714" y="1588263"/>
                </a:cubicBezTo>
                <a:cubicBezTo>
                  <a:pt x="2260191" y="1562070"/>
                  <a:pt x="2281583" y="1541374"/>
                  <a:pt x="2293257" y="1515692"/>
                </a:cubicBezTo>
                <a:cubicBezTo>
                  <a:pt x="2305919" y="1487836"/>
                  <a:pt x="2312610" y="1457635"/>
                  <a:pt x="2322286" y="1428606"/>
                </a:cubicBezTo>
                <a:cubicBezTo>
                  <a:pt x="2327124" y="1414092"/>
                  <a:pt x="2333089" y="1399906"/>
                  <a:pt x="2336800" y="1385063"/>
                </a:cubicBezTo>
                <a:cubicBezTo>
                  <a:pt x="2341638" y="1365711"/>
                  <a:pt x="2344310" y="1345684"/>
                  <a:pt x="2351314" y="1327006"/>
                </a:cubicBezTo>
                <a:cubicBezTo>
                  <a:pt x="2358911" y="1306747"/>
                  <a:pt x="2370667" y="1288301"/>
                  <a:pt x="2380343" y="1268949"/>
                </a:cubicBezTo>
                <a:cubicBezTo>
                  <a:pt x="2388457" y="1236493"/>
                  <a:pt x="2409750" y="1145011"/>
                  <a:pt x="2423886" y="1123806"/>
                </a:cubicBezTo>
                <a:cubicBezTo>
                  <a:pt x="2433562" y="1109292"/>
                  <a:pt x="2442775" y="1094458"/>
                  <a:pt x="2452914" y="1080263"/>
                </a:cubicBezTo>
                <a:cubicBezTo>
                  <a:pt x="2542948" y="954215"/>
                  <a:pt x="2457061" y="1081299"/>
                  <a:pt x="2525486" y="978663"/>
                </a:cubicBezTo>
                <a:lnTo>
                  <a:pt x="2569029" y="848035"/>
                </a:lnTo>
                <a:cubicBezTo>
                  <a:pt x="2573867" y="833521"/>
                  <a:pt x="2576701" y="818176"/>
                  <a:pt x="2583543" y="804492"/>
                </a:cubicBezTo>
                <a:lnTo>
                  <a:pt x="2612572" y="746435"/>
                </a:lnTo>
                <a:cubicBezTo>
                  <a:pt x="2654239" y="579760"/>
                  <a:pt x="2595976" y="785157"/>
                  <a:pt x="2656114" y="644835"/>
                </a:cubicBezTo>
                <a:cubicBezTo>
                  <a:pt x="2663972" y="626500"/>
                  <a:pt x="2664897" y="605884"/>
                  <a:pt x="2670629" y="586777"/>
                </a:cubicBezTo>
                <a:cubicBezTo>
                  <a:pt x="2679421" y="557469"/>
                  <a:pt x="2689981" y="528720"/>
                  <a:pt x="2699657" y="499692"/>
                </a:cubicBezTo>
                <a:lnTo>
                  <a:pt x="2743200" y="369063"/>
                </a:lnTo>
                <a:lnTo>
                  <a:pt x="2772229" y="281977"/>
                </a:lnTo>
                <a:cubicBezTo>
                  <a:pt x="2777067" y="267463"/>
                  <a:pt x="2778257" y="251165"/>
                  <a:pt x="2786743" y="238435"/>
                </a:cubicBezTo>
                <a:lnTo>
                  <a:pt x="2815772" y="194892"/>
                </a:lnTo>
                <a:cubicBezTo>
                  <a:pt x="2840189" y="121639"/>
                  <a:pt x="2812554" y="174841"/>
                  <a:pt x="2873829" y="122320"/>
                </a:cubicBezTo>
                <a:cubicBezTo>
                  <a:pt x="2894609" y="104509"/>
                  <a:pt x="2907859" y="77368"/>
                  <a:pt x="2931886" y="64263"/>
                </a:cubicBezTo>
                <a:cubicBezTo>
                  <a:pt x="2962807" y="47397"/>
                  <a:pt x="2999822" y="45593"/>
                  <a:pt x="3033486" y="35235"/>
                </a:cubicBezTo>
                <a:cubicBezTo>
                  <a:pt x="3062732" y="26236"/>
                  <a:pt x="3064934" y="-15565"/>
                  <a:pt x="3120572" y="6206"/>
                </a:cubicBezTo>
                <a:cubicBezTo>
                  <a:pt x="3176210" y="27977"/>
                  <a:pt x="3288556" y="87105"/>
                  <a:pt x="3367314" y="165863"/>
                </a:cubicBezTo>
                <a:cubicBezTo>
                  <a:pt x="3446072" y="244622"/>
                  <a:pt x="3439885" y="303749"/>
                  <a:pt x="3468914" y="354549"/>
                </a:cubicBezTo>
                <a:cubicBezTo>
                  <a:pt x="3497943" y="405349"/>
                  <a:pt x="3485894" y="423013"/>
                  <a:pt x="3541486" y="470663"/>
                </a:cubicBezTo>
                <a:cubicBezTo>
                  <a:pt x="3596234" y="517590"/>
                  <a:pt x="3594333" y="520905"/>
                  <a:pt x="3628572" y="572263"/>
                </a:cubicBezTo>
                <a:cubicBezTo>
                  <a:pt x="3672615" y="704396"/>
                  <a:pt x="3605050" y="495695"/>
                  <a:pt x="3657600" y="688377"/>
                </a:cubicBezTo>
                <a:cubicBezTo>
                  <a:pt x="3665651" y="717898"/>
                  <a:pt x="3669656" y="750003"/>
                  <a:pt x="3686629" y="775463"/>
                </a:cubicBezTo>
                <a:cubicBezTo>
                  <a:pt x="3769819" y="900250"/>
                  <a:pt x="3670080" y="742366"/>
                  <a:pt x="3730172" y="862549"/>
                </a:cubicBezTo>
                <a:cubicBezTo>
                  <a:pt x="3737973" y="878151"/>
                  <a:pt x="3752115" y="890152"/>
                  <a:pt x="3759200" y="906092"/>
                </a:cubicBezTo>
                <a:cubicBezTo>
                  <a:pt x="3771627" y="934053"/>
                  <a:pt x="3778553" y="964149"/>
                  <a:pt x="3788229" y="993177"/>
                </a:cubicBezTo>
                <a:cubicBezTo>
                  <a:pt x="3823029" y="1097576"/>
                  <a:pt x="3780807" y="967205"/>
                  <a:pt x="3817257" y="1094777"/>
                </a:cubicBezTo>
                <a:cubicBezTo>
                  <a:pt x="3828631" y="1134585"/>
                  <a:pt x="3845470" y="1172567"/>
                  <a:pt x="3860800" y="1210892"/>
                </a:cubicBezTo>
                <a:cubicBezTo>
                  <a:pt x="3869740" y="1353942"/>
                  <a:pt x="3858255" y="1395932"/>
                  <a:pt x="3889829" y="1501177"/>
                </a:cubicBezTo>
                <a:cubicBezTo>
                  <a:pt x="3898622" y="1530485"/>
                  <a:pt x="3901884" y="1562803"/>
                  <a:pt x="3918857" y="1588263"/>
                </a:cubicBezTo>
                <a:lnTo>
                  <a:pt x="3947886" y="1631806"/>
                </a:lnTo>
                <a:cubicBezTo>
                  <a:pt x="3984367" y="1741252"/>
                  <a:pt x="3935156" y="1606346"/>
                  <a:pt x="3991429" y="1718892"/>
                </a:cubicBezTo>
                <a:cubicBezTo>
                  <a:pt x="4005406" y="1746847"/>
                  <a:pt x="4011157" y="1792591"/>
                  <a:pt x="4020457" y="1820492"/>
                </a:cubicBezTo>
                <a:cubicBezTo>
                  <a:pt x="4028696" y="1845209"/>
                  <a:pt x="4040582" y="1868578"/>
                  <a:pt x="4049486" y="1893063"/>
                </a:cubicBezTo>
                <a:cubicBezTo>
                  <a:pt x="4059943" y="1921820"/>
                  <a:pt x="4068838" y="1951120"/>
                  <a:pt x="4078514" y="1980149"/>
                </a:cubicBezTo>
                <a:lnTo>
                  <a:pt x="4107543" y="2067235"/>
                </a:lnTo>
                <a:cubicBezTo>
                  <a:pt x="4112381" y="2081749"/>
                  <a:pt x="4118346" y="2095935"/>
                  <a:pt x="4122057" y="2110777"/>
                </a:cubicBezTo>
                <a:cubicBezTo>
                  <a:pt x="4126895" y="2130130"/>
                  <a:pt x="4129568" y="2150157"/>
                  <a:pt x="4136572" y="2168835"/>
                </a:cubicBezTo>
                <a:cubicBezTo>
                  <a:pt x="4144169" y="2189094"/>
                  <a:pt x="4158003" y="2206633"/>
                  <a:pt x="4165600" y="2226892"/>
                </a:cubicBezTo>
                <a:cubicBezTo>
                  <a:pt x="4182347" y="2271552"/>
                  <a:pt x="4180839" y="2311555"/>
                  <a:pt x="4194629" y="2357520"/>
                </a:cubicBezTo>
                <a:cubicBezTo>
                  <a:pt x="4202116" y="2382475"/>
                  <a:pt x="4215418" y="2405375"/>
                  <a:pt x="4223657" y="2430092"/>
                </a:cubicBezTo>
                <a:cubicBezTo>
                  <a:pt x="4229965" y="2449016"/>
                  <a:pt x="4233334" y="2468797"/>
                  <a:pt x="4238172" y="2488149"/>
                </a:cubicBezTo>
                <a:cubicBezTo>
                  <a:pt x="4243010" y="2536530"/>
                  <a:pt x="4249222" y="2584793"/>
                  <a:pt x="4252686" y="2633292"/>
                </a:cubicBezTo>
                <a:cubicBezTo>
                  <a:pt x="4273122" y="2919397"/>
                  <a:pt x="4217828" y="2820492"/>
                  <a:pt x="4296229" y="2938092"/>
                </a:cubicBezTo>
                <a:cubicBezTo>
                  <a:pt x="4301067" y="2952606"/>
                  <a:pt x="4303901" y="2967951"/>
                  <a:pt x="4310743" y="2981635"/>
                </a:cubicBezTo>
                <a:cubicBezTo>
                  <a:pt x="4330948" y="3022045"/>
                  <a:pt x="4351218" y="3036623"/>
                  <a:pt x="4383314" y="3068720"/>
                </a:cubicBezTo>
                <a:lnTo>
                  <a:pt x="4412343" y="3155806"/>
                </a:lnTo>
                <a:cubicBezTo>
                  <a:pt x="4430056" y="3208944"/>
                  <a:pt x="4447703" y="3258182"/>
                  <a:pt x="4455886" y="3315463"/>
                </a:cubicBezTo>
                <a:cubicBezTo>
                  <a:pt x="4460724" y="3349330"/>
                  <a:pt x="4462707" y="3383729"/>
                  <a:pt x="4470400" y="3417063"/>
                </a:cubicBezTo>
                <a:cubicBezTo>
                  <a:pt x="4477280" y="3446878"/>
                  <a:pt x="4492008" y="3474464"/>
                  <a:pt x="4499429" y="3504149"/>
                </a:cubicBezTo>
                <a:cubicBezTo>
                  <a:pt x="4504267" y="3523501"/>
                  <a:pt x="4508463" y="3543026"/>
                  <a:pt x="4513943" y="3562206"/>
                </a:cubicBezTo>
                <a:cubicBezTo>
                  <a:pt x="4555598" y="3708003"/>
                  <a:pt x="4497583" y="3482258"/>
                  <a:pt x="4542972" y="3663806"/>
                </a:cubicBezTo>
                <a:cubicBezTo>
                  <a:pt x="4547810" y="3750892"/>
                  <a:pt x="4550243" y="3838144"/>
                  <a:pt x="4557486" y="3925063"/>
                </a:cubicBezTo>
                <a:cubicBezTo>
                  <a:pt x="4559930" y="3954390"/>
                  <a:pt x="4562694" y="3984230"/>
                  <a:pt x="4572000" y="4012149"/>
                </a:cubicBezTo>
                <a:cubicBezTo>
                  <a:pt x="4577516" y="4028698"/>
                  <a:pt x="4591353" y="4041178"/>
                  <a:pt x="4601029" y="4055692"/>
                </a:cubicBezTo>
                <a:cubicBezTo>
                  <a:pt x="4608393" y="4085150"/>
                  <a:pt x="4617564" y="4128143"/>
                  <a:pt x="4630057" y="4157292"/>
                </a:cubicBezTo>
                <a:cubicBezTo>
                  <a:pt x="4638580" y="4177179"/>
                  <a:pt x="4651050" y="4195260"/>
                  <a:pt x="4659086" y="4215349"/>
                </a:cubicBezTo>
                <a:cubicBezTo>
                  <a:pt x="4670450" y="4243759"/>
                  <a:pt x="4680692" y="4272750"/>
                  <a:pt x="4688114" y="4302435"/>
                </a:cubicBezTo>
                <a:cubicBezTo>
                  <a:pt x="4692952" y="4321787"/>
                  <a:pt x="4694771" y="4342157"/>
                  <a:pt x="4702629" y="4360492"/>
                </a:cubicBezTo>
                <a:cubicBezTo>
                  <a:pt x="4709501" y="4376525"/>
                  <a:pt x="4723856" y="4388433"/>
                  <a:pt x="4731657" y="4404035"/>
                </a:cubicBezTo>
                <a:cubicBezTo>
                  <a:pt x="4738499" y="4417719"/>
                  <a:pt x="4735354" y="4436759"/>
                  <a:pt x="4746172" y="4447577"/>
                </a:cubicBezTo>
                <a:cubicBezTo>
                  <a:pt x="4770842" y="4472247"/>
                  <a:pt x="4833257" y="4505635"/>
                  <a:pt x="4833257" y="4505635"/>
                </a:cubicBezTo>
                <a:cubicBezTo>
                  <a:pt x="4905797" y="4614442"/>
                  <a:pt x="4831681" y="4528218"/>
                  <a:pt x="5080000" y="4563692"/>
                </a:cubicBezTo>
                <a:cubicBezTo>
                  <a:pt x="5080015" y="4563694"/>
                  <a:pt x="5188851" y="4599975"/>
                  <a:pt x="5210629" y="4607235"/>
                </a:cubicBezTo>
                <a:lnTo>
                  <a:pt x="5254172" y="4621749"/>
                </a:lnTo>
                <a:cubicBezTo>
                  <a:pt x="5283200" y="4641101"/>
                  <a:pt x="5308160" y="4668773"/>
                  <a:pt x="5341257" y="4679806"/>
                </a:cubicBezTo>
                <a:lnTo>
                  <a:pt x="5471886" y="4723349"/>
                </a:lnTo>
                <a:cubicBezTo>
                  <a:pt x="5486400" y="4728187"/>
                  <a:pt x="5500283" y="4735699"/>
                  <a:pt x="5515429" y="4737863"/>
                </a:cubicBezTo>
                <a:lnTo>
                  <a:pt x="5617029" y="4752377"/>
                </a:lnTo>
                <a:cubicBezTo>
                  <a:pt x="5726689" y="4788932"/>
                  <a:pt x="5659010" y="4770442"/>
                  <a:pt x="5878286" y="4781406"/>
                </a:cubicBezTo>
                <a:cubicBezTo>
                  <a:pt x="5999184" y="4787451"/>
                  <a:pt x="6241143" y="4795920"/>
                  <a:pt x="6241143" y="4795920"/>
                </a:cubicBezTo>
              </a:path>
            </a:pathLst>
          </a:cu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7468849" y="725774"/>
            <a:ext cx="1412451" cy="1063891"/>
          </a:xfrm>
          <a:prstGeom prst="round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7484806" y="2902484"/>
            <a:ext cx="1402019" cy="1100456"/>
          </a:xfrm>
          <a:prstGeom prst="round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7484806" y="5559842"/>
            <a:ext cx="1412451" cy="1114033"/>
          </a:xfrm>
          <a:prstGeom prst="round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416578" y="947625"/>
            <a:ext cx="15065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ea typeface="微软雅黑" panose="020B0503020204020204" pitchFamily="34" charset="-122"/>
              </a:rPr>
              <a:t>“</a:t>
            </a:r>
            <a:r>
              <a:rPr lang="zh-CN" altLang="en-US" sz="2400" b="1" dirty="0" smtClean="0">
                <a:ea typeface="微软雅黑" panose="020B0503020204020204" pitchFamily="34" charset="-122"/>
              </a:rPr>
              <a:t>行动力</a:t>
            </a:r>
            <a:r>
              <a:rPr lang="zh-CN" altLang="en-US" dirty="0" smtClean="0">
                <a:ea typeface="微软雅黑" panose="020B0503020204020204" pitchFamily="34" charset="-122"/>
              </a:rPr>
              <a:t>”</a:t>
            </a:r>
            <a:endParaRPr lang="en-US" altLang="zh-CN" dirty="0" smtClean="0"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>
                <a:ea typeface="微软雅黑" panose="020B0503020204020204" pitchFamily="34" charset="-122"/>
              </a:rPr>
              <a:t>物理证据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7550361" y="2972532"/>
            <a:ext cx="12709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ea typeface="微软雅黑" panose="020B0503020204020204" pitchFamily="34" charset="-122"/>
              </a:rPr>
              <a:t>“</a:t>
            </a:r>
            <a:r>
              <a:rPr lang="zh-CN" altLang="en-US" sz="2400" b="1" dirty="0" smtClean="0">
                <a:ea typeface="微软雅黑" panose="020B0503020204020204" pitchFamily="34" charset="-122"/>
              </a:rPr>
              <a:t>信赖</a:t>
            </a:r>
            <a:r>
              <a:rPr lang="zh-CN" altLang="en-US" dirty="0" smtClean="0">
                <a:ea typeface="微软雅黑" panose="020B0503020204020204" pitchFamily="34" charset="-122"/>
              </a:rPr>
              <a:t>”</a:t>
            </a:r>
            <a:endParaRPr lang="en-US" altLang="zh-CN" dirty="0" smtClean="0"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 smtClean="0">
                <a:ea typeface="微软雅黑" panose="020B0503020204020204" pitchFamily="34" charset="-122"/>
              </a:rPr>
              <a:t>自律神经的机制</a:t>
            </a:r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301414" y="5792853"/>
            <a:ext cx="17792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ea typeface="微软雅黑" panose="020B0503020204020204" pitchFamily="34" charset="-122"/>
              </a:rPr>
              <a:t>“</a:t>
            </a:r>
            <a:r>
              <a:rPr lang="zh-CN" altLang="en-US" sz="2400" b="1" dirty="0" smtClean="0">
                <a:ea typeface="微软雅黑" panose="020B0503020204020204" pitchFamily="34" charset="-122"/>
              </a:rPr>
              <a:t>全盘托付</a:t>
            </a:r>
            <a:r>
              <a:rPr lang="zh-CN" altLang="en-US" dirty="0" smtClean="0">
                <a:ea typeface="微软雅黑" panose="020B0503020204020204" pitchFamily="34" charset="-122"/>
              </a:rPr>
              <a:t>”</a:t>
            </a:r>
            <a:endParaRPr lang="en-US" altLang="zh-CN" dirty="0" smtClean="0"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 smtClean="0">
                <a:ea typeface="微软雅黑" panose="020B0503020204020204" pitchFamily="34" charset="-122"/>
              </a:rPr>
              <a:t>运气的机制</a:t>
            </a:r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2989943" y="1843305"/>
            <a:ext cx="2481943" cy="159666"/>
          </a:xfrm>
          <a:custGeom>
            <a:avLst/>
            <a:gdLst>
              <a:gd name="connsiteX0" fmla="*/ 0 w 2481943"/>
              <a:gd name="connsiteY0" fmla="*/ 87095 h 159666"/>
              <a:gd name="connsiteX1" fmla="*/ 72571 w 2481943"/>
              <a:gd name="connsiteY1" fmla="*/ 101609 h 159666"/>
              <a:gd name="connsiteX2" fmla="*/ 304800 w 2481943"/>
              <a:gd name="connsiteY2" fmla="*/ 58066 h 159666"/>
              <a:gd name="connsiteX3" fmla="*/ 348343 w 2481943"/>
              <a:gd name="connsiteY3" fmla="*/ 43552 h 159666"/>
              <a:gd name="connsiteX4" fmla="*/ 391886 w 2481943"/>
              <a:gd name="connsiteY4" fmla="*/ 29038 h 159666"/>
              <a:gd name="connsiteX5" fmla="*/ 841828 w 2481943"/>
              <a:gd name="connsiteY5" fmla="*/ 43552 h 159666"/>
              <a:gd name="connsiteX6" fmla="*/ 928914 w 2481943"/>
              <a:gd name="connsiteY6" fmla="*/ 72581 h 159666"/>
              <a:gd name="connsiteX7" fmla="*/ 972457 w 2481943"/>
              <a:gd name="connsiteY7" fmla="*/ 87095 h 159666"/>
              <a:gd name="connsiteX8" fmla="*/ 1103086 w 2481943"/>
              <a:gd name="connsiteY8" fmla="*/ 145152 h 159666"/>
              <a:gd name="connsiteX9" fmla="*/ 1146628 w 2481943"/>
              <a:gd name="connsiteY9" fmla="*/ 159666 h 159666"/>
              <a:gd name="connsiteX10" fmla="*/ 1669143 w 2481943"/>
              <a:gd name="connsiteY10" fmla="*/ 145152 h 159666"/>
              <a:gd name="connsiteX11" fmla="*/ 1756228 w 2481943"/>
              <a:gd name="connsiteY11" fmla="*/ 116124 h 159666"/>
              <a:gd name="connsiteX12" fmla="*/ 1930400 w 2481943"/>
              <a:gd name="connsiteY12" fmla="*/ 58066 h 159666"/>
              <a:gd name="connsiteX13" fmla="*/ 1973943 w 2481943"/>
              <a:gd name="connsiteY13" fmla="*/ 43552 h 159666"/>
              <a:gd name="connsiteX14" fmla="*/ 2017486 w 2481943"/>
              <a:gd name="connsiteY14" fmla="*/ 29038 h 159666"/>
              <a:gd name="connsiteX15" fmla="*/ 2104571 w 2481943"/>
              <a:gd name="connsiteY15" fmla="*/ 14524 h 159666"/>
              <a:gd name="connsiteX16" fmla="*/ 2481943 w 2481943"/>
              <a:gd name="connsiteY16" fmla="*/ 9 h 159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481943" h="159666">
                <a:moveTo>
                  <a:pt x="0" y="87095"/>
                </a:moveTo>
                <a:cubicBezTo>
                  <a:pt x="24190" y="91933"/>
                  <a:pt x="47902" y="101609"/>
                  <a:pt x="72571" y="101609"/>
                </a:cubicBezTo>
                <a:cubicBezTo>
                  <a:pt x="195488" y="101609"/>
                  <a:pt x="204735" y="91421"/>
                  <a:pt x="304800" y="58066"/>
                </a:cubicBezTo>
                <a:lnTo>
                  <a:pt x="348343" y="43552"/>
                </a:lnTo>
                <a:lnTo>
                  <a:pt x="391886" y="29038"/>
                </a:lnTo>
                <a:cubicBezTo>
                  <a:pt x="541867" y="33876"/>
                  <a:pt x="692260" y="31425"/>
                  <a:pt x="841828" y="43552"/>
                </a:cubicBezTo>
                <a:cubicBezTo>
                  <a:pt x="872327" y="46025"/>
                  <a:pt x="899885" y="62905"/>
                  <a:pt x="928914" y="72581"/>
                </a:cubicBezTo>
                <a:lnTo>
                  <a:pt x="972457" y="87095"/>
                </a:lnTo>
                <a:cubicBezTo>
                  <a:pt x="1041460" y="133098"/>
                  <a:pt x="999450" y="110607"/>
                  <a:pt x="1103086" y="145152"/>
                </a:cubicBezTo>
                <a:lnTo>
                  <a:pt x="1146628" y="159666"/>
                </a:lnTo>
                <a:cubicBezTo>
                  <a:pt x="1320800" y="154828"/>
                  <a:pt x="1495347" y="157566"/>
                  <a:pt x="1669143" y="145152"/>
                </a:cubicBezTo>
                <a:cubicBezTo>
                  <a:pt x="1699664" y="142972"/>
                  <a:pt x="1727200" y="125800"/>
                  <a:pt x="1756228" y="116124"/>
                </a:cubicBezTo>
                <a:lnTo>
                  <a:pt x="1930400" y="58066"/>
                </a:lnTo>
                <a:lnTo>
                  <a:pt x="1973943" y="43552"/>
                </a:lnTo>
                <a:cubicBezTo>
                  <a:pt x="1988457" y="38714"/>
                  <a:pt x="2002395" y="31553"/>
                  <a:pt x="2017486" y="29038"/>
                </a:cubicBezTo>
                <a:cubicBezTo>
                  <a:pt x="2046514" y="24200"/>
                  <a:pt x="2075217" y="16621"/>
                  <a:pt x="2104571" y="14524"/>
                </a:cubicBezTo>
                <a:cubicBezTo>
                  <a:pt x="2320081" y="-870"/>
                  <a:pt x="2339703" y="9"/>
                  <a:pt x="2481943" y="9"/>
                </a:cubicBezTo>
              </a:path>
            </a:pathLst>
          </a:cu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4" name="任意多边形 13"/>
          <p:cNvSpPr/>
          <p:nvPr/>
        </p:nvSpPr>
        <p:spPr>
          <a:xfrm>
            <a:off x="6560457" y="1741714"/>
            <a:ext cx="2394857" cy="261257"/>
          </a:xfrm>
          <a:custGeom>
            <a:avLst/>
            <a:gdLst>
              <a:gd name="connsiteX0" fmla="*/ 0 w 2394857"/>
              <a:gd name="connsiteY0" fmla="*/ 101600 h 261257"/>
              <a:gd name="connsiteX1" fmla="*/ 72572 w 2394857"/>
              <a:gd name="connsiteY1" fmla="*/ 72572 h 261257"/>
              <a:gd name="connsiteX2" fmla="*/ 203200 w 2394857"/>
              <a:gd name="connsiteY2" fmla="*/ 29029 h 261257"/>
              <a:gd name="connsiteX3" fmla="*/ 246743 w 2394857"/>
              <a:gd name="connsiteY3" fmla="*/ 14515 h 261257"/>
              <a:gd name="connsiteX4" fmla="*/ 290286 w 2394857"/>
              <a:gd name="connsiteY4" fmla="*/ 0 h 261257"/>
              <a:gd name="connsiteX5" fmla="*/ 580572 w 2394857"/>
              <a:gd name="connsiteY5" fmla="*/ 14515 h 261257"/>
              <a:gd name="connsiteX6" fmla="*/ 667657 w 2394857"/>
              <a:gd name="connsiteY6" fmla="*/ 58057 h 261257"/>
              <a:gd name="connsiteX7" fmla="*/ 711200 w 2394857"/>
              <a:gd name="connsiteY7" fmla="*/ 72572 h 261257"/>
              <a:gd name="connsiteX8" fmla="*/ 783772 w 2394857"/>
              <a:gd name="connsiteY8" fmla="*/ 130629 h 261257"/>
              <a:gd name="connsiteX9" fmla="*/ 2002972 w 2394857"/>
              <a:gd name="connsiteY9" fmla="*/ 145143 h 261257"/>
              <a:gd name="connsiteX10" fmla="*/ 2090057 w 2394857"/>
              <a:gd name="connsiteY10" fmla="*/ 203200 h 261257"/>
              <a:gd name="connsiteX11" fmla="*/ 2148114 w 2394857"/>
              <a:gd name="connsiteY11" fmla="*/ 261257 h 261257"/>
              <a:gd name="connsiteX12" fmla="*/ 2322286 w 2394857"/>
              <a:gd name="connsiteY12" fmla="*/ 246743 h 261257"/>
              <a:gd name="connsiteX13" fmla="*/ 2394857 w 2394857"/>
              <a:gd name="connsiteY13" fmla="*/ 217715 h 261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94857" h="261257">
                <a:moveTo>
                  <a:pt x="0" y="101600"/>
                </a:moveTo>
                <a:cubicBezTo>
                  <a:pt x="24191" y="91924"/>
                  <a:pt x="48087" y="81476"/>
                  <a:pt x="72572" y="72572"/>
                </a:cubicBezTo>
                <a:cubicBezTo>
                  <a:pt x="72623" y="72553"/>
                  <a:pt x="181403" y="36295"/>
                  <a:pt x="203200" y="29029"/>
                </a:cubicBezTo>
                <a:lnTo>
                  <a:pt x="246743" y="14515"/>
                </a:lnTo>
                <a:lnTo>
                  <a:pt x="290286" y="0"/>
                </a:lnTo>
                <a:cubicBezTo>
                  <a:pt x="387048" y="4838"/>
                  <a:pt x="484053" y="6122"/>
                  <a:pt x="580572" y="14515"/>
                </a:cubicBezTo>
                <a:cubicBezTo>
                  <a:pt x="624732" y="18355"/>
                  <a:pt x="629548" y="39003"/>
                  <a:pt x="667657" y="58057"/>
                </a:cubicBezTo>
                <a:cubicBezTo>
                  <a:pt x="681341" y="64899"/>
                  <a:pt x="696686" y="67734"/>
                  <a:pt x="711200" y="72572"/>
                </a:cubicBezTo>
                <a:cubicBezTo>
                  <a:pt x="727754" y="122236"/>
                  <a:pt x="716436" y="129099"/>
                  <a:pt x="783772" y="130629"/>
                </a:cubicBezTo>
                <a:cubicBezTo>
                  <a:pt x="1190096" y="139863"/>
                  <a:pt x="1596572" y="140305"/>
                  <a:pt x="2002972" y="145143"/>
                </a:cubicBezTo>
                <a:cubicBezTo>
                  <a:pt x="2032000" y="164495"/>
                  <a:pt x="2079024" y="170103"/>
                  <a:pt x="2090057" y="203200"/>
                </a:cubicBezTo>
                <a:cubicBezTo>
                  <a:pt x="2109410" y="261257"/>
                  <a:pt x="2090058" y="241905"/>
                  <a:pt x="2148114" y="261257"/>
                </a:cubicBezTo>
                <a:cubicBezTo>
                  <a:pt x="2206171" y="256419"/>
                  <a:pt x="2265159" y="258168"/>
                  <a:pt x="2322286" y="246743"/>
                </a:cubicBezTo>
                <a:cubicBezTo>
                  <a:pt x="2494266" y="212348"/>
                  <a:pt x="2281608" y="217715"/>
                  <a:pt x="2394857" y="217715"/>
                </a:cubicBezTo>
              </a:path>
            </a:pathLst>
          </a:cu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989943" y="1074057"/>
            <a:ext cx="1770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ea typeface="微软雅黑" panose="020B0503020204020204" pitchFamily="34" charset="-122"/>
              </a:rPr>
              <a:t>看得见的世界</a:t>
            </a:r>
            <a:endParaRPr lang="zh-CN" altLang="en-US" b="1" dirty="0"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892425" y="3200960"/>
            <a:ext cx="1770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ea typeface="微软雅黑" panose="020B0503020204020204" pitchFamily="34" charset="-122"/>
              </a:rPr>
              <a:t>看不见的世界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2989942" y="5882649"/>
            <a:ext cx="2293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ea typeface="微软雅黑" panose="020B0503020204020204" pitchFamily="34" charset="-122"/>
              </a:rPr>
              <a:t>更加看不见的世界</a:t>
            </a:r>
          </a:p>
        </p:txBody>
      </p:sp>
      <p:sp>
        <p:nvSpPr>
          <p:cNvPr id="18" name="任意多边形 17"/>
          <p:cNvSpPr/>
          <p:nvPr/>
        </p:nvSpPr>
        <p:spPr>
          <a:xfrm>
            <a:off x="5427957" y="1204463"/>
            <a:ext cx="769643" cy="4731657"/>
          </a:xfrm>
          <a:custGeom>
            <a:avLst/>
            <a:gdLst>
              <a:gd name="connsiteX0" fmla="*/ 381 w 769643"/>
              <a:gd name="connsiteY0" fmla="*/ 4615543 h 4731657"/>
              <a:gd name="connsiteX1" fmla="*/ 43924 w 769643"/>
              <a:gd name="connsiteY1" fmla="*/ 4484914 h 4731657"/>
              <a:gd name="connsiteX2" fmla="*/ 72953 w 769643"/>
              <a:gd name="connsiteY2" fmla="*/ 4397829 h 4731657"/>
              <a:gd name="connsiteX3" fmla="*/ 58439 w 769643"/>
              <a:gd name="connsiteY3" fmla="*/ 4325257 h 4731657"/>
              <a:gd name="connsiteX4" fmla="*/ 43924 w 769643"/>
              <a:gd name="connsiteY4" fmla="*/ 4209143 h 4731657"/>
              <a:gd name="connsiteX5" fmla="*/ 14896 w 769643"/>
              <a:gd name="connsiteY5" fmla="*/ 4122057 h 4731657"/>
              <a:gd name="connsiteX6" fmla="*/ 381 w 769643"/>
              <a:gd name="connsiteY6" fmla="*/ 4064000 h 4731657"/>
              <a:gd name="connsiteX7" fmla="*/ 14896 w 769643"/>
              <a:gd name="connsiteY7" fmla="*/ 3860800 h 4731657"/>
              <a:gd name="connsiteX8" fmla="*/ 43924 w 769643"/>
              <a:gd name="connsiteY8" fmla="*/ 3759200 h 4731657"/>
              <a:gd name="connsiteX9" fmla="*/ 101981 w 769643"/>
              <a:gd name="connsiteY9" fmla="*/ 3599543 h 4731657"/>
              <a:gd name="connsiteX10" fmla="*/ 116496 w 769643"/>
              <a:gd name="connsiteY10" fmla="*/ 3251200 h 4731657"/>
              <a:gd name="connsiteX11" fmla="*/ 145524 w 769643"/>
              <a:gd name="connsiteY11" fmla="*/ 3077029 h 4731657"/>
              <a:gd name="connsiteX12" fmla="*/ 160039 w 769643"/>
              <a:gd name="connsiteY12" fmla="*/ 2960914 h 4731657"/>
              <a:gd name="connsiteX13" fmla="*/ 174553 w 769643"/>
              <a:gd name="connsiteY13" fmla="*/ 2917372 h 4731657"/>
              <a:gd name="connsiteX14" fmla="*/ 189067 w 769643"/>
              <a:gd name="connsiteY14" fmla="*/ 2786743 h 4731657"/>
              <a:gd name="connsiteX15" fmla="*/ 218096 w 769643"/>
              <a:gd name="connsiteY15" fmla="*/ 2728686 h 4731657"/>
              <a:gd name="connsiteX16" fmla="*/ 232610 w 769643"/>
              <a:gd name="connsiteY16" fmla="*/ 2685143 h 4731657"/>
              <a:gd name="connsiteX17" fmla="*/ 247124 w 769643"/>
              <a:gd name="connsiteY17" fmla="*/ 2540000 h 4731657"/>
              <a:gd name="connsiteX18" fmla="*/ 261639 w 769643"/>
              <a:gd name="connsiteY18" fmla="*/ 2496457 h 4731657"/>
              <a:gd name="connsiteX19" fmla="*/ 276153 w 769643"/>
              <a:gd name="connsiteY19" fmla="*/ 2409372 h 4731657"/>
              <a:gd name="connsiteX20" fmla="*/ 290667 w 769643"/>
              <a:gd name="connsiteY20" fmla="*/ 2177143 h 4731657"/>
              <a:gd name="connsiteX21" fmla="*/ 319696 w 769643"/>
              <a:gd name="connsiteY21" fmla="*/ 2090057 h 4731657"/>
              <a:gd name="connsiteX22" fmla="*/ 334210 w 769643"/>
              <a:gd name="connsiteY22" fmla="*/ 2046514 h 4731657"/>
              <a:gd name="connsiteX23" fmla="*/ 348724 w 769643"/>
              <a:gd name="connsiteY23" fmla="*/ 2002972 h 4731657"/>
              <a:gd name="connsiteX24" fmla="*/ 377753 w 769643"/>
              <a:gd name="connsiteY24" fmla="*/ 1886857 h 4731657"/>
              <a:gd name="connsiteX25" fmla="*/ 406781 w 769643"/>
              <a:gd name="connsiteY25" fmla="*/ 1843314 h 4731657"/>
              <a:gd name="connsiteX26" fmla="*/ 435810 w 769643"/>
              <a:gd name="connsiteY26" fmla="*/ 1524000 h 4731657"/>
              <a:gd name="connsiteX27" fmla="*/ 464839 w 769643"/>
              <a:gd name="connsiteY27" fmla="*/ 1407886 h 4731657"/>
              <a:gd name="connsiteX28" fmla="*/ 493867 w 769643"/>
              <a:gd name="connsiteY28" fmla="*/ 1320800 h 4731657"/>
              <a:gd name="connsiteX29" fmla="*/ 522896 w 769643"/>
              <a:gd name="connsiteY29" fmla="*/ 1190172 h 4731657"/>
              <a:gd name="connsiteX30" fmla="*/ 551924 w 769643"/>
              <a:gd name="connsiteY30" fmla="*/ 1103086 h 4731657"/>
              <a:gd name="connsiteX31" fmla="*/ 566439 w 769643"/>
              <a:gd name="connsiteY31" fmla="*/ 1016000 h 4731657"/>
              <a:gd name="connsiteX32" fmla="*/ 537410 w 769643"/>
              <a:gd name="connsiteY32" fmla="*/ 667657 h 4731657"/>
              <a:gd name="connsiteX33" fmla="*/ 508381 w 769643"/>
              <a:gd name="connsiteY33" fmla="*/ 464457 h 4731657"/>
              <a:gd name="connsiteX34" fmla="*/ 493867 w 769643"/>
              <a:gd name="connsiteY34" fmla="*/ 261257 h 4731657"/>
              <a:gd name="connsiteX35" fmla="*/ 464839 w 769643"/>
              <a:gd name="connsiteY35" fmla="*/ 116114 h 4731657"/>
              <a:gd name="connsiteX36" fmla="*/ 479353 w 769643"/>
              <a:gd name="connsiteY36" fmla="*/ 43543 h 4731657"/>
              <a:gd name="connsiteX37" fmla="*/ 566439 w 769643"/>
              <a:gd name="connsiteY37" fmla="*/ 14514 h 4731657"/>
              <a:gd name="connsiteX38" fmla="*/ 609981 w 769643"/>
              <a:gd name="connsiteY38" fmla="*/ 0 h 4731657"/>
              <a:gd name="connsiteX39" fmla="*/ 639010 w 769643"/>
              <a:gd name="connsiteY39" fmla="*/ 101600 h 4731657"/>
              <a:gd name="connsiteX40" fmla="*/ 668039 w 769643"/>
              <a:gd name="connsiteY40" fmla="*/ 188686 h 4731657"/>
              <a:gd name="connsiteX41" fmla="*/ 697067 w 769643"/>
              <a:gd name="connsiteY41" fmla="*/ 232229 h 4731657"/>
              <a:gd name="connsiteX42" fmla="*/ 726096 w 769643"/>
              <a:gd name="connsiteY42" fmla="*/ 333829 h 4731657"/>
              <a:gd name="connsiteX43" fmla="*/ 726096 w 769643"/>
              <a:gd name="connsiteY43" fmla="*/ 1001486 h 4731657"/>
              <a:gd name="connsiteX44" fmla="*/ 755124 w 769643"/>
              <a:gd name="connsiteY44" fmla="*/ 1175657 h 4731657"/>
              <a:gd name="connsiteX45" fmla="*/ 755124 w 769643"/>
              <a:gd name="connsiteY45" fmla="*/ 1524000 h 4731657"/>
              <a:gd name="connsiteX46" fmla="*/ 711581 w 769643"/>
              <a:gd name="connsiteY46" fmla="*/ 1683657 h 4731657"/>
              <a:gd name="connsiteX47" fmla="*/ 697067 w 769643"/>
              <a:gd name="connsiteY47" fmla="*/ 1727200 h 4731657"/>
              <a:gd name="connsiteX48" fmla="*/ 682553 w 769643"/>
              <a:gd name="connsiteY48" fmla="*/ 1814286 h 4731657"/>
              <a:gd name="connsiteX49" fmla="*/ 682553 w 769643"/>
              <a:gd name="connsiteY49" fmla="*/ 2685143 h 4731657"/>
              <a:gd name="connsiteX50" fmla="*/ 653524 w 769643"/>
              <a:gd name="connsiteY50" fmla="*/ 2772229 h 4731657"/>
              <a:gd name="connsiteX51" fmla="*/ 609981 w 769643"/>
              <a:gd name="connsiteY51" fmla="*/ 2888343 h 4731657"/>
              <a:gd name="connsiteX52" fmla="*/ 580953 w 769643"/>
              <a:gd name="connsiteY52" fmla="*/ 2975429 h 4731657"/>
              <a:gd name="connsiteX53" fmla="*/ 551924 w 769643"/>
              <a:gd name="connsiteY53" fmla="*/ 3396343 h 4731657"/>
              <a:gd name="connsiteX54" fmla="*/ 537410 w 769643"/>
              <a:gd name="connsiteY54" fmla="*/ 4064000 h 4731657"/>
              <a:gd name="connsiteX55" fmla="*/ 508381 w 769643"/>
              <a:gd name="connsiteY55" fmla="*/ 4151086 h 4731657"/>
              <a:gd name="connsiteX56" fmla="*/ 464839 w 769643"/>
              <a:gd name="connsiteY56" fmla="*/ 4325257 h 4731657"/>
              <a:gd name="connsiteX57" fmla="*/ 435810 w 769643"/>
              <a:gd name="connsiteY57" fmla="*/ 4368800 h 4731657"/>
              <a:gd name="connsiteX58" fmla="*/ 421296 w 769643"/>
              <a:gd name="connsiteY58" fmla="*/ 4426857 h 4731657"/>
              <a:gd name="connsiteX59" fmla="*/ 406781 w 769643"/>
              <a:gd name="connsiteY59" fmla="*/ 4528457 h 4731657"/>
              <a:gd name="connsiteX60" fmla="*/ 377753 w 769643"/>
              <a:gd name="connsiteY60" fmla="*/ 4615543 h 4731657"/>
              <a:gd name="connsiteX61" fmla="*/ 363239 w 769643"/>
              <a:gd name="connsiteY61" fmla="*/ 4702629 h 4731657"/>
              <a:gd name="connsiteX62" fmla="*/ 319696 w 769643"/>
              <a:gd name="connsiteY62" fmla="*/ 4731657 h 4731657"/>
              <a:gd name="connsiteX63" fmla="*/ 101981 w 769643"/>
              <a:gd name="connsiteY63" fmla="*/ 4688114 h 4731657"/>
              <a:gd name="connsiteX64" fmla="*/ 58439 w 769643"/>
              <a:gd name="connsiteY64" fmla="*/ 4673600 h 4731657"/>
              <a:gd name="connsiteX65" fmla="*/ 381 w 769643"/>
              <a:gd name="connsiteY65" fmla="*/ 4615543 h 4731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769643" h="4731657">
                <a:moveTo>
                  <a:pt x="381" y="4615543"/>
                </a:moveTo>
                <a:cubicBezTo>
                  <a:pt x="-2038" y="4584095"/>
                  <a:pt x="6422" y="4609920"/>
                  <a:pt x="43924" y="4484914"/>
                </a:cubicBezTo>
                <a:cubicBezTo>
                  <a:pt x="52716" y="4455606"/>
                  <a:pt x="72953" y="4397829"/>
                  <a:pt x="72953" y="4397829"/>
                </a:cubicBezTo>
                <a:cubicBezTo>
                  <a:pt x="68115" y="4373638"/>
                  <a:pt x="62190" y="4349640"/>
                  <a:pt x="58439" y="4325257"/>
                </a:cubicBezTo>
                <a:cubicBezTo>
                  <a:pt x="52508" y="4286705"/>
                  <a:pt x="52097" y="4247283"/>
                  <a:pt x="43924" y="4209143"/>
                </a:cubicBezTo>
                <a:cubicBezTo>
                  <a:pt x="37513" y="4179223"/>
                  <a:pt x="22318" y="4151742"/>
                  <a:pt x="14896" y="4122057"/>
                </a:cubicBezTo>
                <a:lnTo>
                  <a:pt x="381" y="4064000"/>
                </a:lnTo>
                <a:cubicBezTo>
                  <a:pt x="5219" y="3996267"/>
                  <a:pt x="7397" y="3928291"/>
                  <a:pt x="14896" y="3860800"/>
                </a:cubicBezTo>
                <a:cubicBezTo>
                  <a:pt x="19429" y="3820008"/>
                  <a:pt x="33603" y="3797042"/>
                  <a:pt x="43924" y="3759200"/>
                </a:cubicBezTo>
                <a:cubicBezTo>
                  <a:pt x="82300" y="3618488"/>
                  <a:pt x="48586" y="3679637"/>
                  <a:pt x="101981" y="3599543"/>
                </a:cubicBezTo>
                <a:cubicBezTo>
                  <a:pt x="106819" y="3483429"/>
                  <a:pt x="109465" y="3367202"/>
                  <a:pt x="116496" y="3251200"/>
                </a:cubicBezTo>
                <a:cubicBezTo>
                  <a:pt x="123698" y="3132372"/>
                  <a:pt x="120300" y="3152704"/>
                  <a:pt x="145524" y="3077029"/>
                </a:cubicBezTo>
                <a:cubicBezTo>
                  <a:pt x="150362" y="3038324"/>
                  <a:pt x="153061" y="2999291"/>
                  <a:pt x="160039" y="2960914"/>
                </a:cubicBezTo>
                <a:cubicBezTo>
                  <a:pt x="162776" y="2945862"/>
                  <a:pt x="172038" y="2932463"/>
                  <a:pt x="174553" y="2917372"/>
                </a:cubicBezTo>
                <a:cubicBezTo>
                  <a:pt x="181755" y="2874157"/>
                  <a:pt x="179216" y="2829432"/>
                  <a:pt x="189067" y="2786743"/>
                </a:cubicBezTo>
                <a:cubicBezTo>
                  <a:pt x="193932" y="2765660"/>
                  <a:pt x="209573" y="2748573"/>
                  <a:pt x="218096" y="2728686"/>
                </a:cubicBezTo>
                <a:cubicBezTo>
                  <a:pt x="224123" y="2714624"/>
                  <a:pt x="227772" y="2699657"/>
                  <a:pt x="232610" y="2685143"/>
                </a:cubicBezTo>
                <a:cubicBezTo>
                  <a:pt x="237448" y="2636762"/>
                  <a:pt x="239731" y="2588057"/>
                  <a:pt x="247124" y="2540000"/>
                </a:cubicBezTo>
                <a:cubicBezTo>
                  <a:pt x="249450" y="2524878"/>
                  <a:pt x="258320" y="2511392"/>
                  <a:pt x="261639" y="2496457"/>
                </a:cubicBezTo>
                <a:cubicBezTo>
                  <a:pt x="268023" y="2467729"/>
                  <a:pt x="271315" y="2438400"/>
                  <a:pt x="276153" y="2409372"/>
                </a:cubicBezTo>
                <a:cubicBezTo>
                  <a:pt x="280991" y="2331962"/>
                  <a:pt x="280188" y="2253992"/>
                  <a:pt x="290667" y="2177143"/>
                </a:cubicBezTo>
                <a:cubicBezTo>
                  <a:pt x="294801" y="2146825"/>
                  <a:pt x="310020" y="2119086"/>
                  <a:pt x="319696" y="2090057"/>
                </a:cubicBezTo>
                <a:lnTo>
                  <a:pt x="334210" y="2046514"/>
                </a:lnTo>
                <a:cubicBezTo>
                  <a:pt x="339048" y="2032000"/>
                  <a:pt x="345723" y="2017974"/>
                  <a:pt x="348724" y="2002972"/>
                </a:cubicBezTo>
                <a:cubicBezTo>
                  <a:pt x="354244" y="1975372"/>
                  <a:pt x="362877" y="1916610"/>
                  <a:pt x="377753" y="1886857"/>
                </a:cubicBezTo>
                <a:cubicBezTo>
                  <a:pt x="385554" y="1871255"/>
                  <a:pt x="397105" y="1857828"/>
                  <a:pt x="406781" y="1843314"/>
                </a:cubicBezTo>
                <a:cubicBezTo>
                  <a:pt x="409108" y="1815397"/>
                  <a:pt x="429042" y="1564609"/>
                  <a:pt x="435810" y="1524000"/>
                </a:cubicBezTo>
                <a:cubicBezTo>
                  <a:pt x="442369" y="1484647"/>
                  <a:pt x="452223" y="1445735"/>
                  <a:pt x="464839" y="1407886"/>
                </a:cubicBezTo>
                <a:cubicBezTo>
                  <a:pt x="474515" y="1378857"/>
                  <a:pt x="487866" y="1350805"/>
                  <a:pt x="493867" y="1320800"/>
                </a:cubicBezTo>
                <a:cubicBezTo>
                  <a:pt x="502156" y="1279352"/>
                  <a:pt x="510594" y="1231178"/>
                  <a:pt x="522896" y="1190172"/>
                </a:cubicBezTo>
                <a:cubicBezTo>
                  <a:pt x="531689" y="1160864"/>
                  <a:pt x="546893" y="1133268"/>
                  <a:pt x="551924" y="1103086"/>
                </a:cubicBezTo>
                <a:lnTo>
                  <a:pt x="566439" y="1016000"/>
                </a:lnTo>
                <a:cubicBezTo>
                  <a:pt x="530457" y="620220"/>
                  <a:pt x="574621" y="1114196"/>
                  <a:pt x="537410" y="667657"/>
                </a:cubicBezTo>
                <a:cubicBezTo>
                  <a:pt x="523277" y="498063"/>
                  <a:pt x="539290" y="557179"/>
                  <a:pt x="508381" y="464457"/>
                </a:cubicBezTo>
                <a:cubicBezTo>
                  <a:pt x="503543" y="396724"/>
                  <a:pt x="502290" y="328639"/>
                  <a:pt x="493867" y="261257"/>
                </a:cubicBezTo>
                <a:cubicBezTo>
                  <a:pt x="487747" y="212299"/>
                  <a:pt x="464839" y="116114"/>
                  <a:pt x="464839" y="116114"/>
                </a:cubicBezTo>
                <a:cubicBezTo>
                  <a:pt x="469677" y="91924"/>
                  <a:pt x="461909" y="60987"/>
                  <a:pt x="479353" y="43543"/>
                </a:cubicBezTo>
                <a:cubicBezTo>
                  <a:pt x="500990" y="21906"/>
                  <a:pt x="537410" y="24190"/>
                  <a:pt x="566439" y="14514"/>
                </a:cubicBezTo>
                <a:lnTo>
                  <a:pt x="609981" y="0"/>
                </a:lnTo>
                <a:cubicBezTo>
                  <a:pt x="658752" y="146307"/>
                  <a:pt x="584346" y="-80612"/>
                  <a:pt x="639010" y="101600"/>
                </a:cubicBezTo>
                <a:cubicBezTo>
                  <a:pt x="647803" y="130908"/>
                  <a:pt x="651066" y="163226"/>
                  <a:pt x="668039" y="188686"/>
                </a:cubicBezTo>
                <a:cubicBezTo>
                  <a:pt x="677715" y="203200"/>
                  <a:pt x="689266" y="216627"/>
                  <a:pt x="697067" y="232229"/>
                </a:cubicBezTo>
                <a:cubicBezTo>
                  <a:pt x="707476" y="253048"/>
                  <a:pt x="721446" y="315232"/>
                  <a:pt x="726096" y="333829"/>
                </a:cubicBezTo>
                <a:cubicBezTo>
                  <a:pt x="701619" y="652015"/>
                  <a:pt x="703873" y="534818"/>
                  <a:pt x="726096" y="1001486"/>
                </a:cubicBezTo>
                <a:cubicBezTo>
                  <a:pt x="731497" y="1114913"/>
                  <a:pt x="730528" y="1101869"/>
                  <a:pt x="755124" y="1175657"/>
                </a:cubicBezTo>
                <a:cubicBezTo>
                  <a:pt x="770327" y="1373290"/>
                  <a:pt x="778240" y="1339078"/>
                  <a:pt x="755124" y="1524000"/>
                </a:cubicBezTo>
                <a:cubicBezTo>
                  <a:pt x="746917" y="1589655"/>
                  <a:pt x="733146" y="1618963"/>
                  <a:pt x="711581" y="1683657"/>
                </a:cubicBezTo>
                <a:cubicBezTo>
                  <a:pt x="706743" y="1698171"/>
                  <a:pt x="699582" y="1712109"/>
                  <a:pt x="697067" y="1727200"/>
                </a:cubicBezTo>
                <a:lnTo>
                  <a:pt x="682553" y="1814286"/>
                </a:lnTo>
                <a:cubicBezTo>
                  <a:pt x="699893" y="2178443"/>
                  <a:pt x="711089" y="2257111"/>
                  <a:pt x="682553" y="2685143"/>
                </a:cubicBezTo>
                <a:cubicBezTo>
                  <a:pt x="680518" y="2715674"/>
                  <a:pt x="659525" y="2742224"/>
                  <a:pt x="653524" y="2772229"/>
                </a:cubicBezTo>
                <a:cubicBezTo>
                  <a:pt x="635589" y="2861905"/>
                  <a:pt x="652694" y="2824274"/>
                  <a:pt x="609981" y="2888343"/>
                </a:cubicBezTo>
                <a:cubicBezTo>
                  <a:pt x="600305" y="2917372"/>
                  <a:pt x="582561" y="2944872"/>
                  <a:pt x="580953" y="2975429"/>
                </a:cubicBezTo>
                <a:cubicBezTo>
                  <a:pt x="563884" y="3299755"/>
                  <a:pt x="575599" y="3159606"/>
                  <a:pt x="551924" y="3396343"/>
                </a:cubicBezTo>
                <a:cubicBezTo>
                  <a:pt x="547086" y="3618895"/>
                  <a:pt x="550231" y="3841765"/>
                  <a:pt x="537410" y="4064000"/>
                </a:cubicBezTo>
                <a:cubicBezTo>
                  <a:pt x="535648" y="4094548"/>
                  <a:pt x="508381" y="4151086"/>
                  <a:pt x="508381" y="4151086"/>
                </a:cubicBezTo>
                <a:cubicBezTo>
                  <a:pt x="501126" y="4194614"/>
                  <a:pt x="490395" y="4286923"/>
                  <a:pt x="464839" y="4325257"/>
                </a:cubicBezTo>
                <a:lnTo>
                  <a:pt x="435810" y="4368800"/>
                </a:lnTo>
                <a:cubicBezTo>
                  <a:pt x="430972" y="4388152"/>
                  <a:pt x="424864" y="4407231"/>
                  <a:pt x="421296" y="4426857"/>
                </a:cubicBezTo>
                <a:cubicBezTo>
                  <a:pt x="415176" y="4460516"/>
                  <a:pt x="414474" y="4495123"/>
                  <a:pt x="406781" y="4528457"/>
                </a:cubicBezTo>
                <a:cubicBezTo>
                  <a:pt x="399901" y="4558272"/>
                  <a:pt x="382783" y="4585360"/>
                  <a:pt x="377753" y="4615543"/>
                </a:cubicBezTo>
                <a:cubicBezTo>
                  <a:pt x="372915" y="4644572"/>
                  <a:pt x="376400" y="4676307"/>
                  <a:pt x="363239" y="4702629"/>
                </a:cubicBezTo>
                <a:cubicBezTo>
                  <a:pt x="355438" y="4718231"/>
                  <a:pt x="334210" y="4721981"/>
                  <a:pt x="319696" y="4731657"/>
                </a:cubicBezTo>
                <a:cubicBezTo>
                  <a:pt x="158654" y="4713764"/>
                  <a:pt x="230630" y="4730997"/>
                  <a:pt x="101981" y="4688114"/>
                </a:cubicBezTo>
                <a:cubicBezTo>
                  <a:pt x="87467" y="4683276"/>
                  <a:pt x="71169" y="4682086"/>
                  <a:pt x="58439" y="4673600"/>
                </a:cubicBezTo>
                <a:cubicBezTo>
                  <a:pt x="9203" y="4640777"/>
                  <a:pt x="2800" y="4646991"/>
                  <a:pt x="381" y="4615543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80000">
                <a:srgbClr val="ACABAB"/>
              </a:gs>
              <a:gs pos="22000">
                <a:srgbClr val="858383"/>
              </a:gs>
              <a:gs pos="50000">
                <a:schemeClr val="bg2">
                  <a:lumMod val="25000"/>
                  <a:alpha val="91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9" name="椭圆形标注 18"/>
          <p:cNvSpPr/>
          <p:nvPr/>
        </p:nvSpPr>
        <p:spPr>
          <a:xfrm>
            <a:off x="3683000" y="2162629"/>
            <a:ext cx="1788886" cy="1038331"/>
          </a:xfrm>
          <a:prstGeom prst="wedgeEllipseCallout">
            <a:avLst>
              <a:gd name="adj1" fmla="val 58846"/>
              <a:gd name="adj2" fmla="val 54113"/>
            </a:avLst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690512" y="2358510"/>
            <a:ext cx="19671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ea typeface="微软雅黑" panose="020B0503020204020204" pitchFamily="34" charset="-122"/>
              </a:rPr>
              <a:t>来自更加看不见的世界的恩惠</a:t>
            </a:r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476828" y="2854847"/>
            <a:ext cx="290286" cy="153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ea typeface="微软雅黑" panose="020B0503020204020204" pitchFamily="34" charset="-122"/>
              </a:rPr>
              <a:t>领悟的世界</a:t>
            </a:r>
            <a:endParaRPr lang="zh-CN" altLang="en-US" b="1" dirty="0"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476828" y="445923"/>
            <a:ext cx="2072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ea typeface="微软雅黑" panose="020B0503020204020204" pitchFamily="34" charset="-122"/>
              </a:rPr>
              <a:t>现象世界</a:t>
            </a:r>
            <a:endParaRPr lang="zh-CN" altLang="en-US" b="1" dirty="0"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9435960" y="5646501"/>
            <a:ext cx="3029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ea typeface="微软雅黑" panose="020B0503020204020204" pitchFamily="34" charset="-122"/>
              </a:rPr>
              <a:t>神的领域</a:t>
            </a:r>
            <a:endParaRPr lang="zh-CN" altLang="en-US" b="1" dirty="0">
              <a:ea typeface="微软雅黑" panose="020B0503020204020204" pitchFamily="34" charset="-122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9435959" y="1696074"/>
            <a:ext cx="376199" cy="1101638"/>
            <a:chOff x="9397029" y="1582071"/>
            <a:chExt cx="415130" cy="1215641"/>
          </a:xfrm>
        </p:grpSpPr>
        <p:grpSp>
          <p:nvGrpSpPr>
            <p:cNvPr id="40" name="组合 39"/>
            <p:cNvGrpSpPr/>
            <p:nvPr/>
          </p:nvGrpSpPr>
          <p:grpSpPr>
            <a:xfrm flipV="1">
              <a:off x="9607382" y="1641960"/>
              <a:ext cx="130875" cy="1089473"/>
              <a:chOff x="11238900" y="2565119"/>
              <a:chExt cx="173944" cy="532085"/>
            </a:xfrm>
          </p:grpSpPr>
          <p:sp>
            <p:nvSpPr>
              <p:cNvPr id="50" name="圆角矩形 49"/>
              <p:cNvSpPr/>
              <p:nvPr/>
            </p:nvSpPr>
            <p:spPr>
              <a:xfrm>
                <a:off x="11238900" y="2565119"/>
                <a:ext cx="173944" cy="453358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51" name="椭圆 50"/>
              <p:cNvSpPr/>
              <p:nvPr/>
            </p:nvSpPr>
            <p:spPr>
              <a:xfrm>
                <a:off x="11239169" y="2919296"/>
                <a:ext cx="172800" cy="17790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1" name="组合 40"/>
            <p:cNvGrpSpPr/>
            <p:nvPr/>
          </p:nvGrpSpPr>
          <p:grpSpPr>
            <a:xfrm rot="18900000" flipV="1">
              <a:off x="9710596" y="1582071"/>
              <a:ext cx="101563" cy="356645"/>
              <a:chOff x="11238900" y="2486392"/>
              <a:chExt cx="173944" cy="610812"/>
            </a:xfrm>
          </p:grpSpPr>
          <p:sp>
            <p:nvSpPr>
              <p:cNvPr id="47" name="圆角矩形 46"/>
              <p:cNvSpPr/>
              <p:nvPr/>
            </p:nvSpPr>
            <p:spPr>
              <a:xfrm>
                <a:off x="11238900" y="2565119"/>
                <a:ext cx="173944" cy="453358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11239169" y="2919296"/>
                <a:ext cx="172800" cy="17790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49" name="椭圆 48"/>
              <p:cNvSpPr/>
              <p:nvPr/>
            </p:nvSpPr>
            <p:spPr>
              <a:xfrm>
                <a:off x="11238900" y="2486392"/>
                <a:ext cx="172800" cy="17790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 rot="2700000" flipV="1">
              <a:off x="9524570" y="1582796"/>
              <a:ext cx="101563" cy="356645"/>
              <a:chOff x="11238900" y="2486392"/>
              <a:chExt cx="173944" cy="610812"/>
            </a:xfrm>
          </p:grpSpPr>
          <p:sp>
            <p:nvSpPr>
              <p:cNvPr id="44" name="圆角矩形 43"/>
              <p:cNvSpPr/>
              <p:nvPr/>
            </p:nvSpPr>
            <p:spPr>
              <a:xfrm>
                <a:off x="11238900" y="2565119"/>
                <a:ext cx="173944" cy="453358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11239169" y="2919296"/>
                <a:ext cx="172800" cy="17790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椭圆 45"/>
              <p:cNvSpPr/>
              <p:nvPr/>
            </p:nvSpPr>
            <p:spPr>
              <a:xfrm>
                <a:off x="11238900" y="2486392"/>
                <a:ext cx="172800" cy="17790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3" name="椭圆 42"/>
            <p:cNvSpPr/>
            <p:nvPr/>
          </p:nvSpPr>
          <p:spPr>
            <a:xfrm flipV="1">
              <a:off x="9606234" y="2665460"/>
              <a:ext cx="132252" cy="13225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 flipV="1">
            <a:off x="9413471" y="4382491"/>
            <a:ext cx="376199" cy="1101638"/>
            <a:chOff x="9397029" y="1582071"/>
            <a:chExt cx="415130" cy="1215641"/>
          </a:xfrm>
        </p:grpSpPr>
        <p:grpSp>
          <p:nvGrpSpPr>
            <p:cNvPr id="54" name="组合 53"/>
            <p:cNvGrpSpPr/>
            <p:nvPr/>
          </p:nvGrpSpPr>
          <p:grpSpPr>
            <a:xfrm flipV="1">
              <a:off x="9607382" y="1641960"/>
              <a:ext cx="130875" cy="1089473"/>
              <a:chOff x="11238900" y="2565119"/>
              <a:chExt cx="173944" cy="532085"/>
            </a:xfrm>
          </p:grpSpPr>
          <p:sp>
            <p:nvSpPr>
              <p:cNvPr id="64" name="圆角矩形 63"/>
              <p:cNvSpPr/>
              <p:nvPr/>
            </p:nvSpPr>
            <p:spPr>
              <a:xfrm>
                <a:off x="11238900" y="2565119"/>
                <a:ext cx="173944" cy="453358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65" name="椭圆 64"/>
              <p:cNvSpPr/>
              <p:nvPr/>
            </p:nvSpPr>
            <p:spPr>
              <a:xfrm>
                <a:off x="11239169" y="2919296"/>
                <a:ext cx="172800" cy="17790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5" name="组合 54"/>
            <p:cNvGrpSpPr/>
            <p:nvPr/>
          </p:nvGrpSpPr>
          <p:grpSpPr>
            <a:xfrm rot="18900000" flipV="1">
              <a:off x="9710596" y="1582071"/>
              <a:ext cx="101563" cy="356645"/>
              <a:chOff x="11238900" y="2486392"/>
              <a:chExt cx="173944" cy="610812"/>
            </a:xfrm>
          </p:grpSpPr>
          <p:sp>
            <p:nvSpPr>
              <p:cNvPr id="61" name="圆角矩形 60"/>
              <p:cNvSpPr/>
              <p:nvPr/>
            </p:nvSpPr>
            <p:spPr>
              <a:xfrm>
                <a:off x="11238900" y="2565119"/>
                <a:ext cx="173944" cy="453358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62" name="椭圆 61"/>
              <p:cNvSpPr/>
              <p:nvPr/>
            </p:nvSpPr>
            <p:spPr>
              <a:xfrm>
                <a:off x="11239169" y="2919296"/>
                <a:ext cx="172800" cy="17790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63" name="椭圆 62"/>
              <p:cNvSpPr/>
              <p:nvPr/>
            </p:nvSpPr>
            <p:spPr>
              <a:xfrm>
                <a:off x="11238900" y="2486392"/>
                <a:ext cx="172800" cy="17790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6" name="组合 55"/>
            <p:cNvGrpSpPr/>
            <p:nvPr/>
          </p:nvGrpSpPr>
          <p:grpSpPr>
            <a:xfrm rot="2700000" flipV="1">
              <a:off x="9524570" y="1582796"/>
              <a:ext cx="101563" cy="356645"/>
              <a:chOff x="11238900" y="2486392"/>
              <a:chExt cx="173944" cy="610812"/>
            </a:xfrm>
          </p:grpSpPr>
          <p:sp>
            <p:nvSpPr>
              <p:cNvPr id="58" name="圆角矩形 57"/>
              <p:cNvSpPr/>
              <p:nvPr/>
            </p:nvSpPr>
            <p:spPr>
              <a:xfrm>
                <a:off x="11238900" y="2565119"/>
                <a:ext cx="173944" cy="453358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59" name="椭圆 58"/>
              <p:cNvSpPr/>
              <p:nvPr/>
            </p:nvSpPr>
            <p:spPr>
              <a:xfrm>
                <a:off x="11239169" y="2919296"/>
                <a:ext cx="172800" cy="17790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60" name="椭圆 59"/>
              <p:cNvSpPr/>
              <p:nvPr/>
            </p:nvSpPr>
            <p:spPr>
              <a:xfrm>
                <a:off x="11238900" y="2486392"/>
                <a:ext cx="172800" cy="17790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7" name="椭圆 56"/>
            <p:cNvSpPr/>
            <p:nvPr/>
          </p:nvSpPr>
          <p:spPr>
            <a:xfrm flipV="1">
              <a:off x="9606234" y="2665460"/>
              <a:ext cx="132252" cy="13225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500993" y="740"/>
            <a:ext cx="6892471" cy="597291"/>
            <a:chOff x="1308100" y="740"/>
            <a:chExt cx="6892471" cy="597291"/>
          </a:xfrm>
        </p:grpSpPr>
        <p:sp>
          <p:nvSpPr>
            <p:cNvPr id="66" name="矩形 65"/>
            <p:cNvSpPr/>
            <p:nvPr/>
          </p:nvSpPr>
          <p:spPr>
            <a:xfrm>
              <a:off x="1308100" y="740"/>
              <a:ext cx="6892471" cy="597291"/>
            </a:xfrm>
            <a:prstGeom prst="rect">
              <a:avLst/>
            </a:prstGeom>
            <a:solidFill>
              <a:srgbClr val="C60F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2058754" y="68552"/>
              <a:ext cx="53911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bg1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内在提升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——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更多看不见的变化会发生</a:t>
              </a:r>
              <a:endParaRPr lang="zh-CN" altLang="en-US" sz="2400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41739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1308100" y="1233714"/>
            <a:ext cx="9575800" cy="3875315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901371" y="1915885"/>
            <a:ext cx="59363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每个人都该拥有一套</a:t>
            </a:r>
            <a:endParaRPr lang="en-US" altLang="zh-CN" sz="3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600" b="1" dirty="0">
                <a:solidFill>
                  <a:srgbClr val="C60F1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</a:t>
            </a:r>
            <a:r>
              <a:rPr lang="zh-CN" altLang="en-US" sz="3600" b="1" dirty="0" smtClean="0">
                <a:solidFill>
                  <a:srgbClr val="C60F1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属于当下的自我的断舍离</a:t>
            </a:r>
            <a:endParaRPr lang="zh-CN" altLang="en-US" sz="3600" b="1" dirty="0">
              <a:solidFill>
                <a:srgbClr val="C60F1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901371" y="3429000"/>
            <a:ext cx="76054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通过断舍离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，你将重新认识身边的物品，理清物品和自己的关系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通过断舍离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，你将重新认识你自己，找回对自己的了解和信任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通过断舍离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，你将重新认识这世界，获得整个宇宙的支援和能量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32322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435429"/>
            <a:ext cx="2249713" cy="72571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2460172" y="435428"/>
            <a:ext cx="210456" cy="72571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7874" y="505898"/>
            <a:ext cx="23932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我有话要说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574455" y="2431916"/>
            <a:ext cx="90210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这本书给我最大的感触不是怎么“</a:t>
            </a:r>
            <a:r>
              <a:rPr lang="zh-CN" altLang="en-US" sz="5400" dirty="0" smtClean="0">
                <a:solidFill>
                  <a:srgbClr val="C60F13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舍</a:t>
            </a:r>
            <a:r>
              <a:rPr lang="zh-CN" altLang="en-US" sz="36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”，</a:t>
            </a:r>
            <a:endParaRPr lang="en-US" altLang="zh-CN" sz="3600" dirty="0" smtClean="0"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  <a:p>
            <a:r>
              <a:rPr lang="zh-CN" altLang="en-US" sz="36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而是怎样</a:t>
            </a:r>
            <a:r>
              <a:rPr lang="zh-CN" altLang="en-US" sz="5400" dirty="0">
                <a:solidFill>
                  <a:srgbClr val="C60F13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理性</a:t>
            </a:r>
            <a:r>
              <a:rPr lang="zh-CN" altLang="en-US" sz="5400" dirty="0" smtClean="0">
                <a:solidFill>
                  <a:srgbClr val="C60F13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控制</a:t>
            </a:r>
            <a:r>
              <a:rPr lang="zh-CN" altLang="en-US" sz="36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自己“想要的欲望”！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-740637" y="1931779"/>
            <a:ext cx="1481274" cy="275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7300" dirty="0">
                <a:solidFill>
                  <a:schemeClr val="bg1">
                    <a:lumMod val="50000"/>
                    <a:alpha val="50000"/>
                  </a:schemeClr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“</a:t>
            </a:r>
            <a:endParaRPr lang="zh-CN" altLang="en-US" sz="17300" dirty="0" smtClean="0">
              <a:solidFill>
                <a:schemeClr val="bg1">
                  <a:lumMod val="50000"/>
                  <a:alpha val="50000"/>
                </a:schemeClr>
              </a:solidFill>
              <a:latin typeface="方正兰亭粗黑简体" panose="02000000000000000000" pitchFamily="2" charset="-122"/>
              <a:ea typeface="方正兰亭粗黑简体" panose="02000000000000000000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854863" y="4033393"/>
            <a:ext cx="1481274" cy="275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7300" dirty="0" smtClean="0">
                <a:solidFill>
                  <a:schemeClr val="bg1">
                    <a:lumMod val="50000"/>
                    <a:alpha val="50000"/>
                  </a:schemeClr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46883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071813" y="2168525"/>
            <a:ext cx="6084887" cy="2700338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986666" y="2921169"/>
            <a:ext cx="42186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 smtClean="0">
                <a:solidFill>
                  <a:schemeClr val="bg1"/>
                </a:solidFill>
                <a:latin typeface="汉仪菱心体简" panose="02010609000101010101" pitchFamily="49" charset="-122"/>
                <a:ea typeface="汉仪菱心体简" panose="02010609000101010101" pitchFamily="49" charset="-122"/>
              </a:rPr>
              <a:t>THANKS</a:t>
            </a:r>
            <a:endParaRPr lang="zh-CN" altLang="en-US" sz="6000" dirty="0">
              <a:solidFill>
                <a:schemeClr val="bg1"/>
              </a:solidFill>
              <a:latin typeface="汉仪菱心体简" panose="02010609000101010101" pitchFamily="49" charset="-122"/>
              <a:ea typeface="汉仪菱心体简" panose="0201060900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178471" y="5677326"/>
            <a:ext cx="30135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方正北魏楷书简体" panose="03000509000000000000" pitchFamily="65" charset="-122"/>
                <a:ea typeface="方正北魏楷书简体" panose="03000509000000000000" pitchFamily="65" charset="-122"/>
              </a:rPr>
              <a:t>制作：</a:t>
            </a:r>
            <a:r>
              <a:rPr lang="en-US" altLang="zh-CN" sz="2400" dirty="0" smtClean="0">
                <a:latin typeface="方正北魏楷书简体" panose="03000509000000000000" pitchFamily="65" charset="-122"/>
                <a:ea typeface="方正北魏楷书简体" panose="03000509000000000000" pitchFamily="65" charset="-122"/>
              </a:rPr>
              <a:t>@</a:t>
            </a:r>
            <a:r>
              <a:rPr lang="zh-CN" altLang="en-US" sz="2400" dirty="0" smtClean="0">
                <a:latin typeface="方正北魏楷书简体" panose="03000509000000000000" pitchFamily="65" charset="-122"/>
                <a:ea typeface="方正北魏楷书简体" panose="03000509000000000000" pitchFamily="65" charset="-122"/>
              </a:rPr>
              <a:t>东东爱丽诗</a:t>
            </a:r>
            <a:endParaRPr lang="en-US" altLang="zh-CN" sz="2400" dirty="0" smtClean="0">
              <a:latin typeface="方正北魏楷书简体" panose="03000509000000000000" pitchFamily="65" charset="-122"/>
              <a:ea typeface="方正北魏楷书简体" panose="03000509000000000000" pitchFamily="65" charset="-122"/>
            </a:endParaRPr>
          </a:p>
          <a:p>
            <a:r>
              <a:rPr lang="zh-CN" altLang="en-US" sz="2400" dirty="0" smtClean="0">
                <a:latin typeface="方正北魏楷书简体" panose="03000509000000000000" pitchFamily="65" charset="-122"/>
                <a:ea typeface="方正北魏楷书简体" panose="03000509000000000000" pitchFamily="65" charset="-122"/>
              </a:rPr>
              <a:t>指导：</a:t>
            </a:r>
            <a:r>
              <a:rPr lang="en-US" altLang="zh-CN" sz="2400" dirty="0" smtClean="0">
                <a:latin typeface="方正北魏楷书简体" panose="03000509000000000000" pitchFamily="65" charset="-122"/>
                <a:ea typeface="方正北魏楷书简体" panose="03000509000000000000" pitchFamily="65" charset="-122"/>
              </a:rPr>
              <a:t>@</a:t>
            </a:r>
            <a:r>
              <a:rPr lang="zh-CN" altLang="en-US" sz="2400" dirty="0" smtClean="0">
                <a:latin typeface="方正北魏楷书简体" panose="03000509000000000000" pitchFamily="65" charset="-122"/>
                <a:ea typeface="方正北魏楷书简体" panose="03000509000000000000" pitchFamily="65" charset="-122"/>
              </a:rPr>
              <a:t>秦阳</a:t>
            </a:r>
          </a:p>
        </p:txBody>
      </p:sp>
    </p:spTree>
    <p:extLst>
      <p:ext uri="{BB962C8B-B14F-4D97-AF65-F5344CB8AC3E}">
        <p14:creationId xmlns:p14="http://schemas.microsoft.com/office/powerpoint/2010/main" val="4169164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81736" y="838043"/>
            <a:ext cx="8228528" cy="4246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16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216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216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4034631" y="2781875"/>
            <a:ext cx="129601" cy="24114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6021662" y="2781875"/>
            <a:ext cx="129601" cy="24114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8095280" y="2781875"/>
            <a:ext cx="129601" cy="24114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78365" y="4061256"/>
            <a:ext cx="8228528" cy="1966949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>
              <a:spcBef>
                <a:spcPts val="1620"/>
              </a:spcBef>
            </a:pP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62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62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62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08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108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108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2272768" y="4401009"/>
            <a:ext cx="76464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2078365" y="2165390"/>
            <a:ext cx="1749616" cy="1207081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1" y="2382196"/>
              <a:ext cx="1728239" cy="933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09"/>
              <a:ext cx="504070" cy="3795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124488" y="2165393"/>
            <a:ext cx="1749616" cy="1207082"/>
            <a:chOff x="107380" y="2024805"/>
            <a:chExt cx="1944270" cy="1341376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1" y="2382196"/>
              <a:ext cx="1728239" cy="933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1"/>
              <a:ext cx="504070" cy="3795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137100" y="2165390"/>
            <a:ext cx="1749616" cy="1207081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1" y="2382196"/>
              <a:ext cx="1728239" cy="933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09"/>
              <a:ext cx="504070" cy="3795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8160078" y="2165390"/>
            <a:ext cx="1749616" cy="1207081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1" y="2382196"/>
              <a:ext cx="1728239" cy="933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09"/>
              <a:ext cx="504070" cy="3795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131349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985318" y="4012191"/>
            <a:ext cx="8251029" cy="1446421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0" cy="53347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82782">
                <a:defRPr/>
              </a:pPr>
              <a:r>
                <a:rPr lang="en-US" altLang="zh-CN" sz="1260" kern="0" dirty="0">
                  <a:solidFill>
                    <a:prstClr val="black"/>
                  </a:solidFill>
                </a:rPr>
                <a:t/>
              </a:r>
              <a:br>
                <a:rPr lang="en-US" altLang="zh-CN" sz="1260" kern="0" dirty="0">
                  <a:solidFill>
                    <a:prstClr val="black"/>
                  </a:solidFill>
                </a:rPr>
              </a:br>
              <a:endParaRPr lang="en-US" altLang="zh-CN" sz="1260" kern="0" dirty="0">
                <a:solidFill>
                  <a:prstClr val="black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617158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16" kern="0">
                <a:solidFill>
                  <a:prstClr val="white"/>
                </a:solidFill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1715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46" kern="0">
                <a:solidFill>
                  <a:prstClr val="white"/>
                </a:solidFill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1" y="3613174"/>
              <a:ext cx="594123" cy="564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700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539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69" y="3441723"/>
              <a:ext cx="3519839" cy="916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16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216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4050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216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216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216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2160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617158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70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5" y="4188246"/>
              <a:ext cx="1596629" cy="425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890" kern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1715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46" kern="0">
                <a:solidFill>
                  <a:prstClr val="white"/>
                </a:solidFill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9" y="4183483"/>
              <a:ext cx="757239" cy="425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890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1715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16" kern="0">
                <a:solidFill>
                  <a:prstClr val="white"/>
                </a:solidFill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216" kern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3"/>
              <a:ext cx="3090590" cy="333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350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3212347" y="1161046"/>
            <a:ext cx="5767312" cy="2612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4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324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324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>
              <a:spcBef>
                <a:spcPts val="2700"/>
              </a:spcBef>
            </a:pPr>
            <a:r>
              <a:rPr lang="zh-CN" altLang="en-US" sz="39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</a:t>
            </a:r>
            <a:r>
              <a:rPr lang="zh-CN" altLang="en-US" sz="396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笔记</a:t>
            </a:r>
            <a:r>
              <a:rPr lang="en-US" altLang="zh-CN" sz="396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190</a:t>
            </a:r>
            <a:r>
              <a:rPr lang="zh-CN" altLang="en-US" sz="396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396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2700"/>
              </a:spcBef>
            </a:pPr>
            <a:r>
              <a:rPr lang="zh-CN" altLang="en-US" sz="25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5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5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52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1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21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1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2717840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1613</TotalTime>
  <Words>2413</Words>
  <Application>Microsoft Office PowerPoint</Application>
  <PresentationFormat>宽屏</PresentationFormat>
  <Paragraphs>375</Paragraphs>
  <Slides>37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37</vt:i4>
      </vt:variant>
    </vt:vector>
  </HeadingPairs>
  <TitlesOfParts>
    <vt:vector size="54" baseType="lpstr">
      <vt:lpstr>方正北魏楷书简体</vt:lpstr>
      <vt:lpstr>方正粗倩简体</vt:lpstr>
      <vt:lpstr>方正兰亭粗黑简体</vt:lpstr>
      <vt:lpstr>方正正黑简体</vt:lpstr>
      <vt:lpstr>方正正中黑简体</vt:lpstr>
      <vt:lpstr>汉仪菱心体简</vt:lpstr>
      <vt:lpstr>华康俪金黑W8(P)</vt:lpstr>
      <vt:lpstr>宋体</vt:lpstr>
      <vt:lpstr>微软雅黑</vt:lpstr>
      <vt:lpstr>幼圆</vt:lpstr>
      <vt:lpstr>Arial</vt:lpstr>
      <vt:lpstr>Broadway</vt:lpstr>
      <vt:lpstr>Calibri</vt:lpstr>
      <vt:lpstr>Calibri Light</vt:lpstr>
      <vt:lpstr>Wingdings</vt:lpstr>
      <vt:lpstr>Office 主题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PC</dc:creator>
  <cp:lastModifiedBy>ASUS-01</cp:lastModifiedBy>
  <cp:revision>138</cp:revision>
  <dcterms:created xsi:type="dcterms:W3CDTF">2015-02-24T08:57:55Z</dcterms:created>
  <dcterms:modified xsi:type="dcterms:W3CDTF">2015-03-10T02:33:37Z</dcterms:modified>
</cp:coreProperties>
</file>