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Lst>
  <p:notesMasterIdLst>
    <p:notesMasterId r:id="rId25"/>
  </p:notesMasterIdLst>
  <p:sldIdLst>
    <p:sldId id="297" r:id="rId4"/>
    <p:sldId id="298" r:id="rId5"/>
    <p:sldId id="301" r:id="rId6"/>
    <p:sldId id="304" r:id="rId7"/>
    <p:sldId id="306" r:id="rId8"/>
    <p:sldId id="311" r:id="rId9"/>
    <p:sldId id="312" r:id="rId10"/>
    <p:sldId id="316" r:id="rId11"/>
    <p:sldId id="319" r:id="rId12"/>
    <p:sldId id="320" r:id="rId13"/>
    <p:sldId id="322" r:id="rId14"/>
    <p:sldId id="321" r:id="rId15"/>
    <p:sldId id="323" r:id="rId16"/>
    <p:sldId id="324" r:id="rId17"/>
    <p:sldId id="325" r:id="rId18"/>
    <p:sldId id="326" r:id="rId19"/>
    <p:sldId id="327" r:id="rId20"/>
    <p:sldId id="328" r:id="rId21"/>
    <p:sldId id="329" r:id="rId22"/>
    <p:sldId id="330" r:id="rId23"/>
    <p:sldId id="331"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70" userDrawn="1">
          <p15:clr>
            <a:srgbClr val="A4A3A4"/>
          </p15:clr>
        </p15:guide>
        <p15:guide id="2" pos="6335" userDrawn="1">
          <p15:clr>
            <a:srgbClr val="A4A3A4"/>
          </p15:clr>
        </p15:guide>
        <p15:guide id="3" orient="horz" pos="4156" userDrawn="1">
          <p15:clr>
            <a:srgbClr val="A4A3A4"/>
          </p15:clr>
        </p15:guide>
        <p15:guide id="4" orient="horz" pos="1071" userDrawn="1">
          <p15:clr>
            <a:srgbClr val="A4A3A4"/>
          </p15:clr>
        </p15:guide>
        <p15:guide id="5" orient="horz" pos="210" userDrawn="1">
          <p15:clr>
            <a:srgbClr val="A4A3A4"/>
          </p15:clr>
        </p15:guide>
        <p15:guide id="6" pos="1345" userDrawn="1">
          <p15:clr>
            <a:srgbClr val="A4A3A4"/>
          </p15:clr>
        </p15:guide>
        <p15:guide id="7" orient="horz" pos="2160" userDrawn="1">
          <p15:clr>
            <a:srgbClr val="A4A3A4"/>
          </p15:clr>
        </p15:guide>
        <p15:guide id="8" pos="56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BD97"/>
    <a:srgbClr val="C000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714" y="66"/>
      </p:cViewPr>
      <p:guideLst>
        <p:guide orient="horz" pos="1570"/>
        <p:guide pos="6335"/>
        <p:guide orient="horz" pos="4156"/>
        <p:guide orient="horz" pos="1071"/>
        <p:guide orient="horz" pos="210"/>
        <p:guide pos="1345"/>
        <p:guide orient="horz" pos="2160"/>
        <p:guide pos="5609"/>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3435C0-DD19-4008-8155-48A7106D1209}" type="datetimeFigureOut">
              <a:rPr lang="zh-CN" altLang="en-US" smtClean="0"/>
              <a:pPr/>
              <a:t>2014/3/12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5B5EAE-F5C2-4FE8-8DD8-7206116B52C1}" type="slidenum">
              <a:rPr lang="zh-CN" altLang="en-US" smtClean="0"/>
              <a:pPr/>
              <a:t>‹#›</a:t>
            </a:fld>
            <a:endParaRPr lang="zh-CN" altLang="en-US"/>
          </a:p>
        </p:txBody>
      </p:sp>
    </p:spTree>
    <p:extLst>
      <p:ext uri="{BB962C8B-B14F-4D97-AF65-F5344CB8AC3E}">
        <p14:creationId xmlns:p14="http://schemas.microsoft.com/office/powerpoint/2010/main" val="803113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lgn="l">
              <a:defRPr sz="3600"/>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p:txBody>
          <a:bodyPr/>
          <a:lstStyle>
            <a:lvl1pPr>
              <a:buSzPct val="100000"/>
              <a:buFont typeface="Arial" pitchFamily="34" charset="0"/>
              <a:buChar char="•"/>
              <a:defRPr sz="2800"/>
            </a:lvl1pPr>
            <a:lvl2pPr>
              <a:buSzPct val="100000"/>
              <a:buFont typeface="Arial" pitchFamily="34" charset="0"/>
              <a:buChar char="•"/>
              <a:defRPr sz="2800"/>
            </a:lvl2pPr>
            <a:lvl3pPr>
              <a:buSzPct val="100000"/>
              <a:buFont typeface="Arial" pitchFamily="34" charset="0"/>
              <a:buChar char="•"/>
              <a:defRPr/>
            </a:lvl3pPr>
            <a:lvl4pPr>
              <a:buSzPct val="100000"/>
              <a:buFont typeface="Arial" pitchFamily="34" charset="0"/>
              <a:buChar char="•"/>
              <a:defRPr/>
            </a:lvl4pPr>
            <a:lvl5pPr>
              <a:buSzPct val="100000"/>
              <a:buFont typeface="Arial" pitchFamily="34" charset="0"/>
              <a:buChar char="•"/>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51B030C5-A17F-4D3A-92C7-F51E7974F79F}" type="datetimeFigureOut">
              <a:rPr lang="zh-CN" altLang="en-US" smtClean="0"/>
              <a:pPr/>
              <a:t>2014/3/12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71A980-831D-42B5-A76F-3C5CA5971772}"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32"/>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1" y="3886200"/>
            <a:ext cx="8534400" cy="1752600"/>
          </a:xfrm>
        </p:spPr>
        <p:txBody>
          <a:bodyPr/>
          <a:lstStyle>
            <a:lvl1pPr marL="0" indent="0" algn="ctr">
              <a:buNone/>
              <a:defRPr>
                <a:solidFill>
                  <a:schemeClr val="tx1">
                    <a:tint val="75000"/>
                  </a:schemeClr>
                </a:solidFill>
              </a:defRPr>
            </a:lvl1pPr>
            <a:lvl2pPr marL="308571" indent="0" algn="ctr">
              <a:buNone/>
              <a:defRPr>
                <a:solidFill>
                  <a:schemeClr val="tx1">
                    <a:tint val="75000"/>
                  </a:schemeClr>
                </a:solidFill>
              </a:defRPr>
            </a:lvl2pPr>
            <a:lvl3pPr marL="617144" indent="0" algn="ctr">
              <a:buNone/>
              <a:defRPr>
                <a:solidFill>
                  <a:schemeClr val="tx1">
                    <a:tint val="75000"/>
                  </a:schemeClr>
                </a:solidFill>
              </a:defRPr>
            </a:lvl3pPr>
            <a:lvl4pPr marL="925715" indent="0" algn="ctr">
              <a:buNone/>
              <a:defRPr>
                <a:solidFill>
                  <a:schemeClr val="tx1">
                    <a:tint val="75000"/>
                  </a:schemeClr>
                </a:solidFill>
              </a:defRPr>
            </a:lvl4pPr>
            <a:lvl5pPr marL="1234286" indent="0" algn="ctr">
              <a:buNone/>
              <a:defRPr>
                <a:solidFill>
                  <a:schemeClr val="tx1">
                    <a:tint val="75000"/>
                  </a:schemeClr>
                </a:solidFill>
              </a:defRPr>
            </a:lvl5pPr>
            <a:lvl6pPr marL="1542857" indent="0" algn="ctr">
              <a:buNone/>
              <a:defRPr>
                <a:solidFill>
                  <a:schemeClr val="tx1">
                    <a:tint val="75000"/>
                  </a:schemeClr>
                </a:solidFill>
              </a:defRPr>
            </a:lvl6pPr>
            <a:lvl7pPr marL="1851429" indent="0" algn="ctr">
              <a:buNone/>
              <a:defRPr>
                <a:solidFill>
                  <a:schemeClr val="tx1">
                    <a:tint val="75000"/>
                  </a:schemeClr>
                </a:solidFill>
              </a:defRPr>
            </a:lvl7pPr>
            <a:lvl8pPr marL="2160000" indent="0" algn="ctr">
              <a:buNone/>
              <a:defRPr>
                <a:solidFill>
                  <a:schemeClr val="tx1">
                    <a:tint val="75000"/>
                  </a:schemeClr>
                </a:solidFill>
              </a:defRPr>
            </a:lvl8pPr>
            <a:lvl9pPr marL="2468571"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96941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84206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3"/>
            <a:ext cx="10363200" cy="1362076"/>
          </a:xfrm>
        </p:spPr>
        <p:txBody>
          <a:bodyPr anchor="t"/>
          <a:lstStyle>
            <a:lvl1pPr algn="l">
              <a:defRPr sz="27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1350">
                <a:solidFill>
                  <a:schemeClr val="tx1">
                    <a:tint val="75000"/>
                  </a:schemeClr>
                </a:solidFill>
              </a:defRPr>
            </a:lvl1pPr>
            <a:lvl2pPr marL="308571" indent="0">
              <a:buNone/>
              <a:defRPr sz="1215">
                <a:solidFill>
                  <a:schemeClr val="tx1">
                    <a:tint val="75000"/>
                  </a:schemeClr>
                </a:solidFill>
              </a:defRPr>
            </a:lvl2pPr>
            <a:lvl3pPr marL="617144" indent="0">
              <a:buNone/>
              <a:defRPr sz="1080">
                <a:solidFill>
                  <a:schemeClr val="tx1">
                    <a:tint val="75000"/>
                  </a:schemeClr>
                </a:solidFill>
              </a:defRPr>
            </a:lvl3pPr>
            <a:lvl4pPr marL="925715" indent="0">
              <a:buNone/>
              <a:defRPr sz="945">
                <a:solidFill>
                  <a:schemeClr val="tx1">
                    <a:tint val="75000"/>
                  </a:schemeClr>
                </a:solidFill>
              </a:defRPr>
            </a:lvl4pPr>
            <a:lvl5pPr marL="1234286" indent="0">
              <a:buNone/>
              <a:defRPr sz="945">
                <a:solidFill>
                  <a:schemeClr val="tx1">
                    <a:tint val="75000"/>
                  </a:schemeClr>
                </a:solidFill>
              </a:defRPr>
            </a:lvl5pPr>
            <a:lvl6pPr marL="1542857" indent="0">
              <a:buNone/>
              <a:defRPr sz="945">
                <a:solidFill>
                  <a:schemeClr val="tx1">
                    <a:tint val="75000"/>
                  </a:schemeClr>
                </a:solidFill>
              </a:defRPr>
            </a:lvl6pPr>
            <a:lvl7pPr marL="1851429" indent="0">
              <a:buNone/>
              <a:defRPr sz="945">
                <a:solidFill>
                  <a:schemeClr val="tx1">
                    <a:tint val="75000"/>
                  </a:schemeClr>
                </a:solidFill>
              </a:defRPr>
            </a:lvl7pPr>
            <a:lvl8pPr marL="2160000" indent="0">
              <a:buNone/>
              <a:defRPr sz="945">
                <a:solidFill>
                  <a:schemeClr val="tx1">
                    <a:tint val="75000"/>
                  </a:schemeClr>
                </a:solidFill>
              </a:defRPr>
            </a:lvl8pPr>
            <a:lvl9pPr marL="2468571" indent="0">
              <a:buNone/>
              <a:defRPr sz="945">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569973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1" y="1600206"/>
            <a:ext cx="53848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6"/>
            <a:ext cx="53848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857231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5"/>
            <a:ext cx="5386917" cy="639763"/>
          </a:xfrm>
        </p:spPr>
        <p:txBody>
          <a:bodyPr anchor="b"/>
          <a:lstStyle>
            <a:lvl1pPr marL="0" indent="0">
              <a:buNone/>
              <a:defRPr sz="1620" b="1"/>
            </a:lvl1pPr>
            <a:lvl2pPr marL="308571" indent="0">
              <a:buNone/>
              <a:defRPr sz="1350" b="1"/>
            </a:lvl2pPr>
            <a:lvl3pPr marL="617144" indent="0">
              <a:buNone/>
              <a:defRPr sz="1215" b="1"/>
            </a:lvl3pPr>
            <a:lvl4pPr marL="925715" indent="0">
              <a:buNone/>
              <a:defRPr sz="1080" b="1"/>
            </a:lvl4pPr>
            <a:lvl5pPr marL="1234286" indent="0">
              <a:buNone/>
              <a:defRPr sz="1080" b="1"/>
            </a:lvl5pPr>
            <a:lvl6pPr marL="1542857" indent="0">
              <a:buNone/>
              <a:defRPr sz="1080" b="1"/>
            </a:lvl6pPr>
            <a:lvl7pPr marL="1851429" indent="0">
              <a:buNone/>
              <a:defRPr sz="1080" b="1"/>
            </a:lvl7pPr>
            <a:lvl8pPr marL="2160000" indent="0">
              <a:buNone/>
              <a:defRPr sz="1080" b="1"/>
            </a:lvl8pPr>
            <a:lvl9pPr marL="2468571" indent="0">
              <a:buNone/>
              <a:defRPr sz="108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72" y="1535115"/>
            <a:ext cx="5389033" cy="639763"/>
          </a:xfrm>
        </p:spPr>
        <p:txBody>
          <a:bodyPr anchor="b"/>
          <a:lstStyle>
            <a:lvl1pPr marL="0" indent="0">
              <a:buNone/>
              <a:defRPr sz="1620" b="1"/>
            </a:lvl1pPr>
            <a:lvl2pPr marL="308571" indent="0">
              <a:buNone/>
              <a:defRPr sz="1350" b="1"/>
            </a:lvl2pPr>
            <a:lvl3pPr marL="617144" indent="0">
              <a:buNone/>
              <a:defRPr sz="1215" b="1"/>
            </a:lvl3pPr>
            <a:lvl4pPr marL="925715" indent="0">
              <a:buNone/>
              <a:defRPr sz="1080" b="1"/>
            </a:lvl4pPr>
            <a:lvl5pPr marL="1234286" indent="0">
              <a:buNone/>
              <a:defRPr sz="1080" b="1"/>
            </a:lvl5pPr>
            <a:lvl6pPr marL="1542857" indent="0">
              <a:buNone/>
              <a:defRPr sz="1080" b="1"/>
            </a:lvl6pPr>
            <a:lvl7pPr marL="1851429" indent="0">
              <a:buNone/>
              <a:defRPr sz="1080" b="1"/>
            </a:lvl7pPr>
            <a:lvl8pPr marL="2160000" indent="0">
              <a:buNone/>
              <a:defRPr sz="1080" b="1"/>
            </a:lvl8pPr>
            <a:lvl9pPr marL="2468571" indent="0">
              <a:buNone/>
              <a:defRPr sz="1080" b="1"/>
            </a:lvl9pPr>
          </a:lstStyle>
          <a:p>
            <a:pPr lvl="0"/>
            <a:r>
              <a:rPr lang="zh-CN" altLang="en-US" smtClean="0"/>
              <a:t>单击此处编辑母版文本样式</a:t>
            </a:r>
          </a:p>
        </p:txBody>
      </p:sp>
      <p:sp>
        <p:nvSpPr>
          <p:cNvPr id="6" name="内容占位符 5"/>
          <p:cNvSpPr>
            <a:spLocks noGrp="1"/>
          </p:cNvSpPr>
          <p:nvPr>
            <p:ph sz="quarter" idx="4"/>
          </p:nvPr>
        </p:nvSpPr>
        <p:spPr>
          <a:xfrm>
            <a:off x="6193372" y="2174875"/>
            <a:ext cx="5389033"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779292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086183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76580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3"/>
            <a:ext cx="4011084" cy="1162051"/>
          </a:xfrm>
        </p:spPr>
        <p:txBody>
          <a:bodyPr anchor="b"/>
          <a:lstStyle>
            <a:lvl1pPr algn="l">
              <a:defRPr sz="135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6" y="273058"/>
            <a:ext cx="6815667" cy="5853113"/>
          </a:xfrm>
        </p:spPr>
        <p:txBody>
          <a:bodyPr/>
          <a:lstStyle>
            <a:lvl1pPr>
              <a:defRPr sz="2160"/>
            </a:lvl1pPr>
            <a:lvl2pPr>
              <a:defRPr sz="1890"/>
            </a:lvl2pPr>
            <a:lvl3pPr>
              <a:defRPr sz="162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3" y="1435104"/>
            <a:ext cx="4011084" cy="4691063"/>
          </a:xfrm>
        </p:spPr>
        <p:txBody>
          <a:bodyPr/>
          <a:lstStyle>
            <a:lvl1pPr marL="0" indent="0">
              <a:buNone/>
              <a:defRPr sz="945"/>
            </a:lvl1pPr>
            <a:lvl2pPr marL="308571" indent="0">
              <a:buNone/>
              <a:defRPr sz="810"/>
            </a:lvl2pPr>
            <a:lvl3pPr marL="617144" indent="0">
              <a:buNone/>
              <a:defRPr sz="675"/>
            </a:lvl3pPr>
            <a:lvl4pPr marL="925715" indent="0">
              <a:buNone/>
              <a:defRPr sz="608"/>
            </a:lvl4pPr>
            <a:lvl5pPr marL="1234286" indent="0">
              <a:buNone/>
              <a:defRPr sz="608"/>
            </a:lvl5pPr>
            <a:lvl6pPr marL="1542857" indent="0">
              <a:buNone/>
              <a:defRPr sz="608"/>
            </a:lvl6pPr>
            <a:lvl7pPr marL="1851429" indent="0">
              <a:buNone/>
              <a:defRPr sz="608"/>
            </a:lvl7pPr>
            <a:lvl8pPr marL="2160000" indent="0">
              <a:buNone/>
              <a:defRPr sz="608"/>
            </a:lvl8pPr>
            <a:lvl9pPr marL="2468571"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134025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2"/>
            <a:ext cx="7315200" cy="566739"/>
          </a:xfrm>
        </p:spPr>
        <p:txBody>
          <a:bodyPr anchor="b"/>
          <a:lstStyle>
            <a:lvl1pPr algn="l">
              <a:defRPr sz="135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160"/>
            </a:lvl1pPr>
            <a:lvl2pPr marL="308571" indent="0">
              <a:buNone/>
              <a:defRPr sz="1890"/>
            </a:lvl2pPr>
            <a:lvl3pPr marL="617144" indent="0">
              <a:buNone/>
              <a:defRPr sz="1620"/>
            </a:lvl3pPr>
            <a:lvl4pPr marL="925715" indent="0">
              <a:buNone/>
              <a:defRPr sz="1350"/>
            </a:lvl4pPr>
            <a:lvl5pPr marL="1234286" indent="0">
              <a:buNone/>
              <a:defRPr sz="1350"/>
            </a:lvl5pPr>
            <a:lvl6pPr marL="1542857" indent="0">
              <a:buNone/>
              <a:defRPr sz="1350"/>
            </a:lvl6pPr>
            <a:lvl7pPr marL="1851429" indent="0">
              <a:buNone/>
              <a:defRPr sz="1350"/>
            </a:lvl7pPr>
            <a:lvl8pPr marL="2160000" indent="0">
              <a:buNone/>
              <a:defRPr sz="1350"/>
            </a:lvl8pPr>
            <a:lvl9pPr marL="2468571" indent="0">
              <a:buNone/>
              <a:defRPr sz="1350"/>
            </a:lvl9pPr>
          </a:lstStyle>
          <a:p>
            <a:endParaRPr lang="zh-CN" altLang="en-US"/>
          </a:p>
        </p:txBody>
      </p:sp>
      <p:sp>
        <p:nvSpPr>
          <p:cNvPr id="4" name="文本占位符 3"/>
          <p:cNvSpPr>
            <a:spLocks noGrp="1"/>
          </p:cNvSpPr>
          <p:nvPr>
            <p:ph type="body" sz="half" idx="2"/>
          </p:nvPr>
        </p:nvSpPr>
        <p:spPr>
          <a:xfrm>
            <a:off x="2389717" y="5367340"/>
            <a:ext cx="7315200" cy="804863"/>
          </a:xfrm>
        </p:spPr>
        <p:txBody>
          <a:bodyPr/>
          <a:lstStyle>
            <a:lvl1pPr marL="0" indent="0">
              <a:buNone/>
              <a:defRPr sz="945"/>
            </a:lvl1pPr>
            <a:lvl2pPr marL="308571" indent="0">
              <a:buNone/>
              <a:defRPr sz="810"/>
            </a:lvl2pPr>
            <a:lvl3pPr marL="617144" indent="0">
              <a:buNone/>
              <a:defRPr sz="675"/>
            </a:lvl3pPr>
            <a:lvl4pPr marL="925715" indent="0">
              <a:buNone/>
              <a:defRPr sz="608"/>
            </a:lvl4pPr>
            <a:lvl5pPr marL="1234286" indent="0">
              <a:buNone/>
              <a:defRPr sz="608"/>
            </a:lvl5pPr>
            <a:lvl6pPr marL="1542857" indent="0">
              <a:buNone/>
              <a:defRPr sz="608"/>
            </a:lvl6pPr>
            <a:lvl7pPr marL="1851429" indent="0">
              <a:buNone/>
              <a:defRPr sz="608"/>
            </a:lvl7pPr>
            <a:lvl8pPr marL="2160000" indent="0">
              <a:buNone/>
              <a:defRPr sz="608"/>
            </a:lvl8pPr>
            <a:lvl9pPr marL="2468571"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980244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35712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5"/>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274645"/>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318974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32"/>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1" y="3886200"/>
            <a:ext cx="8534400" cy="1752600"/>
          </a:xfrm>
        </p:spPr>
        <p:txBody>
          <a:bodyPr/>
          <a:lstStyle>
            <a:lvl1pPr marL="0" indent="0" algn="ctr">
              <a:buNone/>
              <a:defRPr>
                <a:solidFill>
                  <a:schemeClr val="tx1">
                    <a:tint val="75000"/>
                  </a:schemeClr>
                </a:solidFill>
              </a:defRPr>
            </a:lvl1pPr>
            <a:lvl2pPr marL="308571" indent="0" algn="ctr">
              <a:buNone/>
              <a:defRPr>
                <a:solidFill>
                  <a:schemeClr val="tx1">
                    <a:tint val="75000"/>
                  </a:schemeClr>
                </a:solidFill>
              </a:defRPr>
            </a:lvl2pPr>
            <a:lvl3pPr marL="617144" indent="0" algn="ctr">
              <a:buNone/>
              <a:defRPr>
                <a:solidFill>
                  <a:schemeClr val="tx1">
                    <a:tint val="75000"/>
                  </a:schemeClr>
                </a:solidFill>
              </a:defRPr>
            </a:lvl3pPr>
            <a:lvl4pPr marL="925715" indent="0" algn="ctr">
              <a:buNone/>
              <a:defRPr>
                <a:solidFill>
                  <a:schemeClr val="tx1">
                    <a:tint val="75000"/>
                  </a:schemeClr>
                </a:solidFill>
              </a:defRPr>
            </a:lvl4pPr>
            <a:lvl5pPr marL="1234286" indent="0" algn="ctr">
              <a:buNone/>
              <a:defRPr>
                <a:solidFill>
                  <a:schemeClr val="tx1">
                    <a:tint val="75000"/>
                  </a:schemeClr>
                </a:solidFill>
              </a:defRPr>
            </a:lvl5pPr>
            <a:lvl6pPr marL="1542857" indent="0" algn="ctr">
              <a:buNone/>
              <a:defRPr>
                <a:solidFill>
                  <a:schemeClr val="tx1">
                    <a:tint val="75000"/>
                  </a:schemeClr>
                </a:solidFill>
              </a:defRPr>
            </a:lvl6pPr>
            <a:lvl7pPr marL="1851429" indent="0" algn="ctr">
              <a:buNone/>
              <a:defRPr>
                <a:solidFill>
                  <a:schemeClr val="tx1">
                    <a:tint val="75000"/>
                  </a:schemeClr>
                </a:solidFill>
              </a:defRPr>
            </a:lvl7pPr>
            <a:lvl8pPr marL="2160000" indent="0" algn="ctr">
              <a:buNone/>
              <a:defRPr>
                <a:solidFill>
                  <a:schemeClr val="tx1">
                    <a:tint val="75000"/>
                  </a:schemeClr>
                </a:solidFill>
              </a:defRPr>
            </a:lvl8pPr>
            <a:lvl9pPr marL="2468571"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514785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1" y="980728"/>
            <a:ext cx="10972800" cy="1143000"/>
          </a:xfrm>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矩形 5"/>
          <p:cNvSpPr/>
          <p:nvPr userDrawn="1"/>
        </p:nvSpPr>
        <p:spPr>
          <a:xfrm>
            <a:off x="1" y="0"/>
            <a:ext cx="12192000" cy="620688"/>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Tree>
    <p:extLst>
      <p:ext uri="{BB962C8B-B14F-4D97-AF65-F5344CB8AC3E}">
        <p14:creationId xmlns:p14="http://schemas.microsoft.com/office/powerpoint/2010/main" val="8619575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606735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3"/>
            <a:ext cx="10363200" cy="1362076"/>
          </a:xfrm>
        </p:spPr>
        <p:txBody>
          <a:bodyPr anchor="t"/>
          <a:lstStyle>
            <a:lvl1pPr algn="l">
              <a:defRPr sz="27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1350">
                <a:solidFill>
                  <a:schemeClr val="tx1">
                    <a:tint val="75000"/>
                  </a:schemeClr>
                </a:solidFill>
              </a:defRPr>
            </a:lvl1pPr>
            <a:lvl2pPr marL="308571" indent="0">
              <a:buNone/>
              <a:defRPr sz="1215">
                <a:solidFill>
                  <a:schemeClr val="tx1">
                    <a:tint val="75000"/>
                  </a:schemeClr>
                </a:solidFill>
              </a:defRPr>
            </a:lvl2pPr>
            <a:lvl3pPr marL="617144" indent="0">
              <a:buNone/>
              <a:defRPr sz="1080">
                <a:solidFill>
                  <a:schemeClr val="tx1">
                    <a:tint val="75000"/>
                  </a:schemeClr>
                </a:solidFill>
              </a:defRPr>
            </a:lvl3pPr>
            <a:lvl4pPr marL="925715" indent="0">
              <a:buNone/>
              <a:defRPr sz="945">
                <a:solidFill>
                  <a:schemeClr val="tx1">
                    <a:tint val="75000"/>
                  </a:schemeClr>
                </a:solidFill>
              </a:defRPr>
            </a:lvl4pPr>
            <a:lvl5pPr marL="1234286" indent="0">
              <a:buNone/>
              <a:defRPr sz="945">
                <a:solidFill>
                  <a:schemeClr val="tx1">
                    <a:tint val="75000"/>
                  </a:schemeClr>
                </a:solidFill>
              </a:defRPr>
            </a:lvl5pPr>
            <a:lvl6pPr marL="1542857" indent="0">
              <a:buNone/>
              <a:defRPr sz="945">
                <a:solidFill>
                  <a:schemeClr val="tx1">
                    <a:tint val="75000"/>
                  </a:schemeClr>
                </a:solidFill>
              </a:defRPr>
            </a:lvl6pPr>
            <a:lvl7pPr marL="1851429" indent="0">
              <a:buNone/>
              <a:defRPr sz="945">
                <a:solidFill>
                  <a:schemeClr val="tx1">
                    <a:tint val="75000"/>
                  </a:schemeClr>
                </a:solidFill>
              </a:defRPr>
            </a:lvl7pPr>
            <a:lvl8pPr marL="2160000" indent="0">
              <a:buNone/>
              <a:defRPr sz="945">
                <a:solidFill>
                  <a:schemeClr val="tx1">
                    <a:tint val="75000"/>
                  </a:schemeClr>
                </a:solidFill>
              </a:defRPr>
            </a:lvl8pPr>
            <a:lvl9pPr marL="2468571" indent="0">
              <a:buNone/>
              <a:defRPr sz="945">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002820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1" y="1600206"/>
            <a:ext cx="53848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6"/>
            <a:ext cx="53848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363220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5"/>
            <a:ext cx="5386917" cy="639763"/>
          </a:xfrm>
        </p:spPr>
        <p:txBody>
          <a:bodyPr anchor="b"/>
          <a:lstStyle>
            <a:lvl1pPr marL="0" indent="0">
              <a:buNone/>
              <a:defRPr sz="1620" b="1"/>
            </a:lvl1pPr>
            <a:lvl2pPr marL="308571" indent="0">
              <a:buNone/>
              <a:defRPr sz="1350" b="1"/>
            </a:lvl2pPr>
            <a:lvl3pPr marL="617144" indent="0">
              <a:buNone/>
              <a:defRPr sz="1215" b="1"/>
            </a:lvl3pPr>
            <a:lvl4pPr marL="925715" indent="0">
              <a:buNone/>
              <a:defRPr sz="1080" b="1"/>
            </a:lvl4pPr>
            <a:lvl5pPr marL="1234286" indent="0">
              <a:buNone/>
              <a:defRPr sz="1080" b="1"/>
            </a:lvl5pPr>
            <a:lvl6pPr marL="1542857" indent="0">
              <a:buNone/>
              <a:defRPr sz="1080" b="1"/>
            </a:lvl6pPr>
            <a:lvl7pPr marL="1851429" indent="0">
              <a:buNone/>
              <a:defRPr sz="1080" b="1"/>
            </a:lvl7pPr>
            <a:lvl8pPr marL="2160000" indent="0">
              <a:buNone/>
              <a:defRPr sz="1080" b="1"/>
            </a:lvl8pPr>
            <a:lvl9pPr marL="2468571" indent="0">
              <a:buNone/>
              <a:defRPr sz="108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72" y="1535115"/>
            <a:ext cx="5389033" cy="639763"/>
          </a:xfrm>
        </p:spPr>
        <p:txBody>
          <a:bodyPr anchor="b"/>
          <a:lstStyle>
            <a:lvl1pPr marL="0" indent="0">
              <a:buNone/>
              <a:defRPr sz="1620" b="1"/>
            </a:lvl1pPr>
            <a:lvl2pPr marL="308571" indent="0">
              <a:buNone/>
              <a:defRPr sz="1350" b="1"/>
            </a:lvl2pPr>
            <a:lvl3pPr marL="617144" indent="0">
              <a:buNone/>
              <a:defRPr sz="1215" b="1"/>
            </a:lvl3pPr>
            <a:lvl4pPr marL="925715" indent="0">
              <a:buNone/>
              <a:defRPr sz="1080" b="1"/>
            </a:lvl4pPr>
            <a:lvl5pPr marL="1234286" indent="0">
              <a:buNone/>
              <a:defRPr sz="1080" b="1"/>
            </a:lvl5pPr>
            <a:lvl6pPr marL="1542857" indent="0">
              <a:buNone/>
              <a:defRPr sz="1080" b="1"/>
            </a:lvl6pPr>
            <a:lvl7pPr marL="1851429" indent="0">
              <a:buNone/>
              <a:defRPr sz="1080" b="1"/>
            </a:lvl7pPr>
            <a:lvl8pPr marL="2160000" indent="0">
              <a:buNone/>
              <a:defRPr sz="1080" b="1"/>
            </a:lvl8pPr>
            <a:lvl9pPr marL="2468571" indent="0">
              <a:buNone/>
              <a:defRPr sz="1080" b="1"/>
            </a:lvl9pPr>
          </a:lstStyle>
          <a:p>
            <a:pPr lvl="0"/>
            <a:r>
              <a:rPr lang="zh-CN" altLang="en-US" smtClean="0"/>
              <a:t>单击此处编辑母版文本样式</a:t>
            </a:r>
          </a:p>
        </p:txBody>
      </p:sp>
      <p:sp>
        <p:nvSpPr>
          <p:cNvPr id="6" name="内容占位符 5"/>
          <p:cNvSpPr>
            <a:spLocks noGrp="1"/>
          </p:cNvSpPr>
          <p:nvPr>
            <p:ph sz="quarter" idx="4"/>
          </p:nvPr>
        </p:nvSpPr>
        <p:spPr>
          <a:xfrm>
            <a:off x="6193372" y="2174875"/>
            <a:ext cx="5389033"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041202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85216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5" name="矩形 4"/>
          <p:cNvSpPr/>
          <p:nvPr userDrawn="1"/>
        </p:nvSpPr>
        <p:spPr>
          <a:xfrm>
            <a:off x="5262" y="-51325"/>
            <a:ext cx="12186739" cy="706828"/>
          </a:xfrm>
          <a:prstGeom prst="rect">
            <a:avLst/>
          </a:prstGeom>
          <a:solidFill>
            <a:srgbClr val="9B743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6" name="椭圆 5"/>
          <p:cNvSpPr/>
          <p:nvPr userDrawn="1"/>
        </p:nvSpPr>
        <p:spPr>
          <a:xfrm>
            <a:off x="1193136" y="585521"/>
            <a:ext cx="624069" cy="468000"/>
          </a:xfrm>
          <a:prstGeom prst="ellipse">
            <a:avLst/>
          </a:prstGeom>
          <a:solidFill>
            <a:srgbClr val="D1B48C"/>
          </a:solidFill>
          <a:ln>
            <a:solidFill>
              <a:schemeClr val="bg1"/>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7" name="椭圆 6"/>
          <p:cNvSpPr/>
          <p:nvPr userDrawn="1"/>
        </p:nvSpPr>
        <p:spPr>
          <a:xfrm>
            <a:off x="5261" y="26340"/>
            <a:ext cx="1440000" cy="1080000"/>
          </a:xfrm>
          <a:prstGeom prst="ellipse">
            <a:avLst/>
          </a:prstGeom>
          <a:blipFill dpi="0" rotWithShape="1">
            <a:blip r:embed="rId2"/>
            <a:srcRect/>
            <a:tile tx="-177800" ty="-158750" sx="100000" sy="100000" flip="none" algn="tl"/>
          </a:blipFill>
          <a:ln>
            <a:solidFill>
              <a:schemeClr val="bg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Tree>
    <p:extLst>
      <p:ext uri="{BB962C8B-B14F-4D97-AF65-F5344CB8AC3E}">
        <p14:creationId xmlns:p14="http://schemas.microsoft.com/office/powerpoint/2010/main" val="2359094292"/>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3"/>
            <a:ext cx="4011084" cy="1162051"/>
          </a:xfrm>
        </p:spPr>
        <p:txBody>
          <a:bodyPr anchor="b"/>
          <a:lstStyle>
            <a:lvl1pPr algn="l">
              <a:defRPr sz="135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6" y="273058"/>
            <a:ext cx="6815667" cy="5853113"/>
          </a:xfrm>
        </p:spPr>
        <p:txBody>
          <a:bodyPr/>
          <a:lstStyle>
            <a:lvl1pPr>
              <a:defRPr sz="2160"/>
            </a:lvl1pPr>
            <a:lvl2pPr>
              <a:defRPr sz="1890"/>
            </a:lvl2pPr>
            <a:lvl3pPr>
              <a:defRPr sz="162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3" y="1435104"/>
            <a:ext cx="4011084" cy="4691063"/>
          </a:xfrm>
        </p:spPr>
        <p:txBody>
          <a:bodyPr/>
          <a:lstStyle>
            <a:lvl1pPr marL="0" indent="0">
              <a:buNone/>
              <a:defRPr sz="945"/>
            </a:lvl1pPr>
            <a:lvl2pPr marL="308571" indent="0">
              <a:buNone/>
              <a:defRPr sz="810"/>
            </a:lvl2pPr>
            <a:lvl3pPr marL="617144" indent="0">
              <a:buNone/>
              <a:defRPr sz="675"/>
            </a:lvl3pPr>
            <a:lvl4pPr marL="925715" indent="0">
              <a:buNone/>
              <a:defRPr sz="608"/>
            </a:lvl4pPr>
            <a:lvl5pPr marL="1234286" indent="0">
              <a:buNone/>
              <a:defRPr sz="608"/>
            </a:lvl5pPr>
            <a:lvl6pPr marL="1542857" indent="0">
              <a:buNone/>
              <a:defRPr sz="608"/>
            </a:lvl6pPr>
            <a:lvl7pPr marL="1851429" indent="0">
              <a:buNone/>
              <a:defRPr sz="608"/>
            </a:lvl7pPr>
            <a:lvl8pPr marL="2160000" indent="0">
              <a:buNone/>
              <a:defRPr sz="608"/>
            </a:lvl8pPr>
            <a:lvl9pPr marL="2468571"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33078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2"/>
            <a:ext cx="7315200" cy="566739"/>
          </a:xfrm>
        </p:spPr>
        <p:txBody>
          <a:bodyPr anchor="b"/>
          <a:lstStyle>
            <a:lvl1pPr algn="l">
              <a:defRPr sz="135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160"/>
            </a:lvl1pPr>
            <a:lvl2pPr marL="308571" indent="0">
              <a:buNone/>
              <a:defRPr sz="1890"/>
            </a:lvl2pPr>
            <a:lvl3pPr marL="617144" indent="0">
              <a:buNone/>
              <a:defRPr sz="1620"/>
            </a:lvl3pPr>
            <a:lvl4pPr marL="925715" indent="0">
              <a:buNone/>
              <a:defRPr sz="1350"/>
            </a:lvl4pPr>
            <a:lvl5pPr marL="1234286" indent="0">
              <a:buNone/>
              <a:defRPr sz="1350"/>
            </a:lvl5pPr>
            <a:lvl6pPr marL="1542857" indent="0">
              <a:buNone/>
              <a:defRPr sz="1350"/>
            </a:lvl6pPr>
            <a:lvl7pPr marL="1851429" indent="0">
              <a:buNone/>
              <a:defRPr sz="1350"/>
            </a:lvl7pPr>
            <a:lvl8pPr marL="2160000" indent="0">
              <a:buNone/>
              <a:defRPr sz="1350"/>
            </a:lvl8pPr>
            <a:lvl9pPr marL="2468571" indent="0">
              <a:buNone/>
              <a:defRPr sz="1350"/>
            </a:lvl9pPr>
          </a:lstStyle>
          <a:p>
            <a:endParaRPr lang="zh-CN" altLang="en-US"/>
          </a:p>
        </p:txBody>
      </p:sp>
      <p:sp>
        <p:nvSpPr>
          <p:cNvPr id="4" name="文本占位符 3"/>
          <p:cNvSpPr>
            <a:spLocks noGrp="1"/>
          </p:cNvSpPr>
          <p:nvPr>
            <p:ph type="body" sz="half" idx="2"/>
          </p:nvPr>
        </p:nvSpPr>
        <p:spPr>
          <a:xfrm>
            <a:off x="2389717" y="5367340"/>
            <a:ext cx="7315200" cy="804863"/>
          </a:xfrm>
        </p:spPr>
        <p:txBody>
          <a:bodyPr/>
          <a:lstStyle>
            <a:lvl1pPr marL="0" indent="0">
              <a:buNone/>
              <a:defRPr sz="945"/>
            </a:lvl1pPr>
            <a:lvl2pPr marL="308571" indent="0">
              <a:buNone/>
              <a:defRPr sz="810"/>
            </a:lvl2pPr>
            <a:lvl3pPr marL="617144" indent="0">
              <a:buNone/>
              <a:defRPr sz="675"/>
            </a:lvl3pPr>
            <a:lvl4pPr marL="925715" indent="0">
              <a:buNone/>
              <a:defRPr sz="608"/>
            </a:lvl4pPr>
            <a:lvl5pPr marL="1234286" indent="0">
              <a:buNone/>
              <a:defRPr sz="608"/>
            </a:lvl5pPr>
            <a:lvl6pPr marL="1542857" indent="0">
              <a:buNone/>
              <a:defRPr sz="608"/>
            </a:lvl6pPr>
            <a:lvl7pPr marL="1851429" indent="0">
              <a:buNone/>
              <a:defRPr sz="608"/>
            </a:lvl7pPr>
            <a:lvl8pPr marL="2160000" indent="0">
              <a:buNone/>
              <a:defRPr sz="608"/>
            </a:lvl8pPr>
            <a:lvl9pPr marL="2468571"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254399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680461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5"/>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274645"/>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44259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ea typeface="微软雅黑" panose="020B0503020204020204" pitchFamily="34" charset="-122"/>
              </a:defRPr>
            </a:lvl1pPr>
          </a:lstStyle>
          <a:p>
            <a:fld id="{51B030C5-A17F-4D3A-92C7-F51E7974F79F}" type="datetimeFigureOut">
              <a:rPr lang="zh-CN" altLang="en-US" smtClean="0"/>
              <a:pPr/>
              <a:t>2014/3/12</a:t>
            </a:fld>
            <a:endParaRPr lang="zh-CN" altLang="en-US" dirty="0"/>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ea typeface="微软雅黑" panose="020B0503020204020204" pitchFamily="34" charset="-122"/>
              </a:defRPr>
            </a:lvl1pPr>
          </a:lstStyle>
          <a:p>
            <a:fld id="{4C71A980-831D-42B5-A76F-3C5CA5971772}"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b="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j-ea"/>
          <a:ea typeface="+mj-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j-ea"/>
          <a:ea typeface="+mj-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j-ea"/>
          <a:ea typeface="+mj-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j-ea"/>
          <a:ea typeface="+mj-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j-ea"/>
          <a:ea typeface="+mj-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1" y="274639"/>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1" y="1600206"/>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1" y="6356358"/>
            <a:ext cx="2844800" cy="365125"/>
          </a:xfrm>
          <a:prstGeom prst="rect">
            <a:avLst/>
          </a:prstGeom>
        </p:spPr>
        <p:txBody>
          <a:bodyPr vert="horz" lIns="91440" tIns="45720" rIns="91440" bIns="45720" rtlCol="0" anchor="ctr"/>
          <a:lstStyle>
            <a:lvl1pPr algn="l">
              <a:defRPr sz="810">
                <a:solidFill>
                  <a:schemeClr val="tx1">
                    <a:tint val="75000"/>
                  </a:schemeClr>
                </a:solidFill>
              </a:defRPr>
            </a:lvl1pPr>
          </a:lstStyle>
          <a:p>
            <a:fld id="{F8D27441-63DE-4ADF-BAF3-45B112D3498E}"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1" y="6356358"/>
            <a:ext cx="3860800" cy="365125"/>
          </a:xfrm>
          <a:prstGeom prst="rect">
            <a:avLst/>
          </a:prstGeom>
        </p:spPr>
        <p:txBody>
          <a:bodyPr vert="horz" lIns="91440" tIns="45720" rIns="91440" bIns="45720" rtlCol="0" anchor="ctr"/>
          <a:lstStyle>
            <a:lvl1pPr algn="ctr">
              <a:defRPr sz="81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1" y="6356358"/>
            <a:ext cx="2844800" cy="365125"/>
          </a:xfrm>
          <a:prstGeom prst="rect">
            <a:avLst/>
          </a:prstGeom>
        </p:spPr>
        <p:txBody>
          <a:bodyPr vert="horz" lIns="91440" tIns="45720" rIns="91440" bIns="45720" rtlCol="0" anchor="ctr"/>
          <a:lstStyle>
            <a:lvl1pPr algn="r">
              <a:defRPr sz="810">
                <a:solidFill>
                  <a:schemeClr val="tx1">
                    <a:tint val="75000"/>
                  </a:schemeClr>
                </a:solidFill>
              </a:defRPr>
            </a:lvl1p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2890651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617144" rtl="0" eaLnBrk="1" latinLnBrk="0" hangingPunct="1">
        <a:spcBef>
          <a:spcPct val="0"/>
        </a:spcBef>
        <a:buNone/>
        <a:defRPr sz="2970" kern="1200">
          <a:solidFill>
            <a:schemeClr val="tx1"/>
          </a:solidFill>
          <a:latin typeface="+mj-lt"/>
          <a:ea typeface="+mj-ea"/>
          <a:cs typeface="+mj-cs"/>
        </a:defRPr>
      </a:lvl1pPr>
    </p:titleStyle>
    <p:bodyStyle>
      <a:lvl1pPr marL="231428" indent="-231428" algn="l" defTabSz="617144" rtl="0" eaLnBrk="1" latinLnBrk="0" hangingPunct="1">
        <a:spcBef>
          <a:spcPct val="20000"/>
        </a:spcBef>
        <a:buFont typeface="Arial" pitchFamily="34" charset="0"/>
        <a:buChar char="•"/>
        <a:defRPr sz="2160" kern="1200">
          <a:solidFill>
            <a:schemeClr val="tx1"/>
          </a:solidFill>
          <a:latin typeface="+mn-lt"/>
          <a:ea typeface="+mn-ea"/>
          <a:cs typeface="+mn-cs"/>
        </a:defRPr>
      </a:lvl1pPr>
      <a:lvl2pPr marL="501430" indent="-192858" algn="l" defTabSz="617144" rtl="0" eaLnBrk="1" latinLnBrk="0" hangingPunct="1">
        <a:spcBef>
          <a:spcPct val="20000"/>
        </a:spcBef>
        <a:buFont typeface="Arial" pitchFamily="34" charset="0"/>
        <a:buChar char="–"/>
        <a:defRPr sz="1890" kern="1200">
          <a:solidFill>
            <a:schemeClr val="tx1"/>
          </a:solidFill>
          <a:latin typeface="+mn-lt"/>
          <a:ea typeface="+mn-ea"/>
          <a:cs typeface="+mn-cs"/>
        </a:defRPr>
      </a:lvl2pPr>
      <a:lvl3pPr marL="771429" indent="-154286" algn="l" defTabSz="617144" rtl="0" eaLnBrk="1" latinLnBrk="0" hangingPunct="1">
        <a:spcBef>
          <a:spcPct val="20000"/>
        </a:spcBef>
        <a:buFont typeface="Arial" pitchFamily="34" charset="0"/>
        <a:buChar char="•"/>
        <a:defRPr sz="1620" kern="1200">
          <a:solidFill>
            <a:schemeClr val="tx1"/>
          </a:solidFill>
          <a:latin typeface="+mn-lt"/>
          <a:ea typeface="+mn-ea"/>
          <a:cs typeface="+mn-cs"/>
        </a:defRPr>
      </a:lvl3pPr>
      <a:lvl4pPr marL="1080000"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4pPr>
      <a:lvl5pPr marL="1388571"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5pPr>
      <a:lvl6pPr marL="1697144"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6pPr>
      <a:lvl7pPr marL="2005715"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7pPr>
      <a:lvl8pPr marL="2314286"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22857"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9pPr>
    </p:bodyStyle>
    <p:otherStyle>
      <a:defPPr>
        <a:defRPr lang="zh-CN"/>
      </a:defPPr>
      <a:lvl1pPr marL="0" algn="l" defTabSz="617144" rtl="0" eaLnBrk="1" latinLnBrk="0" hangingPunct="1">
        <a:defRPr sz="1215" kern="1200">
          <a:solidFill>
            <a:schemeClr val="tx1"/>
          </a:solidFill>
          <a:latin typeface="+mn-lt"/>
          <a:ea typeface="+mn-ea"/>
          <a:cs typeface="+mn-cs"/>
        </a:defRPr>
      </a:lvl1pPr>
      <a:lvl2pPr marL="308571" algn="l" defTabSz="617144" rtl="0" eaLnBrk="1" latinLnBrk="0" hangingPunct="1">
        <a:defRPr sz="1215" kern="1200">
          <a:solidFill>
            <a:schemeClr val="tx1"/>
          </a:solidFill>
          <a:latin typeface="+mn-lt"/>
          <a:ea typeface="+mn-ea"/>
          <a:cs typeface="+mn-cs"/>
        </a:defRPr>
      </a:lvl2pPr>
      <a:lvl3pPr marL="617144" algn="l" defTabSz="617144" rtl="0" eaLnBrk="1" latinLnBrk="0" hangingPunct="1">
        <a:defRPr sz="1215" kern="1200">
          <a:solidFill>
            <a:schemeClr val="tx1"/>
          </a:solidFill>
          <a:latin typeface="+mn-lt"/>
          <a:ea typeface="+mn-ea"/>
          <a:cs typeface="+mn-cs"/>
        </a:defRPr>
      </a:lvl3pPr>
      <a:lvl4pPr marL="925715" algn="l" defTabSz="617144" rtl="0" eaLnBrk="1" latinLnBrk="0" hangingPunct="1">
        <a:defRPr sz="1215" kern="1200">
          <a:solidFill>
            <a:schemeClr val="tx1"/>
          </a:solidFill>
          <a:latin typeface="+mn-lt"/>
          <a:ea typeface="+mn-ea"/>
          <a:cs typeface="+mn-cs"/>
        </a:defRPr>
      </a:lvl4pPr>
      <a:lvl5pPr marL="1234286" algn="l" defTabSz="617144" rtl="0" eaLnBrk="1" latinLnBrk="0" hangingPunct="1">
        <a:defRPr sz="1215" kern="1200">
          <a:solidFill>
            <a:schemeClr val="tx1"/>
          </a:solidFill>
          <a:latin typeface="+mn-lt"/>
          <a:ea typeface="+mn-ea"/>
          <a:cs typeface="+mn-cs"/>
        </a:defRPr>
      </a:lvl5pPr>
      <a:lvl6pPr marL="1542857" algn="l" defTabSz="617144" rtl="0" eaLnBrk="1" latinLnBrk="0" hangingPunct="1">
        <a:defRPr sz="1215" kern="1200">
          <a:solidFill>
            <a:schemeClr val="tx1"/>
          </a:solidFill>
          <a:latin typeface="+mn-lt"/>
          <a:ea typeface="+mn-ea"/>
          <a:cs typeface="+mn-cs"/>
        </a:defRPr>
      </a:lvl6pPr>
      <a:lvl7pPr marL="1851429" algn="l" defTabSz="617144" rtl="0" eaLnBrk="1" latinLnBrk="0" hangingPunct="1">
        <a:defRPr sz="1215" kern="1200">
          <a:solidFill>
            <a:schemeClr val="tx1"/>
          </a:solidFill>
          <a:latin typeface="+mn-lt"/>
          <a:ea typeface="+mn-ea"/>
          <a:cs typeface="+mn-cs"/>
        </a:defRPr>
      </a:lvl7pPr>
      <a:lvl8pPr marL="2160000" algn="l" defTabSz="617144" rtl="0" eaLnBrk="1" latinLnBrk="0" hangingPunct="1">
        <a:defRPr sz="1215" kern="1200">
          <a:solidFill>
            <a:schemeClr val="tx1"/>
          </a:solidFill>
          <a:latin typeface="+mn-lt"/>
          <a:ea typeface="+mn-ea"/>
          <a:cs typeface="+mn-cs"/>
        </a:defRPr>
      </a:lvl8pPr>
      <a:lvl9pPr marL="2468571" algn="l" defTabSz="617144"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1" y="274639"/>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1" y="1600206"/>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1" y="6356358"/>
            <a:ext cx="2844800" cy="365125"/>
          </a:xfrm>
          <a:prstGeom prst="rect">
            <a:avLst/>
          </a:prstGeom>
        </p:spPr>
        <p:txBody>
          <a:bodyPr vert="horz" lIns="91440" tIns="45720" rIns="91440" bIns="45720" rtlCol="0" anchor="ctr"/>
          <a:lstStyle>
            <a:lvl1pPr algn="l">
              <a:defRPr sz="810">
                <a:solidFill>
                  <a:schemeClr val="tx1">
                    <a:tint val="75000"/>
                  </a:schemeClr>
                </a:solidFill>
              </a:defRPr>
            </a:lvl1pPr>
          </a:lstStyle>
          <a:p>
            <a:fld id="{59F66714-2674-4B81-913D-D82F31896798}" type="datetimeFigureOut">
              <a:rPr lang="zh-CN" altLang="en-US" smtClean="0">
                <a:solidFill>
                  <a:prstClr val="black">
                    <a:tint val="75000"/>
                  </a:prstClr>
                </a:solidFill>
              </a:rPr>
              <a:pPr/>
              <a:t>2014/3/12</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1" y="6356358"/>
            <a:ext cx="3860800" cy="365125"/>
          </a:xfrm>
          <a:prstGeom prst="rect">
            <a:avLst/>
          </a:prstGeom>
        </p:spPr>
        <p:txBody>
          <a:bodyPr vert="horz" lIns="91440" tIns="45720" rIns="91440" bIns="45720" rtlCol="0" anchor="ctr"/>
          <a:lstStyle>
            <a:lvl1pPr algn="ctr">
              <a:defRPr sz="81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1" y="6356358"/>
            <a:ext cx="2844800" cy="365125"/>
          </a:xfrm>
          <a:prstGeom prst="rect">
            <a:avLst/>
          </a:prstGeom>
        </p:spPr>
        <p:txBody>
          <a:bodyPr vert="horz" lIns="91440" tIns="45720" rIns="91440" bIns="45720" rtlCol="0" anchor="ctr"/>
          <a:lstStyle>
            <a:lvl1pPr algn="r">
              <a:defRPr sz="810">
                <a:solidFill>
                  <a:schemeClr val="tx1">
                    <a:tint val="75000"/>
                  </a:schemeClr>
                </a:solidFill>
              </a:defRPr>
            </a:lvl1p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174924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617144" rtl="0" eaLnBrk="1" latinLnBrk="0" hangingPunct="1">
        <a:spcBef>
          <a:spcPct val="0"/>
        </a:spcBef>
        <a:buNone/>
        <a:defRPr sz="2970" kern="1200">
          <a:solidFill>
            <a:schemeClr val="tx1"/>
          </a:solidFill>
          <a:latin typeface="+mj-lt"/>
          <a:ea typeface="+mj-ea"/>
          <a:cs typeface="+mj-cs"/>
        </a:defRPr>
      </a:lvl1pPr>
    </p:titleStyle>
    <p:bodyStyle>
      <a:lvl1pPr marL="231428" indent="-231428" algn="l" defTabSz="617144" rtl="0" eaLnBrk="1" latinLnBrk="0" hangingPunct="1">
        <a:spcBef>
          <a:spcPct val="20000"/>
        </a:spcBef>
        <a:buFont typeface="Arial" pitchFamily="34" charset="0"/>
        <a:buChar char="•"/>
        <a:defRPr sz="2160" kern="1200">
          <a:solidFill>
            <a:schemeClr val="tx1"/>
          </a:solidFill>
          <a:latin typeface="+mn-lt"/>
          <a:ea typeface="+mn-ea"/>
          <a:cs typeface="+mn-cs"/>
        </a:defRPr>
      </a:lvl1pPr>
      <a:lvl2pPr marL="501430" indent="-192858" algn="l" defTabSz="617144" rtl="0" eaLnBrk="1" latinLnBrk="0" hangingPunct="1">
        <a:spcBef>
          <a:spcPct val="20000"/>
        </a:spcBef>
        <a:buFont typeface="Arial" pitchFamily="34" charset="0"/>
        <a:buChar char="–"/>
        <a:defRPr sz="1890" kern="1200">
          <a:solidFill>
            <a:schemeClr val="tx1"/>
          </a:solidFill>
          <a:latin typeface="+mn-lt"/>
          <a:ea typeface="+mn-ea"/>
          <a:cs typeface="+mn-cs"/>
        </a:defRPr>
      </a:lvl2pPr>
      <a:lvl3pPr marL="771429" indent="-154286" algn="l" defTabSz="617144" rtl="0" eaLnBrk="1" latinLnBrk="0" hangingPunct="1">
        <a:spcBef>
          <a:spcPct val="20000"/>
        </a:spcBef>
        <a:buFont typeface="Arial" pitchFamily="34" charset="0"/>
        <a:buChar char="•"/>
        <a:defRPr sz="1620" kern="1200">
          <a:solidFill>
            <a:schemeClr val="tx1"/>
          </a:solidFill>
          <a:latin typeface="+mn-lt"/>
          <a:ea typeface="+mn-ea"/>
          <a:cs typeface="+mn-cs"/>
        </a:defRPr>
      </a:lvl3pPr>
      <a:lvl4pPr marL="1080000"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4pPr>
      <a:lvl5pPr marL="1388571"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5pPr>
      <a:lvl6pPr marL="1697144"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6pPr>
      <a:lvl7pPr marL="2005715"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7pPr>
      <a:lvl8pPr marL="2314286"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22857"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9pPr>
    </p:bodyStyle>
    <p:otherStyle>
      <a:defPPr>
        <a:defRPr lang="zh-CN"/>
      </a:defPPr>
      <a:lvl1pPr marL="0" algn="l" defTabSz="617144" rtl="0" eaLnBrk="1" latinLnBrk="0" hangingPunct="1">
        <a:defRPr sz="1215" kern="1200">
          <a:solidFill>
            <a:schemeClr val="tx1"/>
          </a:solidFill>
          <a:latin typeface="+mn-lt"/>
          <a:ea typeface="+mn-ea"/>
          <a:cs typeface="+mn-cs"/>
        </a:defRPr>
      </a:lvl1pPr>
      <a:lvl2pPr marL="308571" algn="l" defTabSz="617144" rtl="0" eaLnBrk="1" latinLnBrk="0" hangingPunct="1">
        <a:defRPr sz="1215" kern="1200">
          <a:solidFill>
            <a:schemeClr val="tx1"/>
          </a:solidFill>
          <a:latin typeface="+mn-lt"/>
          <a:ea typeface="+mn-ea"/>
          <a:cs typeface="+mn-cs"/>
        </a:defRPr>
      </a:lvl2pPr>
      <a:lvl3pPr marL="617144" algn="l" defTabSz="617144" rtl="0" eaLnBrk="1" latinLnBrk="0" hangingPunct="1">
        <a:defRPr sz="1215" kern="1200">
          <a:solidFill>
            <a:schemeClr val="tx1"/>
          </a:solidFill>
          <a:latin typeface="+mn-lt"/>
          <a:ea typeface="+mn-ea"/>
          <a:cs typeface="+mn-cs"/>
        </a:defRPr>
      </a:lvl3pPr>
      <a:lvl4pPr marL="925715" algn="l" defTabSz="617144" rtl="0" eaLnBrk="1" latinLnBrk="0" hangingPunct="1">
        <a:defRPr sz="1215" kern="1200">
          <a:solidFill>
            <a:schemeClr val="tx1"/>
          </a:solidFill>
          <a:latin typeface="+mn-lt"/>
          <a:ea typeface="+mn-ea"/>
          <a:cs typeface="+mn-cs"/>
        </a:defRPr>
      </a:lvl4pPr>
      <a:lvl5pPr marL="1234286" algn="l" defTabSz="617144" rtl="0" eaLnBrk="1" latinLnBrk="0" hangingPunct="1">
        <a:defRPr sz="1215" kern="1200">
          <a:solidFill>
            <a:schemeClr val="tx1"/>
          </a:solidFill>
          <a:latin typeface="+mn-lt"/>
          <a:ea typeface="+mn-ea"/>
          <a:cs typeface="+mn-cs"/>
        </a:defRPr>
      </a:lvl5pPr>
      <a:lvl6pPr marL="1542857" algn="l" defTabSz="617144" rtl="0" eaLnBrk="1" latinLnBrk="0" hangingPunct="1">
        <a:defRPr sz="1215" kern="1200">
          <a:solidFill>
            <a:schemeClr val="tx1"/>
          </a:solidFill>
          <a:latin typeface="+mn-lt"/>
          <a:ea typeface="+mn-ea"/>
          <a:cs typeface="+mn-cs"/>
        </a:defRPr>
      </a:lvl6pPr>
      <a:lvl7pPr marL="1851429" algn="l" defTabSz="617144" rtl="0" eaLnBrk="1" latinLnBrk="0" hangingPunct="1">
        <a:defRPr sz="1215" kern="1200">
          <a:solidFill>
            <a:schemeClr val="tx1"/>
          </a:solidFill>
          <a:latin typeface="+mn-lt"/>
          <a:ea typeface="+mn-ea"/>
          <a:cs typeface="+mn-cs"/>
        </a:defRPr>
      </a:lvl7pPr>
      <a:lvl8pPr marL="2160000" algn="l" defTabSz="617144" rtl="0" eaLnBrk="1" latinLnBrk="0" hangingPunct="1">
        <a:defRPr sz="1215" kern="1200">
          <a:solidFill>
            <a:schemeClr val="tx1"/>
          </a:solidFill>
          <a:latin typeface="+mn-lt"/>
          <a:ea typeface="+mn-ea"/>
          <a:cs typeface="+mn-cs"/>
        </a:defRPr>
      </a:lvl8pPr>
      <a:lvl9pPr marL="2468571" algn="l" defTabSz="617144"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任意多边形 3"/>
          <p:cNvSpPr/>
          <p:nvPr/>
        </p:nvSpPr>
        <p:spPr>
          <a:xfrm>
            <a:off x="839416" y="980729"/>
            <a:ext cx="10009112" cy="5112567"/>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112567">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2952328" y="4536503"/>
                </a:lnTo>
                <a:lnTo>
                  <a:pt x="2592288" y="5112567"/>
                </a:lnTo>
                <a:lnTo>
                  <a:pt x="2304256" y="4608512"/>
                </a:lnTo>
                <a:lnTo>
                  <a:pt x="0" y="4536504"/>
                </a:lnTo>
                <a:lnTo>
                  <a:pt x="0" y="3780420"/>
                </a:lnTo>
                <a:lnTo>
                  <a:pt x="0" y="2646294"/>
                </a:lnTo>
                <a:lnTo>
                  <a:pt x="0" y="2646294"/>
                </a:lnTo>
                <a:lnTo>
                  <a:pt x="0" y="0"/>
                </a:lnTo>
                <a:close/>
              </a:path>
            </a:pathLst>
          </a:custGeom>
          <a:noFill/>
          <a:ln w="190500" cmpd="thickThin">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5" name="剪去单角的矩形 4"/>
          <p:cNvSpPr/>
          <p:nvPr/>
        </p:nvSpPr>
        <p:spPr>
          <a:xfrm>
            <a:off x="7104112" y="1340768"/>
            <a:ext cx="3168352" cy="1224136"/>
          </a:xfrm>
          <a:prstGeom prst="snip1Rect">
            <a:avLst>
              <a:gd name="adj" fmla="val 38353"/>
            </a:avLst>
          </a:prstGeom>
          <a:solidFill>
            <a:schemeClr val="tx1">
              <a:lumMod val="50000"/>
              <a:lumOff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2400" dirty="0" smtClean="0">
                <a:solidFill>
                  <a:schemeClr val="bg1"/>
                </a:solidFill>
              </a:rPr>
              <a:t>《</a:t>
            </a:r>
            <a:r>
              <a:rPr lang="zh-CN" altLang="en-US" sz="2400" dirty="0" smtClean="0">
                <a:solidFill>
                  <a:schemeClr val="bg1"/>
                </a:solidFill>
              </a:rPr>
              <a:t>不要等到毕业以后</a:t>
            </a:r>
            <a:r>
              <a:rPr lang="en-US" altLang="zh-CN" sz="2400" dirty="0" smtClean="0">
                <a:solidFill>
                  <a:schemeClr val="bg1"/>
                </a:solidFill>
              </a:rPr>
              <a:t>》</a:t>
            </a:r>
          </a:p>
          <a:p>
            <a:pPr algn="r"/>
            <a:r>
              <a:rPr lang="en-US" altLang="zh-CN" sz="2400" dirty="0" smtClean="0">
                <a:solidFill>
                  <a:schemeClr val="bg1"/>
                </a:solidFill>
              </a:rPr>
              <a:t>----</a:t>
            </a:r>
            <a:r>
              <a:rPr lang="zh-CN" altLang="en-US" sz="2400" dirty="0" smtClean="0">
                <a:solidFill>
                  <a:schemeClr val="bg1"/>
                </a:solidFill>
              </a:rPr>
              <a:t>读后感 </a:t>
            </a:r>
            <a:r>
              <a:rPr lang="en-US" altLang="zh-CN" sz="2800" dirty="0" smtClean="0">
                <a:solidFill>
                  <a:schemeClr val="bg1"/>
                </a:solidFill>
              </a:rPr>
              <a:t>01</a:t>
            </a:r>
            <a:endParaRPr lang="zh-CN" altLang="en-US" sz="2400" dirty="0">
              <a:solidFill>
                <a:schemeClr val="bg1"/>
              </a:solidFill>
            </a:endParaRPr>
          </a:p>
        </p:txBody>
      </p:sp>
      <p:sp>
        <p:nvSpPr>
          <p:cNvPr id="6" name="TextBox 5"/>
          <p:cNvSpPr txBox="1"/>
          <p:nvPr/>
        </p:nvSpPr>
        <p:spPr>
          <a:xfrm>
            <a:off x="3575720" y="3147355"/>
            <a:ext cx="7056784" cy="923330"/>
          </a:xfrm>
          <a:prstGeom prst="rect">
            <a:avLst/>
          </a:prstGeom>
          <a:noFill/>
        </p:spPr>
        <p:txBody>
          <a:bodyPr wrap="square" rtlCol="0">
            <a:spAutoFit/>
          </a:bodyPr>
          <a:lstStyle/>
          <a:p>
            <a:r>
              <a:rPr lang="zh-CN" altLang="en-US" sz="5400" b="1" dirty="0" smtClean="0">
                <a:solidFill>
                  <a:schemeClr val="bg1"/>
                </a:solidFill>
                <a:latin typeface="+mj-ea"/>
                <a:ea typeface="+mj-ea"/>
              </a:rPr>
              <a:t>不要等到</a:t>
            </a:r>
            <a:r>
              <a:rPr lang="zh-CN" altLang="en-US" sz="5400" b="1" dirty="0" smtClean="0">
                <a:solidFill>
                  <a:srgbClr val="C00000"/>
                </a:solidFill>
                <a:latin typeface="+mj-ea"/>
                <a:ea typeface="+mj-ea"/>
              </a:rPr>
              <a:t>跳槽</a:t>
            </a:r>
            <a:r>
              <a:rPr lang="en-US" altLang="zh-CN" sz="5400" b="1" dirty="0" smtClean="0">
                <a:solidFill>
                  <a:srgbClr val="C00000"/>
                </a:solidFill>
                <a:latin typeface="+mj-ea"/>
                <a:ea typeface="+mj-ea"/>
              </a:rPr>
              <a:t>/</a:t>
            </a:r>
            <a:r>
              <a:rPr lang="zh-CN" altLang="en-US" sz="5400" b="1" dirty="0" smtClean="0">
                <a:solidFill>
                  <a:srgbClr val="C00000"/>
                </a:solidFill>
                <a:latin typeface="+mj-ea"/>
                <a:ea typeface="+mj-ea"/>
              </a:rPr>
              <a:t>转行</a:t>
            </a:r>
            <a:r>
              <a:rPr lang="zh-CN" altLang="en-US" sz="5400" b="1" dirty="0" smtClean="0">
                <a:solidFill>
                  <a:schemeClr val="bg1"/>
                </a:solidFill>
                <a:latin typeface="+mj-ea"/>
                <a:ea typeface="+mj-ea"/>
              </a:rPr>
              <a:t>后</a:t>
            </a:r>
            <a:endParaRPr lang="zh-CN" altLang="en-US" sz="5400" b="1" dirty="0">
              <a:solidFill>
                <a:schemeClr val="bg1"/>
              </a:solidFill>
              <a:latin typeface="+mj-ea"/>
              <a:ea typeface="+mj-ea"/>
            </a:endParaRPr>
          </a:p>
        </p:txBody>
      </p:sp>
      <p:sp>
        <p:nvSpPr>
          <p:cNvPr id="8" name="矩形 7"/>
          <p:cNvSpPr/>
          <p:nvPr/>
        </p:nvSpPr>
        <p:spPr>
          <a:xfrm>
            <a:off x="8004451" y="4083582"/>
            <a:ext cx="2279576" cy="369332"/>
          </a:xfrm>
          <a:prstGeom prst="rect">
            <a:avLst/>
          </a:prstGeom>
        </p:spPr>
        <p:txBody>
          <a:bodyPr wrap="square">
            <a:spAutoFit/>
          </a:bodyPr>
          <a:lstStyle/>
          <a:p>
            <a:pPr algn="ctr"/>
            <a:r>
              <a:rPr lang="en-US" altLang="zh-CN" b="1" dirty="0" smtClean="0">
                <a:solidFill>
                  <a:schemeClr val="bg1"/>
                </a:solidFill>
                <a:latin typeface="+mj-ea"/>
                <a:ea typeface="微软雅黑" panose="020B0503020204020204" pitchFamily="34" charset="-122"/>
              </a:rPr>
              <a:t>By Helen Zhang                                            </a:t>
            </a:r>
            <a:endParaRPr lang="zh-CN" altLang="en-US" sz="5400" b="1" dirty="0">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grpSp>
        <p:nvGrpSpPr>
          <p:cNvPr id="19" name="组合 18"/>
          <p:cNvGrpSpPr/>
          <p:nvPr/>
        </p:nvGrpSpPr>
        <p:grpSpPr>
          <a:xfrm>
            <a:off x="911424" y="188640"/>
            <a:ext cx="1296144" cy="1728192"/>
            <a:chOff x="911424" y="188640"/>
            <a:chExt cx="1296144" cy="1728192"/>
          </a:xfrm>
        </p:grpSpPr>
        <p:sp>
          <p:nvSpPr>
            <p:cNvPr id="3" name="矩形 2"/>
            <p:cNvSpPr/>
            <p:nvPr/>
          </p:nvSpPr>
          <p:spPr>
            <a:xfrm>
              <a:off x="1271464" y="188640"/>
              <a:ext cx="936104" cy="17281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mj-ea"/>
                  <a:ea typeface="+mj-ea"/>
                </a:rPr>
                <a:t>读</a:t>
              </a:r>
              <a:endParaRPr lang="en-US" altLang="zh-CN" sz="3200" b="1" dirty="0" smtClean="0">
                <a:solidFill>
                  <a:schemeClr val="bg1"/>
                </a:solidFill>
                <a:latin typeface="+mj-ea"/>
                <a:ea typeface="+mj-ea"/>
              </a:endParaRPr>
            </a:p>
            <a:p>
              <a:pPr algn="ctr"/>
              <a:r>
                <a:rPr lang="zh-CN" altLang="en-US" sz="3200" b="1" dirty="0" smtClean="0">
                  <a:solidFill>
                    <a:schemeClr val="bg1"/>
                  </a:solidFill>
                  <a:latin typeface="+mj-ea"/>
                  <a:ea typeface="+mj-ea"/>
                </a:rPr>
                <a:t>后</a:t>
              </a:r>
              <a:endParaRPr lang="en-US" altLang="zh-CN" sz="3200" b="1" dirty="0" smtClean="0">
                <a:solidFill>
                  <a:schemeClr val="bg1"/>
                </a:solidFill>
                <a:latin typeface="+mj-ea"/>
                <a:ea typeface="+mj-ea"/>
              </a:endParaRPr>
            </a:p>
            <a:p>
              <a:pPr algn="ctr"/>
              <a:r>
                <a:rPr lang="zh-CN" altLang="en-US" sz="3200" b="1" dirty="0" smtClean="0">
                  <a:solidFill>
                    <a:schemeClr val="bg1"/>
                  </a:solidFill>
                  <a:latin typeface="+mj-ea"/>
                  <a:ea typeface="+mj-ea"/>
                </a:rPr>
                <a:t>感</a:t>
              </a:r>
              <a:endParaRPr lang="zh-CN" altLang="en-US" sz="3200" b="1" dirty="0">
                <a:solidFill>
                  <a:schemeClr val="bg1"/>
                </a:solidFill>
                <a:latin typeface="+mj-ea"/>
                <a:ea typeface="+mj-ea"/>
              </a:endParaRPr>
            </a:p>
          </p:txBody>
        </p:sp>
        <p:sp>
          <p:nvSpPr>
            <p:cNvPr id="5" name="直角三角形 4"/>
            <p:cNvSpPr/>
            <p:nvPr/>
          </p:nvSpPr>
          <p:spPr>
            <a:xfrm flipH="1">
              <a:off x="911424" y="188640"/>
              <a:ext cx="360040" cy="576064"/>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360040" cy="576064"/>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1343472" y="260648"/>
            <a:ext cx="792088" cy="1584176"/>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7320136" y="764704"/>
            <a:ext cx="1512168" cy="1152128"/>
            <a:chOff x="7320136" y="764704"/>
            <a:chExt cx="1512168" cy="1152128"/>
          </a:xfrm>
        </p:grpSpPr>
        <p:sp>
          <p:nvSpPr>
            <p:cNvPr id="10" name="矩形 9"/>
            <p:cNvSpPr/>
            <p:nvPr/>
          </p:nvSpPr>
          <p:spPr>
            <a:xfrm>
              <a:off x="7320136"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转专业</a:t>
              </a:r>
              <a:endParaRPr lang="zh-CN" altLang="en-US" sz="2000" b="1" dirty="0">
                <a:solidFill>
                  <a:srgbClr val="C00000"/>
                </a:solidFill>
                <a:latin typeface="+mj-ea"/>
                <a:ea typeface="+mj-ea"/>
              </a:endParaRPr>
            </a:p>
          </p:txBody>
        </p:sp>
        <p:sp>
          <p:nvSpPr>
            <p:cNvPr id="12" name="矩形 11"/>
            <p:cNvSpPr/>
            <p:nvPr/>
          </p:nvSpPr>
          <p:spPr>
            <a:xfrm>
              <a:off x="7320136" y="1340768"/>
              <a:ext cx="1512168" cy="57606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换工作</a:t>
              </a:r>
            </a:p>
          </p:txBody>
        </p:sp>
      </p:grpSp>
      <p:sp>
        <p:nvSpPr>
          <p:cNvPr id="18" name="任意多边形 17"/>
          <p:cNvSpPr/>
          <p:nvPr/>
        </p:nvSpPr>
        <p:spPr>
          <a:xfrm rot="10800000">
            <a:off x="1271464" y="2276872"/>
            <a:ext cx="9721080" cy="4176464"/>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202261">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3262229" y="4574402"/>
                </a:lnTo>
                <a:lnTo>
                  <a:pt x="2965663" y="5202261"/>
                </a:lnTo>
                <a:lnTo>
                  <a:pt x="2669097"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2"/>
          <p:cNvSpPr txBox="1">
            <a:spLocks/>
          </p:cNvSpPr>
          <p:nvPr/>
        </p:nvSpPr>
        <p:spPr>
          <a:xfrm>
            <a:off x="1631504" y="3212976"/>
            <a:ext cx="9001000" cy="2808312"/>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altLang="zh-CN" sz="4000" b="1" kern="100" noProof="0" dirty="0" smtClean="0">
                <a:solidFill>
                  <a:schemeClr val="bg1"/>
                </a:solidFill>
                <a:latin typeface="Cambria"/>
                <a:ea typeface="+mj-ea"/>
              </a:rPr>
              <a:t> </a:t>
            </a:r>
            <a:r>
              <a:rPr lang="en-US" altLang="zh-CN" sz="4400" b="1" kern="100" noProof="0" dirty="0" smtClean="0">
                <a:solidFill>
                  <a:schemeClr val="bg1"/>
                </a:solidFill>
                <a:latin typeface="Cambria"/>
                <a:ea typeface="+mj-ea"/>
              </a:rPr>
              <a:t>“ </a:t>
            </a:r>
            <a:r>
              <a:rPr lang="en-US" altLang="zh-CN" sz="4000" b="1" kern="100" noProof="0" dirty="0" smtClean="0">
                <a:solidFill>
                  <a:schemeClr val="bg1"/>
                </a:solidFill>
                <a:latin typeface="Cambria"/>
                <a:ea typeface="+mj-ea"/>
              </a:rPr>
              <a:t> </a:t>
            </a:r>
            <a:r>
              <a:rPr kumimoji="0" lang="zh-CN" altLang="en-US" sz="3200" b="0" i="0" u="none" strike="noStrike" kern="100" cap="none" spc="0" normalizeH="0" baseline="0" noProof="0" dirty="0" smtClean="0">
                <a:ln>
                  <a:noFill/>
                </a:ln>
                <a:solidFill>
                  <a:schemeClr val="bg1"/>
                </a:solidFill>
                <a:effectLst/>
                <a:uLnTx/>
                <a:uFillTx/>
                <a:latin typeface="Cambria"/>
                <a:ea typeface="+mj-ea"/>
                <a:cs typeface="+mn-cs"/>
              </a:rPr>
              <a:t>绝大部分学生没有真正了解自己就读的</a:t>
            </a:r>
            <a:r>
              <a:rPr kumimoji="0" lang="zh-CN" altLang="en-US" sz="4400" b="1" i="0" u="none" strike="noStrike" kern="100" cap="none" spc="0" normalizeH="0" baseline="0" noProof="0" dirty="0" smtClean="0">
                <a:ln>
                  <a:noFill/>
                </a:ln>
                <a:solidFill>
                  <a:schemeClr val="bg1"/>
                </a:solidFill>
                <a:effectLst/>
                <a:uLnTx/>
                <a:uFillTx/>
                <a:latin typeface="Cambria"/>
                <a:ea typeface="+mj-ea"/>
                <a:cs typeface="+mn-cs"/>
              </a:rPr>
              <a:t>专业</a:t>
            </a:r>
            <a:r>
              <a:rPr kumimoji="0" lang="zh-CN" altLang="en-US" sz="3200" b="0" i="0" u="none" strike="noStrike" kern="100" cap="none" spc="0" normalizeH="0" baseline="0" noProof="0" dirty="0" smtClean="0">
                <a:ln>
                  <a:noFill/>
                </a:ln>
                <a:solidFill>
                  <a:schemeClr val="bg1"/>
                </a:solidFill>
                <a:effectLst/>
                <a:uLnTx/>
                <a:uFillTx/>
                <a:latin typeface="Cambria"/>
                <a:ea typeface="+mj-ea"/>
                <a:cs typeface="+mn-cs"/>
              </a:rPr>
              <a:t>  </a:t>
            </a:r>
            <a:r>
              <a:rPr kumimoji="0" lang="en-US" altLang="zh-CN" sz="4800" b="1" i="0" u="none" strike="noStrike" kern="100" cap="none" spc="0" normalizeH="0" baseline="0" noProof="0" dirty="0" smtClean="0">
                <a:ln>
                  <a:noFill/>
                </a:ln>
                <a:solidFill>
                  <a:schemeClr val="bg1"/>
                </a:solidFill>
                <a:effectLst/>
                <a:uLnTx/>
                <a:uFillTx/>
                <a:latin typeface="Cambria"/>
                <a:ea typeface="+mj-ea"/>
                <a:cs typeface="+mn-cs"/>
              </a:rPr>
              <a:t>”</a:t>
            </a:r>
            <a:endParaRPr kumimoji="0" lang="en-US" altLang="zh-CN" sz="3200" b="1" i="0" u="none" strike="noStrike" kern="100" cap="none" spc="0" normalizeH="0" baseline="0" noProof="0" dirty="0" smtClean="0">
              <a:ln>
                <a:noFill/>
              </a:ln>
              <a:solidFill>
                <a:schemeClr val="bg1"/>
              </a:solidFill>
              <a:effectLst/>
              <a:uLnTx/>
              <a:uFillTx/>
              <a:latin typeface="Cambria"/>
              <a:ea typeface="+mj-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altLang="zh-CN" sz="2000" b="0" i="0" u="none" strike="noStrike" kern="100" cap="none" spc="0" normalizeH="0" baseline="0" noProof="0" dirty="0" smtClean="0">
              <a:ln>
                <a:noFill/>
              </a:ln>
              <a:solidFill>
                <a:schemeClr val="bg1"/>
              </a:solidFill>
              <a:effectLst/>
              <a:uLnTx/>
              <a:uFillTx/>
              <a:latin typeface="Cambria"/>
              <a:ea typeface="+mj-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altLang="zh-CN" sz="3200" b="0" i="1" u="none" strike="noStrike" kern="100" cap="none" spc="0" normalizeH="0" baseline="0" noProof="0" dirty="0" smtClean="0">
                <a:ln>
                  <a:noFill/>
                </a:ln>
                <a:solidFill>
                  <a:schemeClr val="bg1"/>
                </a:solidFill>
                <a:effectLst/>
                <a:uLnTx/>
                <a:uFillTx/>
                <a:latin typeface="+mj-ea"/>
                <a:ea typeface="+mj-ea"/>
                <a:cs typeface="+mn-cs"/>
              </a:rPr>
              <a:t>                                    </a:t>
            </a:r>
            <a:endParaRPr kumimoji="0" lang="en-US" altLang="zh-CN" sz="2400" b="0" i="0" u="none" strike="noStrike" kern="100" cap="none" spc="0" normalizeH="0" baseline="0" noProof="0" dirty="0" smtClean="0">
              <a:ln>
                <a:noFill/>
              </a:ln>
              <a:solidFill>
                <a:schemeClr val="bg1"/>
              </a:solidFill>
              <a:effectLst/>
              <a:uLnTx/>
              <a:uFillTx/>
              <a:latin typeface="Cambria"/>
              <a:ea typeface="+mj-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3200" b="0" i="0" u="none" strike="noStrike" kern="100" cap="none" spc="0" normalizeH="0" baseline="0" noProof="0" dirty="0" smtClean="0">
                <a:ln>
                  <a:noFill/>
                </a:ln>
                <a:solidFill>
                  <a:schemeClr val="bg1"/>
                </a:solidFill>
                <a:effectLst/>
                <a:uLnTx/>
                <a:uFillTx/>
                <a:latin typeface="Cambria"/>
                <a:ea typeface="+mj-ea"/>
                <a:cs typeface="+mn-cs"/>
              </a:rPr>
              <a:t>    绝大部分职场人没有真正了解自己的</a:t>
            </a:r>
            <a:r>
              <a:rPr lang="zh-CN" altLang="en-US" sz="4400" b="1" kern="100" dirty="0" smtClean="0">
                <a:solidFill>
                  <a:schemeClr val="bg1"/>
                </a:solidFill>
                <a:latin typeface="Cambria"/>
                <a:ea typeface="+mj-ea"/>
              </a:rPr>
              <a:t>工作</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zh-CN" altLang="en-US" sz="3200" b="0" i="0" u="none" strike="noStrike" kern="1200" cap="none" spc="0" normalizeH="0" baseline="0" noProof="0" dirty="0">
              <a:ln>
                <a:noFill/>
              </a:ln>
              <a:solidFill>
                <a:schemeClr val="bg1"/>
              </a:solidFill>
              <a:effectLst/>
              <a:uLnTx/>
              <a:uFillTx/>
              <a:latin typeface="+mj-ea"/>
              <a:ea typeface="+mj-ea"/>
              <a:cs typeface="+mn-cs"/>
            </a:endParaRPr>
          </a:p>
        </p:txBody>
      </p:sp>
      <p:sp>
        <p:nvSpPr>
          <p:cNvPr id="37" name="矩形 36"/>
          <p:cNvSpPr/>
          <p:nvPr/>
        </p:nvSpPr>
        <p:spPr>
          <a:xfrm>
            <a:off x="5562640" y="4077072"/>
            <a:ext cx="863121" cy="830997"/>
          </a:xfrm>
          <a:prstGeom prst="rect">
            <a:avLst/>
          </a:prstGeom>
          <a:noFill/>
        </p:spPr>
        <p:txBody>
          <a:bodyPr wrap="none" lIns="91440" tIns="45720" rIns="91440" bIns="45720">
            <a:spAutoFit/>
          </a:bodyPr>
          <a:lstStyle/>
          <a:p>
            <a:pPr algn="ctr"/>
            <a:r>
              <a:rPr kumimoji="0" lang="en-US" altLang="zh-CN" sz="4800" i="1" u="none" strike="noStrike" kern="100" normalizeH="0" baseline="0" noProof="0" dirty="0" smtClean="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j-lt"/>
                <a:ea typeface="+mj-ea"/>
                <a:cs typeface="+mn-cs"/>
              </a:rPr>
              <a:t>VS</a:t>
            </a:r>
            <a:endParaRPr lang="zh-CN" altLang="en-US" sz="48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sp>
        <p:nvSpPr>
          <p:cNvPr id="39" name="矩形 38"/>
          <p:cNvSpPr/>
          <p:nvPr/>
        </p:nvSpPr>
        <p:spPr>
          <a:xfrm>
            <a:off x="2495600" y="692696"/>
            <a:ext cx="2520280" cy="646331"/>
          </a:xfrm>
          <a:prstGeom prst="rect">
            <a:avLst/>
          </a:prstGeom>
          <a:noFill/>
        </p:spPr>
        <p:txBody>
          <a:bodyPr wrap="square" lIns="91440" tIns="45720" rIns="91440" bIns="45720">
            <a:spAutoFit/>
          </a:bodyPr>
          <a:lstStyle/>
          <a:p>
            <a:pPr algn="ctr"/>
            <a:r>
              <a:rPr lang="en-US" altLang="zh-CN" sz="3600" b="1" cap="none"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rPr>
              <a:t>Part A</a:t>
            </a:r>
            <a:endParaRPr lang="zh-CN" altLang="en-US" sz="3600" b="1" cap="none"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20" name="组合 19"/>
          <p:cNvGrpSpPr/>
          <p:nvPr/>
        </p:nvGrpSpPr>
        <p:grpSpPr>
          <a:xfrm>
            <a:off x="9480376" y="764704"/>
            <a:ext cx="1512168" cy="1152128"/>
            <a:chOff x="7320136" y="764704"/>
            <a:chExt cx="1512168" cy="1152128"/>
          </a:xfrm>
        </p:grpSpPr>
        <p:sp>
          <p:nvSpPr>
            <p:cNvPr id="22" name="矩形 21"/>
            <p:cNvSpPr/>
            <p:nvPr/>
          </p:nvSpPr>
          <p:spPr>
            <a:xfrm>
              <a:off x="7320136"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2">
                      <a:lumMod val="75000"/>
                    </a:schemeClr>
                  </a:solidFill>
                  <a:latin typeface="+mj-ea"/>
                  <a:ea typeface="+mj-ea"/>
                </a:rPr>
                <a:t>专业学习</a:t>
              </a:r>
              <a:endParaRPr lang="zh-CN" altLang="en-US" sz="2000" b="1" dirty="0">
                <a:solidFill>
                  <a:schemeClr val="bg2">
                    <a:lumMod val="75000"/>
                  </a:schemeClr>
                </a:solidFill>
                <a:latin typeface="+mj-ea"/>
                <a:ea typeface="+mj-ea"/>
              </a:endParaRPr>
            </a:p>
          </p:txBody>
        </p:sp>
        <p:sp>
          <p:nvSpPr>
            <p:cNvPr id="24" name="矩形 23"/>
            <p:cNvSpPr/>
            <p:nvPr/>
          </p:nvSpPr>
          <p:spPr>
            <a:xfrm>
              <a:off x="7320136"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岗位学习</a:t>
              </a:r>
              <a:endParaRPr lang="zh-CN" altLang="en-US" sz="2000" b="1" dirty="0">
                <a:solidFill>
                  <a:schemeClr val="bg1"/>
                </a:solidFill>
                <a:latin typeface="+mj-ea"/>
                <a:ea typeface="+mj-ea"/>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3" name="矩形 2"/>
          <p:cNvSpPr/>
          <p:nvPr/>
        </p:nvSpPr>
        <p:spPr>
          <a:xfrm>
            <a:off x="1199456" y="4766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现在的工作</a:t>
            </a:r>
            <a:endParaRPr lang="en-US" altLang="zh-CN" sz="3600" b="1" dirty="0" smtClean="0">
              <a:solidFill>
                <a:schemeClr val="bg1"/>
              </a:solidFill>
              <a:latin typeface="+mj-ea"/>
              <a:ea typeface="+mj-ea"/>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1415480" y="548680"/>
            <a:ext cx="936104" cy="369332"/>
          </a:xfrm>
          <a:prstGeom prst="rect">
            <a:avLst/>
          </a:prstGeom>
          <a:noFill/>
        </p:spPr>
        <p:txBody>
          <a:bodyPr wrap="square" rtlCol="0">
            <a:spAutoFit/>
          </a:bodyPr>
          <a:lstStyle/>
          <a:p>
            <a:r>
              <a:rPr lang="zh-CN" altLang="en-US" dirty="0" smtClean="0">
                <a:solidFill>
                  <a:schemeClr val="bg1"/>
                </a:solidFill>
                <a:latin typeface="+mj-ea"/>
                <a:ea typeface="+mj-ea"/>
              </a:rPr>
              <a:t>了解</a:t>
            </a:r>
            <a:endParaRPr lang="zh-CN" altLang="en-US" dirty="0">
              <a:solidFill>
                <a:schemeClr val="bg1"/>
              </a:solidFill>
              <a:latin typeface="+mj-ea"/>
              <a:ea typeface="+mj-ea"/>
            </a:endParaRPr>
          </a:p>
        </p:txBody>
      </p:sp>
      <p:grpSp>
        <p:nvGrpSpPr>
          <p:cNvPr id="25" name="组合 24"/>
          <p:cNvGrpSpPr/>
          <p:nvPr/>
        </p:nvGrpSpPr>
        <p:grpSpPr>
          <a:xfrm>
            <a:off x="0" y="2564904"/>
            <a:ext cx="12192000" cy="4293096"/>
            <a:chOff x="0" y="2564904"/>
            <a:chExt cx="12192000" cy="4293096"/>
          </a:xfrm>
          <a:solidFill>
            <a:srgbClr val="C00000"/>
          </a:solidFill>
        </p:grpSpPr>
        <p:sp>
          <p:nvSpPr>
            <p:cNvPr id="22" name="矩形 21"/>
            <p:cNvSpPr/>
            <p:nvPr/>
          </p:nvSpPr>
          <p:spPr>
            <a:xfrm>
              <a:off x="0" y="3356992"/>
              <a:ext cx="12192000" cy="35010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623392" y="2564904"/>
              <a:ext cx="2160240" cy="79208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latin typeface="+mj-ea"/>
                  <a:ea typeface="+mj-ea"/>
                </a:rPr>
                <a:t>公司</a:t>
              </a:r>
              <a:r>
                <a:rPr lang="zh-CN" altLang="en-US" sz="4000" b="1" dirty="0" smtClean="0">
                  <a:latin typeface="+mj-ea"/>
                  <a:ea typeface="+mj-ea"/>
                </a:rPr>
                <a:t>内</a:t>
              </a:r>
              <a:r>
                <a:rPr lang="zh-CN" altLang="en-US" sz="2800" b="1" dirty="0" smtClean="0">
                  <a:latin typeface="+mj-ea"/>
                  <a:ea typeface="+mj-ea"/>
                </a:rPr>
                <a:t>部</a:t>
              </a:r>
              <a:endParaRPr lang="zh-CN" altLang="en-US" sz="2800" b="1" dirty="0">
                <a:latin typeface="+mj-ea"/>
                <a:ea typeface="+mj-ea"/>
              </a:endParaRPr>
            </a:p>
          </p:txBody>
        </p:sp>
      </p:grpSp>
      <p:sp>
        <p:nvSpPr>
          <p:cNvPr id="27" name="文本占位符 2"/>
          <p:cNvSpPr txBox="1">
            <a:spLocks/>
          </p:cNvSpPr>
          <p:nvPr/>
        </p:nvSpPr>
        <p:spPr>
          <a:xfrm>
            <a:off x="2711624" y="3429000"/>
            <a:ext cx="8229600" cy="4525963"/>
          </a:xfrm>
          <a:prstGeom prst="rect">
            <a:avLst/>
          </a:prstGeom>
        </p:spPr>
        <p:txBody>
          <a:bodyPr/>
          <a:lstStyle/>
          <a:p>
            <a:pPr marL="1143000" marR="0" lvl="2" indent="-228600" algn="l" defTabSz="914400" rtl="0" eaLnBrk="1" fontAlgn="auto" latinLnBrk="0" hangingPunct="1">
              <a:lnSpc>
                <a:spcPct val="120000"/>
              </a:lnSpc>
              <a:spcBef>
                <a:spcPct val="20000"/>
              </a:spcBef>
              <a:spcAft>
                <a:spcPts val="0"/>
              </a:spcAft>
              <a:buClrTx/>
              <a:buSzTx/>
              <a:tabLst/>
              <a:defRPr/>
            </a:pPr>
            <a:r>
              <a:rPr kumimoji="0" lang="zh-CN" altLang="en-US" sz="2800" b="1" i="0" u="none" strike="noStrike" kern="100" cap="none" spc="0" normalizeH="0" baseline="0" noProof="0" dirty="0" smtClean="0">
                <a:ln>
                  <a:noFill/>
                </a:ln>
                <a:solidFill>
                  <a:schemeClr val="bg1"/>
                </a:solidFill>
                <a:effectLst/>
                <a:uLnTx/>
                <a:uFillTx/>
                <a:latin typeface="Cambria"/>
                <a:ea typeface="+mj-ea"/>
                <a:cs typeface="+mn-cs"/>
              </a:rPr>
              <a:t>部门在公司中的位置</a:t>
            </a:r>
          </a:p>
          <a:p>
            <a:pPr marL="1143000" marR="0" lvl="2" indent="-228600" algn="l" defTabSz="914400" rtl="0" eaLnBrk="1" fontAlgn="auto" latinLnBrk="0" hangingPunct="1">
              <a:lnSpc>
                <a:spcPct val="120000"/>
              </a:lnSpc>
              <a:spcBef>
                <a:spcPct val="20000"/>
              </a:spcBef>
              <a:spcAft>
                <a:spcPts val="0"/>
              </a:spcAft>
              <a:buClrTx/>
              <a:buSzTx/>
              <a:tabLst/>
              <a:defRPr/>
            </a:pPr>
            <a:r>
              <a:rPr kumimoji="0" lang="zh-CN" altLang="en-US" sz="2800" b="1" i="0" u="none" strike="noStrike" kern="100" cap="none" spc="0" normalizeH="0" baseline="0" noProof="0" dirty="0" smtClean="0">
                <a:ln>
                  <a:noFill/>
                </a:ln>
                <a:solidFill>
                  <a:schemeClr val="bg1"/>
                </a:solidFill>
                <a:effectLst/>
                <a:uLnTx/>
                <a:uFillTx/>
                <a:latin typeface="Cambria"/>
                <a:ea typeface="+mj-ea"/>
                <a:cs typeface="+mn-cs"/>
              </a:rPr>
              <a:t>部门与其他部门的关系</a:t>
            </a:r>
          </a:p>
          <a:p>
            <a:pPr marL="1143000" marR="0" lvl="2" indent="-228600" algn="l" defTabSz="914400" rtl="0" eaLnBrk="1" fontAlgn="auto" latinLnBrk="0" hangingPunct="1">
              <a:lnSpc>
                <a:spcPct val="120000"/>
              </a:lnSpc>
              <a:spcBef>
                <a:spcPct val="20000"/>
              </a:spcBef>
              <a:spcAft>
                <a:spcPts val="0"/>
              </a:spcAft>
              <a:buClrTx/>
              <a:buSzTx/>
              <a:tabLst/>
              <a:defRPr/>
            </a:pPr>
            <a:r>
              <a:rPr kumimoji="0" lang="zh-CN" altLang="en-US" sz="2800" b="1" i="0" u="none" strike="noStrike" kern="100" cap="none" spc="0" normalizeH="0" baseline="0" noProof="0" dirty="0" smtClean="0">
                <a:ln>
                  <a:noFill/>
                </a:ln>
                <a:solidFill>
                  <a:schemeClr val="bg1"/>
                </a:solidFill>
                <a:effectLst/>
                <a:uLnTx/>
                <a:uFillTx/>
                <a:latin typeface="Cambria"/>
                <a:ea typeface="+mj-ea"/>
                <a:cs typeface="+mn-cs"/>
              </a:rPr>
              <a:t>部门在公司的历史发展</a:t>
            </a:r>
          </a:p>
          <a:p>
            <a:pPr marL="1143000" marR="0" lvl="2" indent="-228600" algn="l" defTabSz="914400" rtl="0" eaLnBrk="1" fontAlgn="auto" latinLnBrk="0" hangingPunct="1">
              <a:lnSpc>
                <a:spcPct val="120000"/>
              </a:lnSpc>
              <a:spcBef>
                <a:spcPct val="20000"/>
              </a:spcBef>
              <a:spcAft>
                <a:spcPts val="0"/>
              </a:spcAft>
              <a:buClrTx/>
              <a:buSzTx/>
              <a:tabLst/>
              <a:defRPr/>
            </a:pPr>
            <a:r>
              <a:rPr kumimoji="0" lang="zh-CN" altLang="en-US" sz="2800" b="1" i="0" u="none" strike="noStrike" kern="100" cap="none" spc="0" normalizeH="0" baseline="0" noProof="0" dirty="0" smtClean="0">
                <a:ln>
                  <a:noFill/>
                </a:ln>
                <a:solidFill>
                  <a:schemeClr val="bg1"/>
                </a:solidFill>
                <a:effectLst/>
                <a:uLnTx/>
                <a:uFillTx/>
                <a:latin typeface="Cambria"/>
                <a:ea typeface="+mj-ea"/>
                <a:cs typeface="+mn-cs"/>
              </a:rPr>
              <a:t>你想在这个公司有怎样的发展</a:t>
            </a:r>
            <a:r>
              <a:rPr kumimoji="0" lang="zh-CN" altLang="en-US" sz="2000" b="1" i="0" u="none" strike="noStrike" kern="100" cap="none" spc="0" normalizeH="0" baseline="0" noProof="0" dirty="0" smtClean="0">
                <a:ln>
                  <a:noFill/>
                </a:ln>
                <a:solidFill>
                  <a:schemeClr val="bg1"/>
                </a:solidFill>
                <a:effectLst/>
                <a:uLnTx/>
                <a:uFillTx/>
                <a:latin typeface="Cambria"/>
                <a:ea typeface="+mj-ea"/>
                <a:cs typeface="+mn-cs"/>
              </a:rPr>
              <a:t>（你想得到什么）</a:t>
            </a:r>
            <a:endParaRPr kumimoji="0" lang="zh-CN" altLang="en-US" sz="2800" b="1" i="0" u="none" strike="noStrike" kern="100" cap="none" spc="0" normalizeH="0" baseline="0" noProof="0" dirty="0" smtClean="0">
              <a:ln>
                <a:noFill/>
              </a:ln>
              <a:solidFill>
                <a:schemeClr val="bg1"/>
              </a:solidFill>
              <a:effectLst/>
              <a:uLnTx/>
              <a:uFillTx/>
              <a:latin typeface="Cambria"/>
              <a:ea typeface="+mj-ea"/>
              <a:cs typeface="+mn-cs"/>
            </a:endParaRPr>
          </a:p>
          <a:p>
            <a:pPr marL="1143000" marR="0" lvl="2" indent="-228600" algn="l" defTabSz="914400" rtl="0" eaLnBrk="1" fontAlgn="auto" latinLnBrk="0" hangingPunct="1">
              <a:lnSpc>
                <a:spcPct val="120000"/>
              </a:lnSpc>
              <a:spcBef>
                <a:spcPct val="20000"/>
              </a:spcBef>
              <a:spcAft>
                <a:spcPts val="0"/>
              </a:spcAft>
              <a:buClrTx/>
              <a:buSzTx/>
              <a:tabLst/>
              <a:defRPr/>
            </a:pPr>
            <a:r>
              <a:rPr kumimoji="0" lang="zh-CN" altLang="en-US" sz="2800" b="1" i="0" u="none" strike="noStrike" kern="100" cap="none" spc="0" normalizeH="0" baseline="0" noProof="0" dirty="0" smtClean="0">
                <a:ln>
                  <a:noFill/>
                </a:ln>
                <a:solidFill>
                  <a:schemeClr val="bg1"/>
                </a:solidFill>
                <a:effectLst/>
                <a:uLnTx/>
                <a:uFillTx/>
                <a:latin typeface="Cambria"/>
                <a:ea typeface="+mj-ea"/>
                <a:cs typeface="+mn-cs"/>
              </a:rPr>
              <a:t>你能给公司带来什么</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zh-CN" altLang="en-US" sz="3200" b="0" i="0" u="none" strike="noStrike" kern="1200" cap="none" spc="0" normalizeH="0" baseline="0" noProof="0" dirty="0">
              <a:ln>
                <a:noFill/>
              </a:ln>
              <a:solidFill>
                <a:schemeClr val="bg1"/>
              </a:solidFill>
              <a:effectLst/>
              <a:uLnTx/>
              <a:uFillTx/>
              <a:latin typeface="+mj-ea"/>
              <a:ea typeface="+mj-ea"/>
              <a:cs typeface="+mn-cs"/>
            </a:endParaRPr>
          </a:p>
        </p:txBody>
      </p:sp>
      <p:grpSp>
        <p:nvGrpSpPr>
          <p:cNvPr id="29" name="组合 28"/>
          <p:cNvGrpSpPr/>
          <p:nvPr/>
        </p:nvGrpSpPr>
        <p:grpSpPr>
          <a:xfrm>
            <a:off x="7320136" y="764704"/>
            <a:ext cx="1512168" cy="1152128"/>
            <a:chOff x="7320136" y="764704"/>
            <a:chExt cx="1512168" cy="1152128"/>
          </a:xfrm>
        </p:grpSpPr>
        <p:sp>
          <p:nvSpPr>
            <p:cNvPr id="30" name="矩形 29"/>
            <p:cNvSpPr/>
            <p:nvPr/>
          </p:nvSpPr>
          <p:spPr>
            <a:xfrm>
              <a:off x="7320136"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2">
                      <a:lumMod val="75000"/>
                    </a:schemeClr>
                  </a:solidFill>
                  <a:latin typeface="+mj-ea"/>
                  <a:ea typeface="+mj-ea"/>
                </a:rPr>
                <a:t>转专业</a:t>
              </a:r>
              <a:endParaRPr lang="zh-CN" altLang="en-US" sz="2000" b="1" dirty="0">
                <a:solidFill>
                  <a:schemeClr val="bg2">
                    <a:lumMod val="75000"/>
                  </a:schemeClr>
                </a:solidFill>
                <a:latin typeface="+mj-ea"/>
                <a:ea typeface="+mj-ea"/>
              </a:endParaRPr>
            </a:p>
          </p:txBody>
        </p:sp>
        <p:sp>
          <p:nvSpPr>
            <p:cNvPr id="31" name="矩形 30"/>
            <p:cNvSpPr/>
            <p:nvPr/>
          </p:nvSpPr>
          <p:spPr>
            <a:xfrm>
              <a:off x="7320136" y="1340768"/>
              <a:ext cx="1512168" cy="57606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换工作</a:t>
              </a:r>
            </a:p>
          </p:txBody>
        </p:sp>
      </p:grpSp>
      <p:grpSp>
        <p:nvGrpSpPr>
          <p:cNvPr id="32" name="组合 31"/>
          <p:cNvGrpSpPr/>
          <p:nvPr/>
        </p:nvGrpSpPr>
        <p:grpSpPr>
          <a:xfrm>
            <a:off x="9480376" y="764704"/>
            <a:ext cx="1512168" cy="1152128"/>
            <a:chOff x="7320136" y="764704"/>
            <a:chExt cx="1512168" cy="1152128"/>
          </a:xfrm>
        </p:grpSpPr>
        <p:sp>
          <p:nvSpPr>
            <p:cNvPr id="33" name="矩形 32"/>
            <p:cNvSpPr/>
            <p:nvPr/>
          </p:nvSpPr>
          <p:spPr>
            <a:xfrm>
              <a:off x="7320136"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2">
                      <a:lumMod val="75000"/>
                    </a:schemeClr>
                  </a:solidFill>
                  <a:latin typeface="+mj-ea"/>
                  <a:ea typeface="+mj-ea"/>
                </a:rPr>
                <a:t>专业学习</a:t>
              </a:r>
              <a:endParaRPr lang="zh-CN" altLang="en-US" sz="2000" b="1" dirty="0">
                <a:solidFill>
                  <a:schemeClr val="bg2">
                    <a:lumMod val="75000"/>
                  </a:schemeClr>
                </a:solidFill>
                <a:latin typeface="+mj-ea"/>
                <a:ea typeface="+mj-ea"/>
              </a:endParaRPr>
            </a:p>
          </p:txBody>
        </p:sp>
        <p:sp>
          <p:nvSpPr>
            <p:cNvPr id="34" name="矩形 33"/>
            <p:cNvSpPr/>
            <p:nvPr/>
          </p:nvSpPr>
          <p:spPr>
            <a:xfrm>
              <a:off x="7320136"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岗位学习</a:t>
              </a:r>
              <a:endParaRPr lang="zh-CN" altLang="en-US" sz="2000" b="1" dirty="0">
                <a:solidFill>
                  <a:schemeClr val="bg1"/>
                </a:solidFill>
                <a:latin typeface="+mj-ea"/>
                <a:ea typeface="+mj-ea"/>
              </a:endParaRPr>
            </a:p>
          </p:txBody>
        </p:sp>
      </p:grpSp>
      <p:graphicFrame>
        <p:nvGraphicFramePr>
          <p:cNvPr id="23" name="表格 22"/>
          <p:cNvGraphicFramePr>
            <a:graphicFrameLocks noGrp="1"/>
          </p:cNvGraphicFramePr>
          <p:nvPr/>
        </p:nvGraphicFramePr>
        <p:xfrm>
          <a:off x="623392" y="3356992"/>
          <a:ext cx="2160240" cy="1728192"/>
        </p:xfrm>
        <a:graphic>
          <a:graphicData uri="http://schemas.openxmlformats.org/drawingml/2006/table">
            <a:tbl>
              <a:tblPr>
                <a:tableStyleId>{5C22544A-7EE6-4342-B048-85BDC9FD1C3A}</a:tableStyleId>
              </a:tblPr>
              <a:tblGrid>
                <a:gridCol w="1080120"/>
                <a:gridCol w="1080120"/>
              </a:tblGrid>
              <a:tr h="864096">
                <a:tc>
                  <a:txBody>
                    <a:bodyPr/>
                    <a:lstStyle/>
                    <a:p>
                      <a:pPr algn="ctr"/>
                      <a:r>
                        <a:rPr lang="zh-CN" altLang="en-US" sz="2800" b="1" dirty="0" smtClean="0">
                          <a:solidFill>
                            <a:schemeClr val="bg1"/>
                          </a:solidFill>
                          <a:latin typeface="+mj-ea"/>
                          <a:ea typeface="+mj-ea"/>
                        </a:rPr>
                        <a:t>了</a:t>
                      </a:r>
                      <a:endParaRPr lang="zh-CN" altLang="en-US" sz="2800" b="1" dirty="0">
                        <a:solidFill>
                          <a:schemeClr val="bg1"/>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00000"/>
                    </a:solidFill>
                  </a:tcPr>
                </a:tc>
                <a:tc>
                  <a:txBody>
                    <a:bodyPr/>
                    <a:lstStyle/>
                    <a:p>
                      <a:pPr algn="ctr"/>
                      <a:endParaRPr lang="zh-CN" altLang="en-US" sz="2800" b="1" dirty="0">
                        <a:solidFill>
                          <a:schemeClr val="bg1"/>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864096">
                <a:tc>
                  <a:txBody>
                    <a:bodyPr/>
                    <a:lstStyle/>
                    <a:p>
                      <a:pPr algn="ctr"/>
                      <a:endParaRPr lang="zh-CN" altLang="en-US" sz="2800" b="1" dirty="0">
                        <a:solidFill>
                          <a:schemeClr val="bg1"/>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zh-CN" altLang="en-US" sz="2800" b="1" dirty="0" smtClean="0">
                          <a:solidFill>
                            <a:schemeClr val="bg1"/>
                          </a:solidFill>
                          <a:latin typeface="+mj-ea"/>
                          <a:ea typeface="+mj-ea"/>
                        </a:rPr>
                        <a:t>解</a:t>
                      </a:r>
                      <a:endParaRPr lang="zh-CN" altLang="en-US" sz="2800" b="1" dirty="0">
                        <a:solidFill>
                          <a:schemeClr val="bg1"/>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00000"/>
                    </a:solidFill>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1415480" y="548680"/>
            <a:ext cx="936104" cy="369332"/>
          </a:xfrm>
          <a:prstGeom prst="rect">
            <a:avLst/>
          </a:prstGeom>
          <a:noFill/>
        </p:spPr>
        <p:txBody>
          <a:bodyPr wrap="square" rtlCol="0">
            <a:spAutoFit/>
          </a:bodyPr>
          <a:lstStyle/>
          <a:p>
            <a:r>
              <a:rPr lang="zh-CN" altLang="en-US" dirty="0" smtClean="0">
                <a:solidFill>
                  <a:schemeClr val="bg1"/>
                </a:solidFill>
                <a:latin typeface="+mj-ea"/>
                <a:ea typeface="+mj-ea"/>
              </a:rPr>
              <a:t>了解</a:t>
            </a:r>
            <a:endParaRPr lang="zh-CN" altLang="en-US" dirty="0">
              <a:solidFill>
                <a:schemeClr val="bg1"/>
              </a:solidFill>
              <a:latin typeface="+mj-ea"/>
              <a:ea typeface="+mj-ea"/>
            </a:endParaRPr>
          </a:p>
        </p:txBody>
      </p:sp>
      <p:grpSp>
        <p:nvGrpSpPr>
          <p:cNvPr id="6" name="组合 24"/>
          <p:cNvGrpSpPr/>
          <p:nvPr/>
        </p:nvGrpSpPr>
        <p:grpSpPr>
          <a:xfrm>
            <a:off x="0" y="3356992"/>
            <a:ext cx="12192000" cy="3501008"/>
            <a:chOff x="0" y="3356992"/>
            <a:chExt cx="12192000" cy="3501008"/>
          </a:xfrm>
          <a:solidFill>
            <a:srgbClr val="C00000"/>
          </a:solidFill>
        </p:grpSpPr>
        <p:sp>
          <p:nvSpPr>
            <p:cNvPr id="22" name="矩形 21"/>
            <p:cNvSpPr/>
            <p:nvPr/>
          </p:nvSpPr>
          <p:spPr>
            <a:xfrm>
              <a:off x="0" y="3356992"/>
              <a:ext cx="12192000" cy="35010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623392" y="3356992"/>
              <a:ext cx="2160240"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rgbClr val="C00000"/>
                  </a:solidFill>
                  <a:latin typeface="+mj-ea"/>
                  <a:ea typeface="+mj-ea"/>
                </a:rPr>
                <a:t>公司</a:t>
              </a:r>
              <a:r>
                <a:rPr lang="zh-CN" altLang="en-US" sz="4000" b="1" dirty="0" smtClean="0">
                  <a:solidFill>
                    <a:srgbClr val="C00000"/>
                  </a:solidFill>
                  <a:latin typeface="+mj-ea"/>
                  <a:ea typeface="+mj-ea"/>
                </a:rPr>
                <a:t>外</a:t>
              </a:r>
              <a:r>
                <a:rPr lang="zh-CN" altLang="en-US" sz="2800" b="1" dirty="0" smtClean="0">
                  <a:solidFill>
                    <a:srgbClr val="C00000"/>
                  </a:solidFill>
                  <a:latin typeface="+mj-ea"/>
                  <a:ea typeface="+mj-ea"/>
                </a:rPr>
                <a:t>部</a:t>
              </a:r>
              <a:endParaRPr lang="zh-CN" altLang="en-US" sz="2800" b="1" dirty="0">
                <a:solidFill>
                  <a:srgbClr val="C00000"/>
                </a:solidFill>
                <a:latin typeface="+mj-ea"/>
                <a:ea typeface="+mj-ea"/>
              </a:endParaRPr>
            </a:p>
          </p:txBody>
        </p:sp>
      </p:grpSp>
      <p:sp>
        <p:nvSpPr>
          <p:cNvPr id="16" name="TextBox 15"/>
          <p:cNvSpPr txBox="1"/>
          <p:nvPr/>
        </p:nvSpPr>
        <p:spPr>
          <a:xfrm>
            <a:off x="2830960" y="476672"/>
            <a:ext cx="9361040" cy="2954655"/>
          </a:xfrm>
          <a:prstGeom prst="rect">
            <a:avLst/>
          </a:prstGeom>
          <a:noFill/>
        </p:spPr>
        <p:txBody>
          <a:bodyPr wrap="square" rtlCol="0">
            <a:spAutoFit/>
          </a:bodyPr>
          <a:lstStyle/>
          <a:p>
            <a:pPr lvl="2" indent="-457200" algn="just">
              <a:lnSpc>
                <a:spcPct val="150000"/>
              </a:lnSpc>
            </a:pPr>
            <a:r>
              <a:rPr lang="zh-CN" altLang="en-US" sz="2800" b="1" kern="100" dirty="0" smtClean="0">
                <a:solidFill>
                  <a:srgbClr val="C00000"/>
                </a:solidFill>
                <a:latin typeface="+mj-ea"/>
                <a:ea typeface="+mj-ea"/>
              </a:rPr>
              <a:t>在同行业中这个公司的此部门所处的位置以及原因</a:t>
            </a:r>
            <a:r>
              <a:rPr lang="en-US" altLang="zh-CN" sz="2800" b="1" kern="100" dirty="0" smtClean="0">
                <a:solidFill>
                  <a:srgbClr val="C00000"/>
                </a:solidFill>
                <a:latin typeface="+mj-ea"/>
                <a:ea typeface="+mj-ea"/>
              </a:rPr>
              <a:t>,</a:t>
            </a:r>
          </a:p>
          <a:p>
            <a:pPr lvl="2" indent="-457200" algn="just">
              <a:lnSpc>
                <a:spcPct val="150000"/>
              </a:lnSpc>
            </a:pPr>
            <a:r>
              <a:rPr lang="zh-CN" altLang="en-US" sz="2800" b="1" kern="100" dirty="0" smtClean="0">
                <a:solidFill>
                  <a:srgbClr val="C00000"/>
                </a:solidFill>
                <a:latin typeface="+mj-ea"/>
                <a:ea typeface="+mj-ea"/>
              </a:rPr>
              <a:t>从而看到此部门将来的发展趋势</a:t>
            </a:r>
          </a:p>
          <a:p>
            <a:pPr lvl="2" indent="-457200" algn="just">
              <a:lnSpc>
                <a:spcPct val="150000"/>
              </a:lnSpc>
            </a:pPr>
            <a:r>
              <a:rPr lang="zh-CN" altLang="en-US" sz="2800" b="1" kern="100" dirty="0" smtClean="0">
                <a:solidFill>
                  <a:srgbClr val="C00000"/>
                </a:solidFill>
                <a:latin typeface="+mj-ea"/>
                <a:ea typeface="+mj-ea"/>
              </a:rPr>
              <a:t>你想在这个行业有怎样的发展</a:t>
            </a:r>
            <a:r>
              <a:rPr lang="zh-CN" altLang="en-US" sz="2000" b="1" kern="100" dirty="0" smtClean="0">
                <a:solidFill>
                  <a:srgbClr val="C00000"/>
                </a:solidFill>
                <a:latin typeface="+mj-ea"/>
                <a:ea typeface="+mj-ea"/>
              </a:rPr>
              <a:t>（达到什么样的水平）</a:t>
            </a:r>
            <a:endParaRPr lang="zh-CN" altLang="en-US" sz="2800" b="1" kern="100" dirty="0" smtClean="0">
              <a:solidFill>
                <a:srgbClr val="C00000"/>
              </a:solidFill>
              <a:latin typeface="+mj-ea"/>
              <a:ea typeface="+mj-ea"/>
            </a:endParaRPr>
          </a:p>
          <a:p>
            <a:pPr lvl="2" indent="-457200" algn="just">
              <a:lnSpc>
                <a:spcPct val="150000"/>
              </a:lnSpc>
            </a:pPr>
            <a:r>
              <a:rPr lang="zh-CN" altLang="en-US" sz="2800" b="1" kern="100" dirty="0" smtClean="0">
                <a:solidFill>
                  <a:srgbClr val="C00000"/>
                </a:solidFill>
                <a:latin typeface="+mj-ea"/>
                <a:ea typeface="+mj-ea"/>
              </a:rPr>
              <a:t>你能给这个行业带来什么</a:t>
            </a:r>
            <a:endParaRPr lang="en-US" altLang="zh-CN" sz="2800" b="1" kern="100" dirty="0" smtClean="0">
              <a:solidFill>
                <a:srgbClr val="C00000"/>
              </a:solidFill>
              <a:latin typeface="+mj-ea"/>
              <a:ea typeface="+mj-ea"/>
            </a:endParaRPr>
          </a:p>
          <a:p>
            <a:pPr indent="-457200"/>
            <a:endParaRPr lang="zh-CN" altLang="en-US" b="1" dirty="0">
              <a:solidFill>
                <a:srgbClr val="C00000"/>
              </a:solidFill>
              <a:latin typeface="+mj-ea"/>
              <a:ea typeface="+mj-ea"/>
            </a:endParaRPr>
          </a:p>
        </p:txBody>
      </p:sp>
      <p:grpSp>
        <p:nvGrpSpPr>
          <p:cNvPr id="32" name="组合 31"/>
          <p:cNvGrpSpPr/>
          <p:nvPr/>
        </p:nvGrpSpPr>
        <p:grpSpPr>
          <a:xfrm>
            <a:off x="4727848" y="4077072"/>
            <a:ext cx="1080120" cy="936104"/>
            <a:chOff x="5807968" y="4509120"/>
            <a:chExt cx="1080120" cy="936104"/>
          </a:xfrm>
        </p:grpSpPr>
        <p:cxnSp>
          <p:nvCxnSpPr>
            <p:cNvPr id="18" name="直接连接符 17"/>
            <p:cNvCxnSpPr/>
            <p:nvPr/>
          </p:nvCxnSpPr>
          <p:spPr>
            <a:xfrm>
              <a:off x="5807968" y="4725144"/>
              <a:ext cx="10801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6312024" y="4509120"/>
              <a:ext cx="0" cy="9361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3" name="矩形 32"/>
          <p:cNvSpPr/>
          <p:nvPr/>
        </p:nvSpPr>
        <p:spPr>
          <a:xfrm>
            <a:off x="5447928" y="4509120"/>
            <a:ext cx="6048672" cy="1200329"/>
          </a:xfrm>
          <a:prstGeom prst="rect">
            <a:avLst/>
          </a:prstGeom>
        </p:spPr>
        <p:txBody>
          <a:bodyPr wrap="square">
            <a:spAutoFit/>
          </a:bodyPr>
          <a:lstStyle/>
          <a:p>
            <a:pPr algn="just"/>
            <a:r>
              <a:rPr lang="zh-CN" altLang="en-US" kern="100" dirty="0" smtClean="0">
                <a:solidFill>
                  <a:schemeClr val="bg1"/>
                </a:solidFill>
                <a:latin typeface="+mj-ea"/>
                <a:ea typeface="+mj-ea"/>
              </a:rPr>
              <a:t>比如，你能通过你的影响力来改变这个行业的什么方面吗？我的第一个老板在跳槽后，在做的一件事情我非常敬佩：他了解到这个行业某些方面做的不好的地方，然后参与了法规的制定，通过法律手段来影响行业发展</a:t>
            </a:r>
            <a:endParaRPr lang="zh-CN" altLang="en-US" dirty="0">
              <a:solidFill>
                <a:schemeClr val="bg1"/>
              </a:solidFill>
              <a:latin typeface="+mj-ea"/>
              <a:ea typeface="+mj-ea"/>
            </a:endParaRPr>
          </a:p>
        </p:txBody>
      </p:sp>
      <p:graphicFrame>
        <p:nvGraphicFramePr>
          <p:cNvPr id="13" name="表格 12"/>
          <p:cNvGraphicFramePr>
            <a:graphicFrameLocks noGrp="1"/>
          </p:cNvGraphicFramePr>
          <p:nvPr/>
        </p:nvGraphicFramePr>
        <p:xfrm>
          <a:off x="623392" y="1628800"/>
          <a:ext cx="2160240" cy="1728192"/>
        </p:xfrm>
        <a:graphic>
          <a:graphicData uri="http://schemas.openxmlformats.org/drawingml/2006/table">
            <a:tbl>
              <a:tblPr>
                <a:tableStyleId>{5C22544A-7EE6-4342-B048-85BDC9FD1C3A}</a:tableStyleId>
              </a:tblPr>
              <a:tblGrid>
                <a:gridCol w="1080120"/>
                <a:gridCol w="1080120"/>
              </a:tblGrid>
              <a:tr h="864096">
                <a:tc>
                  <a:txBody>
                    <a:bodyPr/>
                    <a:lstStyle/>
                    <a:p>
                      <a:pPr algn="ctr"/>
                      <a:r>
                        <a:rPr lang="zh-CN" altLang="en-US" sz="2800" b="1" dirty="0" smtClean="0">
                          <a:solidFill>
                            <a:srgbClr val="C00000"/>
                          </a:solidFill>
                          <a:latin typeface="+mj-ea"/>
                          <a:ea typeface="+mj-ea"/>
                        </a:rPr>
                        <a:t>了</a:t>
                      </a:r>
                      <a:endParaRPr lang="zh-CN" altLang="en-US" sz="2800" b="1" dirty="0">
                        <a:solidFill>
                          <a:srgbClr val="C00000"/>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CN" altLang="en-US" sz="2800" b="1" dirty="0">
                        <a:solidFill>
                          <a:schemeClr val="bg1"/>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00000"/>
                    </a:solidFill>
                  </a:tcPr>
                </a:tc>
              </a:tr>
              <a:tr h="864096">
                <a:tc>
                  <a:txBody>
                    <a:bodyPr/>
                    <a:lstStyle/>
                    <a:p>
                      <a:pPr algn="ctr"/>
                      <a:endParaRPr lang="zh-CN" altLang="en-US" sz="2800" b="1" dirty="0">
                        <a:solidFill>
                          <a:schemeClr val="bg1"/>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00000"/>
                    </a:solidFill>
                  </a:tcPr>
                </a:tc>
                <a:tc>
                  <a:txBody>
                    <a:bodyPr/>
                    <a:lstStyle/>
                    <a:p>
                      <a:pPr algn="ctr"/>
                      <a:r>
                        <a:rPr lang="zh-CN" altLang="en-US" sz="2800" b="1" dirty="0" smtClean="0">
                          <a:solidFill>
                            <a:srgbClr val="C00000"/>
                          </a:solidFill>
                          <a:latin typeface="+mj-ea"/>
                          <a:ea typeface="+mj-ea"/>
                        </a:rPr>
                        <a:t>解</a:t>
                      </a:r>
                      <a:endParaRPr lang="zh-CN" altLang="en-US" sz="2800" b="1" dirty="0">
                        <a:solidFill>
                          <a:srgbClr val="C00000"/>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1415480" y="548680"/>
            <a:ext cx="936104" cy="369332"/>
          </a:xfrm>
          <a:prstGeom prst="rect">
            <a:avLst/>
          </a:prstGeom>
          <a:noFill/>
        </p:spPr>
        <p:txBody>
          <a:bodyPr wrap="square" rtlCol="0">
            <a:spAutoFit/>
          </a:bodyPr>
          <a:lstStyle/>
          <a:p>
            <a:r>
              <a:rPr lang="zh-CN" altLang="en-US" dirty="0" smtClean="0">
                <a:solidFill>
                  <a:schemeClr val="bg1"/>
                </a:solidFill>
                <a:latin typeface="+mj-ea"/>
                <a:ea typeface="+mj-ea"/>
              </a:rPr>
              <a:t>了解</a:t>
            </a:r>
            <a:endParaRPr lang="zh-CN" altLang="en-US" dirty="0">
              <a:solidFill>
                <a:schemeClr val="bg1"/>
              </a:solidFill>
              <a:latin typeface="+mj-ea"/>
              <a:ea typeface="+mj-ea"/>
            </a:endParaRPr>
          </a:p>
        </p:txBody>
      </p:sp>
      <p:sp>
        <p:nvSpPr>
          <p:cNvPr id="19" name="矩形 18"/>
          <p:cNvSpPr/>
          <p:nvPr/>
        </p:nvSpPr>
        <p:spPr>
          <a:xfrm>
            <a:off x="6672064"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找人</a:t>
            </a:r>
            <a:endParaRPr lang="en-US" altLang="zh-CN" sz="2000" b="1" dirty="0" smtClean="0">
              <a:solidFill>
                <a:schemeClr val="bg1"/>
              </a:solidFill>
              <a:latin typeface="+mj-ea"/>
              <a:ea typeface="+mj-ea"/>
            </a:endParaRPr>
          </a:p>
        </p:txBody>
      </p:sp>
      <p:sp>
        <p:nvSpPr>
          <p:cNvPr id="23" name="矩形 22"/>
          <p:cNvSpPr/>
          <p:nvPr/>
        </p:nvSpPr>
        <p:spPr>
          <a:xfrm>
            <a:off x="7824192"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上网</a:t>
            </a:r>
            <a:endParaRPr lang="en-US" altLang="zh-CN" sz="2000" b="1" dirty="0" smtClean="0">
              <a:solidFill>
                <a:schemeClr val="bg1"/>
              </a:solidFill>
              <a:latin typeface="+mj-ea"/>
              <a:ea typeface="+mj-ea"/>
            </a:endParaRPr>
          </a:p>
        </p:txBody>
      </p:sp>
      <p:sp>
        <p:nvSpPr>
          <p:cNvPr id="25" name="矩形 24"/>
          <p:cNvSpPr/>
          <p:nvPr/>
        </p:nvSpPr>
        <p:spPr>
          <a:xfrm>
            <a:off x="8832304"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面试</a:t>
            </a:r>
            <a:endParaRPr lang="en-US" altLang="zh-CN" sz="2000" b="1" dirty="0" smtClean="0">
              <a:solidFill>
                <a:schemeClr val="bg1"/>
              </a:solidFill>
              <a:latin typeface="+mj-ea"/>
              <a:ea typeface="+mj-ea"/>
            </a:endParaRPr>
          </a:p>
        </p:txBody>
      </p:sp>
      <p:sp>
        <p:nvSpPr>
          <p:cNvPr id="26" name="直角三角形 25"/>
          <p:cNvSpPr/>
          <p:nvPr/>
        </p:nvSpPr>
        <p:spPr>
          <a:xfrm flipH="1">
            <a:off x="6384032"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直角三角形 28"/>
          <p:cNvSpPr/>
          <p:nvPr/>
        </p:nvSpPr>
        <p:spPr>
          <a:xfrm flipH="1">
            <a:off x="7536160"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直角三角形 31"/>
          <p:cNvSpPr/>
          <p:nvPr/>
        </p:nvSpPr>
        <p:spPr>
          <a:xfrm flipH="1">
            <a:off x="8544272"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p:nvSpPr>
        <p:spPr>
          <a:xfrm rot="10800000">
            <a:off x="1199456" y="1988840"/>
            <a:ext cx="10369152" cy="4464496"/>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467091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266909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664096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865541 w 10009112"/>
              <a:gd name="connsiteY9" fmla="*/ 4574402 h 5471343"/>
              <a:gd name="connsiteX10" fmla="*/ 4151928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561037"/>
              <a:gd name="connsiteX1" fmla="*/ 1668186 w 10009112"/>
              <a:gd name="connsiteY1" fmla="*/ 0 h 5561037"/>
              <a:gd name="connsiteX2" fmla="*/ 1668186 w 10009112"/>
              <a:gd name="connsiteY2" fmla="*/ 0 h 5561037"/>
              <a:gd name="connsiteX3" fmla="*/ 4170464 w 10009112"/>
              <a:gd name="connsiteY3" fmla="*/ 0 h 5561037"/>
              <a:gd name="connsiteX4" fmla="*/ 10009112 w 10009112"/>
              <a:gd name="connsiteY4" fmla="*/ 0 h 5561037"/>
              <a:gd name="connsiteX5" fmla="*/ 10009112 w 10009112"/>
              <a:gd name="connsiteY5" fmla="*/ 2646294 h 5561037"/>
              <a:gd name="connsiteX6" fmla="*/ 10009112 w 10009112"/>
              <a:gd name="connsiteY6" fmla="*/ 2646294 h 5561037"/>
              <a:gd name="connsiteX7" fmla="*/ 10009112 w 10009112"/>
              <a:gd name="connsiteY7" fmla="*/ 3780420 h 5561037"/>
              <a:gd name="connsiteX8" fmla="*/ 10009112 w 10009112"/>
              <a:gd name="connsiteY8" fmla="*/ 4536504 h 5561037"/>
              <a:gd name="connsiteX9" fmla="*/ 4865541 w 10009112"/>
              <a:gd name="connsiteY9" fmla="*/ 4574402 h 5561037"/>
              <a:gd name="connsiteX10" fmla="*/ 4378987 w 10009112"/>
              <a:gd name="connsiteY10" fmla="*/ 5561037 h 5561037"/>
              <a:gd name="connsiteX11" fmla="*/ 3781220 w 10009112"/>
              <a:gd name="connsiteY11" fmla="*/ 4574402 h 5561037"/>
              <a:gd name="connsiteX12" fmla="*/ 0 w 10009112"/>
              <a:gd name="connsiteY12" fmla="*/ 4536504 h 5561037"/>
              <a:gd name="connsiteX13" fmla="*/ 0 w 10009112"/>
              <a:gd name="connsiteY13" fmla="*/ 3780420 h 5561037"/>
              <a:gd name="connsiteX14" fmla="*/ 0 w 10009112"/>
              <a:gd name="connsiteY14" fmla="*/ 2646294 h 5561037"/>
              <a:gd name="connsiteX15" fmla="*/ 0 w 10009112"/>
              <a:gd name="connsiteY15" fmla="*/ 2646294 h 5561037"/>
              <a:gd name="connsiteX16" fmla="*/ 0 w 10009112"/>
              <a:gd name="connsiteY16" fmla="*/ 0 h 5561037"/>
              <a:gd name="connsiteX0" fmla="*/ 0 w 10009112"/>
              <a:gd name="connsiteY0" fmla="*/ 0 h 5561037"/>
              <a:gd name="connsiteX1" fmla="*/ 1668186 w 10009112"/>
              <a:gd name="connsiteY1" fmla="*/ 0 h 5561037"/>
              <a:gd name="connsiteX2" fmla="*/ 1668186 w 10009112"/>
              <a:gd name="connsiteY2" fmla="*/ 0 h 5561037"/>
              <a:gd name="connsiteX3" fmla="*/ 4170464 w 10009112"/>
              <a:gd name="connsiteY3" fmla="*/ 0 h 5561037"/>
              <a:gd name="connsiteX4" fmla="*/ 10009112 w 10009112"/>
              <a:gd name="connsiteY4" fmla="*/ 0 h 5561037"/>
              <a:gd name="connsiteX5" fmla="*/ 10009112 w 10009112"/>
              <a:gd name="connsiteY5" fmla="*/ 2646294 h 5561037"/>
              <a:gd name="connsiteX6" fmla="*/ 10009112 w 10009112"/>
              <a:gd name="connsiteY6" fmla="*/ 2646294 h 5561037"/>
              <a:gd name="connsiteX7" fmla="*/ 10009112 w 10009112"/>
              <a:gd name="connsiteY7" fmla="*/ 3780420 h 5561037"/>
              <a:gd name="connsiteX8" fmla="*/ 10009112 w 10009112"/>
              <a:gd name="connsiteY8" fmla="*/ 4536504 h 5561037"/>
              <a:gd name="connsiteX9" fmla="*/ 4865541 w 10009112"/>
              <a:gd name="connsiteY9" fmla="*/ 4574402 h 5561037"/>
              <a:gd name="connsiteX10" fmla="*/ 4378987 w 10009112"/>
              <a:gd name="connsiteY10" fmla="*/ 5561037 h 5561037"/>
              <a:gd name="connsiteX11" fmla="*/ 3781220 w 10009112"/>
              <a:gd name="connsiteY11" fmla="*/ 4574402 h 5561037"/>
              <a:gd name="connsiteX12" fmla="*/ 0 w 10009112"/>
              <a:gd name="connsiteY12" fmla="*/ 4536504 h 5561037"/>
              <a:gd name="connsiteX13" fmla="*/ 0 w 10009112"/>
              <a:gd name="connsiteY13" fmla="*/ 3780420 h 5561037"/>
              <a:gd name="connsiteX14" fmla="*/ 0 w 10009112"/>
              <a:gd name="connsiteY14" fmla="*/ 2646294 h 5561037"/>
              <a:gd name="connsiteX15" fmla="*/ 0 w 10009112"/>
              <a:gd name="connsiteY15" fmla="*/ 2646294 h 5561037"/>
              <a:gd name="connsiteX16" fmla="*/ 0 w 10009112"/>
              <a:gd name="connsiteY16" fmla="*/ 0 h 5561037"/>
              <a:gd name="connsiteX0" fmla="*/ 0 w 10009112"/>
              <a:gd name="connsiteY0" fmla="*/ 0 h 5561037"/>
              <a:gd name="connsiteX1" fmla="*/ 1668186 w 10009112"/>
              <a:gd name="connsiteY1" fmla="*/ 0 h 5561037"/>
              <a:gd name="connsiteX2" fmla="*/ 1668186 w 10009112"/>
              <a:gd name="connsiteY2" fmla="*/ 0 h 5561037"/>
              <a:gd name="connsiteX3" fmla="*/ 4170464 w 10009112"/>
              <a:gd name="connsiteY3" fmla="*/ 0 h 5561037"/>
              <a:gd name="connsiteX4" fmla="*/ 10009112 w 10009112"/>
              <a:gd name="connsiteY4" fmla="*/ 0 h 5561037"/>
              <a:gd name="connsiteX5" fmla="*/ 10009112 w 10009112"/>
              <a:gd name="connsiteY5" fmla="*/ 2646294 h 5561037"/>
              <a:gd name="connsiteX6" fmla="*/ 10009112 w 10009112"/>
              <a:gd name="connsiteY6" fmla="*/ 2646294 h 5561037"/>
              <a:gd name="connsiteX7" fmla="*/ 10009112 w 10009112"/>
              <a:gd name="connsiteY7" fmla="*/ 3780420 h 5561037"/>
              <a:gd name="connsiteX8" fmla="*/ 10009112 w 10009112"/>
              <a:gd name="connsiteY8" fmla="*/ 4536504 h 5561037"/>
              <a:gd name="connsiteX9" fmla="*/ 4865541 w 10009112"/>
              <a:gd name="connsiteY9" fmla="*/ 4574402 h 5561037"/>
              <a:gd name="connsiteX10" fmla="*/ 4378987 w 10009112"/>
              <a:gd name="connsiteY10" fmla="*/ 5561037 h 5561037"/>
              <a:gd name="connsiteX11" fmla="*/ 4031448 w 10009112"/>
              <a:gd name="connsiteY11" fmla="*/ 4664096 h 5561037"/>
              <a:gd name="connsiteX12" fmla="*/ 0 w 10009112"/>
              <a:gd name="connsiteY12" fmla="*/ 4536504 h 5561037"/>
              <a:gd name="connsiteX13" fmla="*/ 0 w 10009112"/>
              <a:gd name="connsiteY13" fmla="*/ 3780420 h 5561037"/>
              <a:gd name="connsiteX14" fmla="*/ 0 w 10009112"/>
              <a:gd name="connsiteY14" fmla="*/ 2646294 h 5561037"/>
              <a:gd name="connsiteX15" fmla="*/ 0 w 10009112"/>
              <a:gd name="connsiteY15" fmla="*/ 2646294 h 5561037"/>
              <a:gd name="connsiteX16" fmla="*/ 0 w 10009112"/>
              <a:gd name="connsiteY16" fmla="*/ 0 h 5561037"/>
              <a:gd name="connsiteX0" fmla="*/ 0 w 10009112"/>
              <a:gd name="connsiteY0" fmla="*/ 0 h 5561037"/>
              <a:gd name="connsiteX1" fmla="*/ 1668186 w 10009112"/>
              <a:gd name="connsiteY1" fmla="*/ 0 h 5561037"/>
              <a:gd name="connsiteX2" fmla="*/ 1668186 w 10009112"/>
              <a:gd name="connsiteY2" fmla="*/ 0 h 5561037"/>
              <a:gd name="connsiteX3" fmla="*/ 4170464 w 10009112"/>
              <a:gd name="connsiteY3" fmla="*/ 0 h 5561037"/>
              <a:gd name="connsiteX4" fmla="*/ 10009112 w 10009112"/>
              <a:gd name="connsiteY4" fmla="*/ 0 h 5561037"/>
              <a:gd name="connsiteX5" fmla="*/ 10009112 w 10009112"/>
              <a:gd name="connsiteY5" fmla="*/ 2646294 h 5561037"/>
              <a:gd name="connsiteX6" fmla="*/ 10009112 w 10009112"/>
              <a:gd name="connsiteY6" fmla="*/ 2646294 h 5561037"/>
              <a:gd name="connsiteX7" fmla="*/ 10009112 w 10009112"/>
              <a:gd name="connsiteY7" fmla="*/ 3780420 h 5561037"/>
              <a:gd name="connsiteX8" fmla="*/ 10009112 w 10009112"/>
              <a:gd name="connsiteY8" fmla="*/ 4536504 h 5561037"/>
              <a:gd name="connsiteX9" fmla="*/ 4726525 w 10009112"/>
              <a:gd name="connsiteY9" fmla="*/ 4574401 h 5561037"/>
              <a:gd name="connsiteX10" fmla="*/ 4378987 w 10009112"/>
              <a:gd name="connsiteY10" fmla="*/ 5561037 h 5561037"/>
              <a:gd name="connsiteX11" fmla="*/ 4031448 w 10009112"/>
              <a:gd name="connsiteY11" fmla="*/ 4664096 h 5561037"/>
              <a:gd name="connsiteX12" fmla="*/ 0 w 10009112"/>
              <a:gd name="connsiteY12" fmla="*/ 4536504 h 5561037"/>
              <a:gd name="connsiteX13" fmla="*/ 0 w 10009112"/>
              <a:gd name="connsiteY13" fmla="*/ 3780420 h 5561037"/>
              <a:gd name="connsiteX14" fmla="*/ 0 w 10009112"/>
              <a:gd name="connsiteY14" fmla="*/ 2646294 h 5561037"/>
              <a:gd name="connsiteX15" fmla="*/ 0 w 10009112"/>
              <a:gd name="connsiteY15" fmla="*/ 2646294 h 5561037"/>
              <a:gd name="connsiteX16" fmla="*/ 0 w 10009112"/>
              <a:gd name="connsiteY16" fmla="*/ 0 h 5561037"/>
              <a:gd name="connsiteX0" fmla="*/ 0 w 10009112"/>
              <a:gd name="connsiteY0" fmla="*/ 0 h 5561037"/>
              <a:gd name="connsiteX1" fmla="*/ 1668186 w 10009112"/>
              <a:gd name="connsiteY1" fmla="*/ 0 h 5561037"/>
              <a:gd name="connsiteX2" fmla="*/ 1668186 w 10009112"/>
              <a:gd name="connsiteY2" fmla="*/ 0 h 5561037"/>
              <a:gd name="connsiteX3" fmla="*/ 4170464 w 10009112"/>
              <a:gd name="connsiteY3" fmla="*/ 0 h 5561037"/>
              <a:gd name="connsiteX4" fmla="*/ 10009112 w 10009112"/>
              <a:gd name="connsiteY4" fmla="*/ 0 h 5561037"/>
              <a:gd name="connsiteX5" fmla="*/ 10009112 w 10009112"/>
              <a:gd name="connsiteY5" fmla="*/ 2646294 h 5561037"/>
              <a:gd name="connsiteX6" fmla="*/ 10009112 w 10009112"/>
              <a:gd name="connsiteY6" fmla="*/ 2646294 h 5561037"/>
              <a:gd name="connsiteX7" fmla="*/ 10009112 w 10009112"/>
              <a:gd name="connsiteY7" fmla="*/ 3780420 h 5561037"/>
              <a:gd name="connsiteX8" fmla="*/ 10009112 w 10009112"/>
              <a:gd name="connsiteY8" fmla="*/ 4536504 h 5561037"/>
              <a:gd name="connsiteX9" fmla="*/ 4726525 w 10009112"/>
              <a:gd name="connsiteY9" fmla="*/ 4574401 h 5561037"/>
              <a:gd name="connsiteX10" fmla="*/ 4378987 w 10009112"/>
              <a:gd name="connsiteY10" fmla="*/ 5561037 h 5561037"/>
              <a:gd name="connsiteX11" fmla="*/ 3961940 w 10009112"/>
              <a:gd name="connsiteY11" fmla="*/ 4574401 h 5561037"/>
              <a:gd name="connsiteX12" fmla="*/ 0 w 10009112"/>
              <a:gd name="connsiteY12" fmla="*/ 4536504 h 5561037"/>
              <a:gd name="connsiteX13" fmla="*/ 0 w 10009112"/>
              <a:gd name="connsiteY13" fmla="*/ 3780420 h 5561037"/>
              <a:gd name="connsiteX14" fmla="*/ 0 w 10009112"/>
              <a:gd name="connsiteY14" fmla="*/ 2646294 h 5561037"/>
              <a:gd name="connsiteX15" fmla="*/ 0 w 10009112"/>
              <a:gd name="connsiteY15" fmla="*/ 2646294 h 5561037"/>
              <a:gd name="connsiteX16" fmla="*/ 0 w 10009112"/>
              <a:gd name="connsiteY16" fmla="*/ 0 h 5561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561037">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4726525" y="4574401"/>
                </a:lnTo>
                <a:lnTo>
                  <a:pt x="4378987" y="5561037"/>
                </a:lnTo>
                <a:lnTo>
                  <a:pt x="3961940" y="4574401"/>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grpSp>
        <p:nvGrpSpPr>
          <p:cNvPr id="39" name="组合 38"/>
          <p:cNvGrpSpPr/>
          <p:nvPr/>
        </p:nvGrpSpPr>
        <p:grpSpPr>
          <a:xfrm>
            <a:off x="1559496" y="3356992"/>
            <a:ext cx="9649072" cy="3023905"/>
            <a:chOff x="1631504" y="3068960"/>
            <a:chExt cx="9145016" cy="3023905"/>
          </a:xfrm>
        </p:grpSpPr>
        <p:sp>
          <p:nvSpPr>
            <p:cNvPr id="36" name="TextBox 35"/>
            <p:cNvSpPr txBox="1"/>
            <p:nvPr/>
          </p:nvSpPr>
          <p:spPr>
            <a:xfrm>
              <a:off x="1703512" y="3068960"/>
              <a:ext cx="9073008" cy="3023905"/>
            </a:xfrm>
            <a:prstGeom prst="rect">
              <a:avLst/>
            </a:prstGeom>
            <a:noFill/>
          </p:spPr>
          <p:txBody>
            <a:bodyPr wrap="square" rtlCol="0" anchor="ctr">
              <a:spAutoFit/>
            </a:bodyPr>
            <a:lstStyle/>
            <a:p>
              <a:pPr algn="just"/>
              <a:r>
                <a:rPr lang="zh-CN" altLang="zh-CN" sz="2400" b="1" dirty="0" smtClean="0">
                  <a:solidFill>
                    <a:schemeClr val="bg1"/>
                  </a:solidFill>
                  <a:latin typeface="+mj-ea"/>
                  <a:ea typeface="+mj-ea"/>
                </a:rPr>
                <a:t>最直接的是找到</a:t>
              </a:r>
              <a:r>
                <a:rPr lang="zh-CN" altLang="en-US" sz="2400" b="1" dirty="0" smtClean="0">
                  <a:solidFill>
                    <a:schemeClr val="bg1"/>
                  </a:solidFill>
                  <a:latin typeface="+mj-ea"/>
                  <a:ea typeface="+mj-ea"/>
                </a:rPr>
                <a:t>你申请岗位在职</a:t>
              </a:r>
              <a:r>
                <a:rPr lang="zh-CN" altLang="zh-CN" sz="2400" b="1" dirty="0" smtClean="0">
                  <a:solidFill>
                    <a:schemeClr val="bg1"/>
                  </a:solidFill>
                  <a:latin typeface="+mj-ea"/>
                  <a:ea typeface="+mj-ea"/>
                </a:rPr>
                <a:t>的</a:t>
              </a:r>
              <a:r>
                <a:rPr lang="zh-CN" altLang="en-US" sz="2400" b="1" dirty="0" smtClean="0">
                  <a:solidFill>
                    <a:schemeClr val="bg1"/>
                  </a:solidFill>
                  <a:latin typeface="+mj-ea"/>
                  <a:ea typeface="+mj-ea"/>
                </a:rPr>
                <a:t>那个</a:t>
              </a:r>
              <a:r>
                <a:rPr lang="zh-CN" altLang="zh-CN" sz="2400" b="1" dirty="0" smtClean="0">
                  <a:solidFill>
                    <a:schemeClr val="bg1"/>
                  </a:solidFill>
                  <a:latin typeface="+mj-ea"/>
                  <a:ea typeface="+mj-ea"/>
                </a:rPr>
                <a:t>人</a:t>
              </a:r>
              <a:r>
                <a:rPr lang="zh-CN" altLang="en-US" sz="2400" b="1" dirty="0" smtClean="0">
                  <a:solidFill>
                    <a:schemeClr val="bg1"/>
                  </a:solidFill>
                  <a:latin typeface="+mj-ea"/>
                  <a:ea typeface="+mj-ea"/>
                </a:rPr>
                <a:t>，或者</a:t>
              </a:r>
              <a:r>
                <a:rPr lang="zh-CN" altLang="zh-CN" sz="2400" b="1" dirty="0" smtClean="0">
                  <a:solidFill>
                    <a:schemeClr val="bg1"/>
                  </a:solidFill>
                  <a:latin typeface="+mj-ea"/>
                  <a:ea typeface="+mj-ea"/>
                </a:rPr>
                <a:t>这个部门的</a:t>
              </a:r>
              <a:r>
                <a:rPr lang="zh-CN" altLang="en-US" sz="2400" b="1" dirty="0" smtClean="0">
                  <a:solidFill>
                    <a:schemeClr val="bg1"/>
                  </a:solidFill>
                  <a:latin typeface="+mj-ea"/>
                  <a:ea typeface="+mj-ea"/>
                </a:rPr>
                <a:t>其他</a:t>
              </a:r>
              <a:r>
                <a:rPr lang="zh-CN" altLang="zh-CN" sz="2400" b="1" dirty="0" smtClean="0">
                  <a:solidFill>
                    <a:schemeClr val="bg1"/>
                  </a:solidFill>
                  <a:latin typeface="+mj-ea"/>
                  <a:ea typeface="+mj-ea"/>
                </a:rPr>
                <a:t>人</a:t>
              </a:r>
              <a:endParaRPr lang="en-US" altLang="zh-CN" sz="2400" b="1" dirty="0" smtClean="0">
                <a:solidFill>
                  <a:schemeClr val="bg1"/>
                </a:solidFill>
                <a:latin typeface="+mj-ea"/>
                <a:ea typeface="+mj-ea"/>
              </a:endParaRPr>
            </a:p>
            <a:p>
              <a:pPr lvl="1" algn="just"/>
              <a:endParaRPr lang="en-US" altLang="zh-CN" sz="1400" dirty="0" smtClean="0">
                <a:solidFill>
                  <a:schemeClr val="bg1"/>
                </a:solidFill>
                <a:latin typeface="+mj-ea"/>
                <a:ea typeface="+mj-ea"/>
              </a:endParaRPr>
            </a:p>
            <a:p>
              <a:pPr lvl="1" algn="just"/>
              <a:r>
                <a:rPr lang="zh-CN" altLang="zh-CN" sz="1600" dirty="0" smtClean="0">
                  <a:solidFill>
                    <a:schemeClr val="bg1"/>
                  </a:solidFill>
                  <a:latin typeface="+mj-ea"/>
                  <a:ea typeface="+mj-ea"/>
                </a:rPr>
                <a:t>通过</a:t>
              </a:r>
              <a:r>
                <a:rPr lang="en-US" altLang="zh-CN" sz="1600" dirty="0" smtClean="0">
                  <a:solidFill>
                    <a:schemeClr val="bg1"/>
                  </a:solidFill>
                  <a:latin typeface="+mj-ea"/>
                  <a:ea typeface="+mj-ea"/>
                </a:rPr>
                <a:t>TA</a:t>
              </a:r>
              <a:r>
                <a:rPr lang="zh-CN" altLang="zh-CN" sz="1600" dirty="0" smtClean="0">
                  <a:solidFill>
                    <a:schemeClr val="bg1"/>
                  </a:solidFill>
                  <a:latin typeface="+mj-ea"/>
                  <a:ea typeface="+mj-ea"/>
                </a:rPr>
                <a:t>了解到公司的</a:t>
              </a:r>
              <a:r>
                <a:rPr lang="zh-CN" altLang="zh-CN" sz="1600" b="1" dirty="0" smtClean="0">
                  <a:solidFill>
                    <a:schemeClr val="bg1"/>
                  </a:solidFill>
                  <a:latin typeface="+mj-ea"/>
                  <a:ea typeface="+mj-ea"/>
                </a:rPr>
                <a:t>组织架构，汇报方式，公司福利待遇</a:t>
              </a:r>
              <a:r>
                <a:rPr lang="zh-CN" altLang="zh-CN" sz="1600" dirty="0" smtClean="0">
                  <a:solidFill>
                    <a:schemeClr val="bg1"/>
                  </a:solidFill>
                  <a:latin typeface="+mj-ea"/>
                  <a:ea typeface="+mj-ea"/>
                </a:rPr>
                <a:t>，这个部门的发展状况，人员关系（注意：后两者要打个折扣，因为这涉及到当事人的情况，可能有些不便太多透露或者因为</a:t>
              </a:r>
              <a:r>
                <a:rPr lang="en-US" altLang="zh-CN" sz="1600" dirty="0" smtClean="0">
                  <a:solidFill>
                    <a:schemeClr val="bg1"/>
                  </a:solidFill>
                  <a:latin typeface="+mj-ea"/>
                  <a:ea typeface="+mj-ea"/>
                </a:rPr>
                <a:t>TA</a:t>
              </a:r>
              <a:r>
                <a:rPr lang="zh-CN" altLang="zh-CN" sz="1600" dirty="0" smtClean="0">
                  <a:solidFill>
                    <a:schemeClr val="bg1"/>
                  </a:solidFill>
                  <a:latin typeface="+mj-ea"/>
                  <a:ea typeface="+mj-ea"/>
                </a:rPr>
                <a:t>的三观和处事方式造成观点有些偏颇）</a:t>
              </a:r>
            </a:p>
            <a:p>
              <a:pPr lvl="1" algn="just"/>
              <a:endParaRPr lang="zh-CN" altLang="zh-CN" sz="1050" dirty="0" smtClean="0">
                <a:solidFill>
                  <a:schemeClr val="bg1"/>
                </a:solidFill>
                <a:latin typeface="+mj-ea"/>
                <a:ea typeface="+mj-ea"/>
              </a:endParaRPr>
            </a:p>
            <a:p>
              <a:pPr algn="just"/>
              <a:r>
                <a:rPr lang="zh-CN" altLang="zh-CN" sz="2400" b="1" dirty="0" smtClean="0">
                  <a:solidFill>
                    <a:schemeClr val="bg1"/>
                  </a:solidFill>
                  <a:latin typeface="+mj-ea"/>
                  <a:ea typeface="+mj-ea"/>
                </a:rPr>
                <a:t>找到这个公司其他部门的人</a:t>
              </a:r>
              <a:endParaRPr lang="en-US" altLang="zh-CN" sz="2400" b="1" dirty="0" smtClean="0">
                <a:solidFill>
                  <a:schemeClr val="bg1"/>
                </a:solidFill>
                <a:latin typeface="+mj-ea"/>
                <a:ea typeface="+mj-ea"/>
              </a:endParaRPr>
            </a:p>
            <a:p>
              <a:pPr lvl="1" algn="just"/>
              <a:endParaRPr lang="en-US" altLang="zh-CN" dirty="0" smtClean="0">
                <a:solidFill>
                  <a:schemeClr val="bg1"/>
                </a:solidFill>
                <a:latin typeface="+mj-ea"/>
                <a:ea typeface="+mj-ea"/>
              </a:endParaRPr>
            </a:p>
            <a:p>
              <a:pPr lvl="1" algn="just"/>
              <a:r>
                <a:rPr lang="zh-CN" altLang="zh-CN" sz="1600" dirty="0" smtClean="0">
                  <a:solidFill>
                    <a:schemeClr val="bg1"/>
                  </a:solidFill>
                  <a:latin typeface="+mj-ea"/>
                  <a:ea typeface="+mj-ea"/>
                </a:rPr>
                <a:t>通过他们，主要可以了解这个部门在公司的地位和影响力</a:t>
              </a:r>
              <a:r>
                <a:rPr lang="zh-CN" altLang="en-US" sz="1600" dirty="0" smtClean="0">
                  <a:solidFill>
                    <a:schemeClr val="bg1"/>
                  </a:solidFill>
                  <a:latin typeface="+mj-ea"/>
                  <a:ea typeface="+mj-ea"/>
                </a:rPr>
                <a:t>、</a:t>
              </a:r>
              <a:r>
                <a:rPr lang="zh-CN" altLang="zh-CN" sz="1600" dirty="0" smtClean="0">
                  <a:solidFill>
                    <a:schemeClr val="bg1"/>
                  </a:solidFill>
                  <a:latin typeface="+mj-ea"/>
                  <a:ea typeface="+mj-ea"/>
                </a:rPr>
                <a:t>部门领导和部门其他人员</a:t>
              </a:r>
            </a:p>
            <a:p>
              <a:pPr algn="just"/>
              <a:endParaRPr lang="en-US" altLang="zh-CN" dirty="0" smtClean="0">
                <a:latin typeface="+mj-ea"/>
                <a:ea typeface="+mj-ea"/>
              </a:endParaRPr>
            </a:p>
            <a:p>
              <a:pPr algn="just"/>
              <a:endParaRPr lang="zh-CN" altLang="en-US" dirty="0">
                <a:latin typeface="+mj-ea"/>
                <a:ea typeface="+mj-ea"/>
              </a:endParaRPr>
            </a:p>
          </p:txBody>
        </p:sp>
        <p:sp>
          <p:nvSpPr>
            <p:cNvPr id="37" name="矩形 36"/>
            <p:cNvSpPr/>
            <p:nvPr/>
          </p:nvSpPr>
          <p:spPr>
            <a:xfrm flipH="1">
              <a:off x="1631504" y="3140968"/>
              <a:ext cx="720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flipH="1">
              <a:off x="1631504" y="4581128"/>
              <a:ext cx="720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10056440" y="764704"/>
            <a:ext cx="1512168" cy="1152128"/>
            <a:chOff x="10056440" y="764704"/>
            <a:chExt cx="1512168" cy="1152128"/>
          </a:xfrm>
        </p:grpSpPr>
        <p:sp>
          <p:nvSpPr>
            <p:cNvPr id="30" name="矩形 29"/>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换工作</a:t>
              </a:r>
              <a:endParaRPr lang="zh-CN" altLang="en-US" sz="2000" b="1" dirty="0">
                <a:solidFill>
                  <a:srgbClr val="C00000"/>
                </a:solidFill>
                <a:latin typeface="+mj-ea"/>
                <a:ea typeface="+mj-ea"/>
              </a:endParaRPr>
            </a:p>
          </p:txBody>
        </p:sp>
        <p:sp>
          <p:nvSpPr>
            <p:cNvPr id="40" name="矩形 39"/>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转专业</a:t>
              </a:r>
              <a:endParaRPr lang="zh-CN" altLang="en-US" sz="2000" b="1" dirty="0">
                <a:solidFill>
                  <a:schemeClr val="bg1"/>
                </a:solidFill>
                <a:latin typeface="+mj-ea"/>
                <a:ea typeface="+mj-ea"/>
              </a:endParaRPr>
            </a:p>
          </p:txBody>
        </p:sp>
      </p:grpSp>
      <p:grpSp>
        <p:nvGrpSpPr>
          <p:cNvPr id="31" name="组合 30"/>
          <p:cNvGrpSpPr/>
          <p:nvPr/>
        </p:nvGrpSpPr>
        <p:grpSpPr>
          <a:xfrm>
            <a:off x="1199456" y="476672"/>
            <a:ext cx="2448272" cy="1152128"/>
            <a:chOff x="1351856" y="629072"/>
            <a:chExt cx="2448272" cy="1152128"/>
          </a:xfrm>
        </p:grpSpPr>
        <p:sp>
          <p:nvSpPr>
            <p:cNvPr id="24" name="矩形 23"/>
            <p:cNvSpPr/>
            <p:nvPr/>
          </p:nvSpPr>
          <p:spPr>
            <a:xfrm>
              <a:off x="1351856" y="6290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现在的工作</a:t>
              </a:r>
              <a:endParaRPr lang="en-US" altLang="zh-CN" sz="3600" b="1" dirty="0" smtClean="0">
                <a:solidFill>
                  <a:schemeClr val="bg1"/>
                </a:solidFill>
                <a:latin typeface="+mj-ea"/>
                <a:ea typeface="+mj-ea"/>
              </a:endParaRPr>
            </a:p>
          </p:txBody>
        </p:sp>
        <p:sp>
          <p:nvSpPr>
            <p:cNvPr id="27" name="TextBox 26"/>
            <p:cNvSpPr txBox="1"/>
            <p:nvPr/>
          </p:nvSpPr>
          <p:spPr>
            <a:xfrm>
              <a:off x="1567880" y="701080"/>
              <a:ext cx="936104" cy="369332"/>
            </a:xfrm>
            <a:prstGeom prst="rect">
              <a:avLst/>
            </a:prstGeom>
            <a:noFill/>
          </p:spPr>
          <p:txBody>
            <a:bodyPr wrap="square" rtlCol="0">
              <a:spAutoFit/>
            </a:bodyPr>
            <a:lstStyle/>
            <a:p>
              <a:r>
                <a:rPr lang="zh-CN" altLang="en-US" dirty="0" smtClean="0">
                  <a:solidFill>
                    <a:schemeClr val="bg1"/>
                  </a:solidFill>
                  <a:latin typeface="+mj-ea"/>
                  <a:ea typeface="+mj-ea"/>
                </a:rPr>
                <a:t>了解</a:t>
              </a:r>
              <a:endParaRPr lang="zh-CN" altLang="en-US" dirty="0">
                <a:solidFill>
                  <a:schemeClr val="bg1"/>
                </a:solidFill>
                <a:latin typeface="+mj-ea"/>
                <a:ea typeface="+mj-ea"/>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672064"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找人</a:t>
            </a:r>
            <a:endParaRPr lang="en-US" altLang="zh-CN" sz="2000" b="1" dirty="0" smtClean="0">
              <a:solidFill>
                <a:schemeClr val="bg1"/>
              </a:solidFill>
              <a:latin typeface="+mj-ea"/>
              <a:ea typeface="+mj-ea"/>
            </a:endParaRPr>
          </a:p>
        </p:txBody>
      </p:sp>
      <p:sp>
        <p:nvSpPr>
          <p:cNvPr id="23" name="矩形 22"/>
          <p:cNvSpPr/>
          <p:nvPr/>
        </p:nvSpPr>
        <p:spPr>
          <a:xfrm>
            <a:off x="7824192"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上网</a:t>
            </a:r>
            <a:endParaRPr lang="en-US" altLang="zh-CN" sz="2000" b="1" dirty="0" smtClean="0">
              <a:solidFill>
                <a:schemeClr val="bg1"/>
              </a:solidFill>
              <a:latin typeface="+mj-ea"/>
              <a:ea typeface="+mj-ea"/>
            </a:endParaRPr>
          </a:p>
        </p:txBody>
      </p:sp>
      <p:sp>
        <p:nvSpPr>
          <p:cNvPr id="25" name="矩形 24"/>
          <p:cNvSpPr/>
          <p:nvPr/>
        </p:nvSpPr>
        <p:spPr>
          <a:xfrm>
            <a:off x="8832304"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面试</a:t>
            </a:r>
            <a:endParaRPr lang="en-US" altLang="zh-CN" sz="2000" b="1" dirty="0" smtClean="0">
              <a:solidFill>
                <a:schemeClr val="bg1"/>
              </a:solidFill>
              <a:latin typeface="+mj-ea"/>
              <a:ea typeface="+mj-ea"/>
            </a:endParaRPr>
          </a:p>
        </p:txBody>
      </p:sp>
      <p:sp>
        <p:nvSpPr>
          <p:cNvPr id="26" name="直角三角形 25"/>
          <p:cNvSpPr/>
          <p:nvPr/>
        </p:nvSpPr>
        <p:spPr>
          <a:xfrm flipH="1">
            <a:off x="6384032"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直角三角形 28"/>
          <p:cNvSpPr/>
          <p:nvPr/>
        </p:nvSpPr>
        <p:spPr>
          <a:xfrm flipH="1">
            <a:off x="7536160"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直角三角形 31"/>
          <p:cNvSpPr/>
          <p:nvPr/>
        </p:nvSpPr>
        <p:spPr>
          <a:xfrm flipH="1">
            <a:off x="8544272"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p:nvSpPr>
        <p:spPr>
          <a:xfrm rot="10800000">
            <a:off x="1271464" y="2132856"/>
            <a:ext cx="10297144" cy="4320480"/>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499690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3499690 w 10009112"/>
              <a:gd name="connsiteY9" fmla="*/ 4574402 h 5291955"/>
              <a:gd name="connsiteX10" fmla="*/ 3219714 w 10009112"/>
              <a:gd name="connsiteY10" fmla="*/ 5291955 h 5291955"/>
              <a:gd name="connsiteX11" fmla="*/ 2669097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3639677 w 10009112"/>
              <a:gd name="connsiteY9" fmla="*/ 4574402 h 5291955"/>
              <a:gd name="connsiteX10" fmla="*/ 3219714 w 10009112"/>
              <a:gd name="connsiteY10" fmla="*/ 5291955 h 5291955"/>
              <a:gd name="connsiteX11" fmla="*/ 2669097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3639677 w 10009112"/>
              <a:gd name="connsiteY9" fmla="*/ 4574402 h 5291955"/>
              <a:gd name="connsiteX10" fmla="*/ 3219714 w 10009112"/>
              <a:gd name="connsiteY10" fmla="*/ 5291955 h 5291955"/>
              <a:gd name="connsiteX11" fmla="*/ 2939739 w 10009112"/>
              <a:gd name="connsiteY11" fmla="*/ 4484708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3639677 w 10009112"/>
              <a:gd name="connsiteY9" fmla="*/ 4574402 h 5291955"/>
              <a:gd name="connsiteX10" fmla="*/ 3219714 w 10009112"/>
              <a:gd name="connsiteY10" fmla="*/ 5291955 h 5291955"/>
              <a:gd name="connsiteX11" fmla="*/ 2939739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639677 w 10009112"/>
              <a:gd name="connsiteY9" fmla="*/ 4574402 h 5202261"/>
              <a:gd name="connsiteX10" fmla="*/ 3289708 w 10009112"/>
              <a:gd name="connsiteY10" fmla="*/ 5202261 h 5202261"/>
              <a:gd name="connsiteX11" fmla="*/ 2939739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381649"/>
              <a:gd name="connsiteX1" fmla="*/ 1668186 w 10009112"/>
              <a:gd name="connsiteY1" fmla="*/ 0 h 5381649"/>
              <a:gd name="connsiteX2" fmla="*/ 1668186 w 10009112"/>
              <a:gd name="connsiteY2" fmla="*/ 0 h 5381649"/>
              <a:gd name="connsiteX3" fmla="*/ 4170464 w 10009112"/>
              <a:gd name="connsiteY3" fmla="*/ 0 h 5381649"/>
              <a:gd name="connsiteX4" fmla="*/ 10009112 w 10009112"/>
              <a:gd name="connsiteY4" fmla="*/ 0 h 5381649"/>
              <a:gd name="connsiteX5" fmla="*/ 10009112 w 10009112"/>
              <a:gd name="connsiteY5" fmla="*/ 2646294 h 5381649"/>
              <a:gd name="connsiteX6" fmla="*/ 10009112 w 10009112"/>
              <a:gd name="connsiteY6" fmla="*/ 2646294 h 5381649"/>
              <a:gd name="connsiteX7" fmla="*/ 10009112 w 10009112"/>
              <a:gd name="connsiteY7" fmla="*/ 3780420 h 5381649"/>
              <a:gd name="connsiteX8" fmla="*/ 10009112 w 10009112"/>
              <a:gd name="connsiteY8" fmla="*/ 4536504 h 5381649"/>
              <a:gd name="connsiteX9" fmla="*/ 3639677 w 10009112"/>
              <a:gd name="connsiteY9" fmla="*/ 4574402 h 5381649"/>
              <a:gd name="connsiteX10" fmla="*/ 3289708 w 10009112"/>
              <a:gd name="connsiteY10" fmla="*/ 5381649 h 5381649"/>
              <a:gd name="connsiteX11" fmla="*/ 2939739 w 10009112"/>
              <a:gd name="connsiteY11" fmla="*/ 4574402 h 5381649"/>
              <a:gd name="connsiteX12" fmla="*/ 0 w 10009112"/>
              <a:gd name="connsiteY12" fmla="*/ 4536504 h 5381649"/>
              <a:gd name="connsiteX13" fmla="*/ 0 w 10009112"/>
              <a:gd name="connsiteY13" fmla="*/ 3780420 h 5381649"/>
              <a:gd name="connsiteX14" fmla="*/ 0 w 10009112"/>
              <a:gd name="connsiteY14" fmla="*/ 2646294 h 5381649"/>
              <a:gd name="connsiteX15" fmla="*/ 0 w 10009112"/>
              <a:gd name="connsiteY15" fmla="*/ 2646294 h 5381649"/>
              <a:gd name="connsiteX16" fmla="*/ 0 w 10009112"/>
              <a:gd name="connsiteY16" fmla="*/ 0 h 538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381649">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3639677" y="4574402"/>
                </a:lnTo>
                <a:lnTo>
                  <a:pt x="3289708" y="5381649"/>
                </a:lnTo>
                <a:lnTo>
                  <a:pt x="2939739"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grpSp>
        <p:nvGrpSpPr>
          <p:cNvPr id="17" name="组合 16"/>
          <p:cNvGrpSpPr/>
          <p:nvPr/>
        </p:nvGrpSpPr>
        <p:grpSpPr>
          <a:xfrm>
            <a:off x="1559496" y="3284984"/>
            <a:ext cx="9145016" cy="2717282"/>
            <a:chOff x="1631504" y="3068960"/>
            <a:chExt cx="9145016" cy="2717282"/>
          </a:xfrm>
        </p:grpSpPr>
        <p:sp>
          <p:nvSpPr>
            <p:cNvPr id="18" name="TextBox 17"/>
            <p:cNvSpPr txBox="1"/>
            <p:nvPr/>
          </p:nvSpPr>
          <p:spPr>
            <a:xfrm>
              <a:off x="1703512" y="3068960"/>
              <a:ext cx="9073008" cy="2717282"/>
            </a:xfrm>
            <a:prstGeom prst="rect">
              <a:avLst/>
            </a:prstGeom>
            <a:noFill/>
          </p:spPr>
          <p:txBody>
            <a:bodyPr wrap="square" rtlCol="0" anchor="ctr">
              <a:spAutoFit/>
            </a:bodyPr>
            <a:lstStyle/>
            <a:p>
              <a:pPr algn="just">
                <a:lnSpc>
                  <a:spcPct val="155000"/>
                </a:lnSpc>
              </a:pPr>
              <a:r>
                <a:rPr lang="zh-CN" altLang="zh-CN" sz="2400" b="1" dirty="0" smtClean="0">
                  <a:solidFill>
                    <a:schemeClr val="bg1"/>
                  </a:solidFill>
                  <a:latin typeface="+mj-ea"/>
                  <a:ea typeface="+mj-ea"/>
                </a:rPr>
                <a:t>找不到真人，就上</a:t>
              </a:r>
              <a:r>
                <a:rPr lang="zh-CN" altLang="en-US" sz="2400" b="1" dirty="0" smtClean="0">
                  <a:solidFill>
                    <a:schemeClr val="bg1"/>
                  </a:solidFill>
                  <a:latin typeface="+mj-ea"/>
                  <a:ea typeface="+mj-ea"/>
                </a:rPr>
                <a:t>社交网络或职业网站</a:t>
              </a:r>
              <a:r>
                <a:rPr lang="zh-CN" altLang="zh-CN" sz="2400" b="1" dirty="0" smtClean="0">
                  <a:solidFill>
                    <a:schemeClr val="bg1"/>
                  </a:solidFill>
                  <a:latin typeface="+mj-ea"/>
                  <a:ea typeface="+mj-ea"/>
                </a:rPr>
                <a:t>找人</a:t>
              </a:r>
              <a:endParaRPr lang="en-US" altLang="zh-CN" sz="2400" b="1" dirty="0" smtClean="0">
                <a:solidFill>
                  <a:schemeClr val="bg1"/>
                </a:solidFill>
                <a:latin typeface="+mj-ea"/>
                <a:ea typeface="+mj-ea"/>
              </a:endParaRPr>
            </a:p>
            <a:p>
              <a:pPr algn="just">
                <a:lnSpc>
                  <a:spcPct val="155000"/>
                </a:lnSpc>
              </a:pPr>
              <a:r>
                <a:rPr lang="en-US" altLang="zh-CN" sz="1600" dirty="0" smtClean="0">
                  <a:solidFill>
                    <a:schemeClr val="bg1"/>
                  </a:solidFill>
                  <a:latin typeface="+mj-ea"/>
                  <a:ea typeface="+mj-ea"/>
                </a:rPr>
                <a:t>       </a:t>
              </a:r>
              <a:r>
                <a:rPr lang="zh-CN" altLang="zh-CN" sz="1600" dirty="0" smtClean="0">
                  <a:solidFill>
                    <a:schemeClr val="bg1"/>
                  </a:solidFill>
                  <a:latin typeface="+mj-ea"/>
                  <a:ea typeface="+mj-ea"/>
                </a:rPr>
                <a:t>别告诉我你不会用微博、人人、微信，不知道</a:t>
              </a:r>
              <a:r>
                <a:rPr lang="en-US" altLang="zh-CN" sz="1600" dirty="0" err="1" smtClean="0">
                  <a:solidFill>
                    <a:schemeClr val="bg1"/>
                  </a:solidFill>
                  <a:latin typeface="+mj-ea"/>
                  <a:ea typeface="+mj-ea"/>
                </a:rPr>
                <a:t>Linkedin</a:t>
              </a:r>
              <a:r>
                <a:rPr lang="zh-CN" altLang="zh-CN" sz="1600" dirty="0" smtClean="0">
                  <a:solidFill>
                    <a:schemeClr val="bg1"/>
                  </a:solidFill>
                  <a:latin typeface="+mj-ea"/>
                  <a:ea typeface="+mj-ea"/>
                </a:rPr>
                <a:t>之类的网站</a:t>
              </a:r>
              <a:endParaRPr lang="en-US" altLang="zh-CN" sz="1600" dirty="0" smtClean="0">
                <a:solidFill>
                  <a:schemeClr val="bg1"/>
                </a:solidFill>
                <a:latin typeface="+mj-ea"/>
                <a:ea typeface="+mj-ea"/>
              </a:endParaRPr>
            </a:p>
            <a:p>
              <a:pPr lvl="1" algn="just">
                <a:lnSpc>
                  <a:spcPct val="155000"/>
                </a:lnSpc>
              </a:pPr>
              <a:r>
                <a:rPr lang="zh-CN" altLang="en-US" sz="1600" dirty="0" smtClean="0">
                  <a:solidFill>
                    <a:schemeClr val="bg1"/>
                  </a:solidFill>
                  <a:latin typeface="+mj-ea"/>
                  <a:ea typeface="+mj-ea"/>
                </a:rPr>
                <a:t>搜索这个公司的职员，取得联系，问情况</a:t>
              </a:r>
              <a:endParaRPr lang="en-US" altLang="zh-CN" sz="1600" dirty="0" smtClean="0">
                <a:solidFill>
                  <a:schemeClr val="bg1"/>
                </a:solidFill>
                <a:latin typeface="+mj-ea"/>
                <a:ea typeface="+mj-ea"/>
              </a:endParaRPr>
            </a:p>
            <a:p>
              <a:pPr marL="0" lvl="1" algn="just">
                <a:lnSpc>
                  <a:spcPct val="155000"/>
                </a:lnSpc>
              </a:pPr>
              <a:r>
                <a:rPr lang="zh-CN" altLang="en-US" sz="2400" b="1" dirty="0" smtClean="0">
                  <a:solidFill>
                    <a:schemeClr val="bg1"/>
                  </a:solidFill>
                  <a:latin typeface="+mj-ea"/>
                  <a:ea typeface="+mj-ea"/>
                </a:rPr>
                <a:t>上</a:t>
              </a:r>
              <a:r>
                <a:rPr lang="zh-CN" altLang="zh-CN" sz="2400" b="1" dirty="0" smtClean="0">
                  <a:solidFill>
                    <a:schemeClr val="bg1"/>
                  </a:solidFill>
                  <a:latin typeface="+mj-ea"/>
                  <a:ea typeface="+mj-ea"/>
                </a:rPr>
                <a:t>公司网站</a:t>
              </a:r>
              <a:endParaRPr lang="en-US" altLang="zh-CN" sz="2400" b="1" dirty="0" smtClean="0">
                <a:solidFill>
                  <a:schemeClr val="bg1"/>
                </a:solidFill>
                <a:latin typeface="+mj-ea"/>
                <a:ea typeface="+mj-ea"/>
              </a:endParaRPr>
            </a:p>
            <a:p>
              <a:pPr algn="just">
                <a:lnSpc>
                  <a:spcPct val="155000"/>
                </a:lnSpc>
              </a:pPr>
              <a:r>
                <a:rPr lang="en-US" altLang="zh-CN" sz="1600" dirty="0" smtClean="0">
                  <a:solidFill>
                    <a:schemeClr val="bg1"/>
                  </a:solidFill>
                  <a:latin typeface="+mj-ea"/>
                  <a:ea typeface="+mj-ea"/>
                </a:rPr>
                <a:t>        </a:t>
              </a:r>
              <a:r>
                <a:rPr lang="zh-CN" altLang="zh-CN" sz="1600" dirty="0" smtClean="0">
                  <a:solidFill>
                    <a:schemeClr val="bg1"/>
                  </a:solidFill>
                  <a:latin typeface="+mj-ea"/>
                  <a:ea typeface="+mj-ea"/>
                </a:rPr>
                <a:t>看企业文化、部门信息</a:t>
              </a:r>
              <a:r>
                <a:rPr lang="zh-CN" altLang="en-US" sz="1600" dirty="0" smtClean="0">
                  <a:solidFill>
                    <a:schemeClr val="bg1"/>
                  </a:solidFill>
                  <a:latin typeface="+mj-ea"/>
                  <a:ea typeface="+mj-ea"/>
                </a:rPr>
                <a:t>、近期新闻，辅助判断公司内这个</a:t>
              </a:r>
              <a:r>
                <a:rPr lang="zh-CN" altLang="en-US" sz="1600" b="1" dirty="0" smtClean="0">
                  <a:solidFill>
                    <a:schemeClr val="bg1"/>
                  </a:solidFill>
                  <a:latin typeface="+mj-ea"/>
                  <a:ea typeface="+mj-ea"/>
                </a:rPr>
                <a:t>部门的地位和影响力</a:t>
              </a:r>
              <a:r>
                <a:rPr lang="zh-CN" altLang="en-US" sz="1600" dirty="0" smtClean="0">
                  <a:solidFill>
                    <a:schemeClr val="bg1"/>
                  </a:solidFill>
                  <a:latin typeface="+mj-ea"/>
                  <a:ea typeface="+mj-ea"/>
                </a:rPr>
                <a:t>。</a:t>
              </a:r>
              <a:endParaRPr lang="en-US" altLang="zh-CN" sz="1600" dirty="0" smtClean="0">
                <a:solidFill>
                  <a:schemeClr val="bg1"/>
                </a:solidFill>
                <a:latin typeface="+mj-ea"/>
                <a:ea typeface="+mj-ea"/>
              </a:endParaRPr>
            </a:p>
            <a:p>
              <a:pPr lvl="1" algn="just">
                <a:lnSpc>
                  <a:spcPct val="155000"/>
                </a:lnSpc>
              </a:pPr>
              <a:r>
                <a:rPr lang="zh-CN" altLang="zh-CN" sz="1600" dirty="0" smtClean="0">
                  <a:solidFill>
                    <a:schemeClr val="bg1"/>
                  </a:solidFill>
                  <a:latin typeface="+mj-ea"/>
                  <a:ea typeface="+mj-ea"/>
                </a:rPr>
                <a:t>不过，我个人觉得不太靠谱，有时甚至非常不靠谱，只能参考</a:t>
              </a:r>
              <a:endParaRPr lang="zh-CN" altLang="en-US" sz="1600" dirty="0" smtClean="0">
                <a:solidFill>
                  <a:schemeClr val="bg1"/>
                </a:solidFill>
                <a:latin typeface="+mj-ea"/>
                <a:ea typeface="+mj-ea"/>
              </a:endParaRPr>
            </a:p>
          </p:txBody>
        </p:sp>
        <p:sp>
          <p:nvSpPr>
            <p:cNvPr id="22" name="矩形 21"/>
            <p:cNvSpPr/>
            <p:nvPr/>
          </p:nvSpPr>
          <p:spPr>
            <a:xfrm flipH="1">
              <a:off x="1631504" y="3212976"/>
              <a:ext cx="720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flipH="1">
              <a:off x="1631504" y="4581128"/>
              <a:ext cx="720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10056440" y="764704"/>
            <a:ext cx="1512168" cy="1152128"/>
            <a:chOff x="10056440" y="764704"/>
            <a:chExt cx="1512168" cy="1152128"/>
          </a:xfrm>
        </p:grpSpPr>
        <p:sp>
          <p:nvSpPr>
            <p:cNvPr id="33" name="矩形 32"/>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换工作</a:t>
              </a:r>
              <a:endParaRPr lang="zh-CN" altLang="en-US" sz="2000" b="1" dirty="0">
                <a:solidFill>
                  <a:srgbClr val="C00000"/>
                </a:solidFill>
                <a:latin typeface="+mj-ea"/>
                <a:ea typeface="+mj-ea"/>
              </a:endParaRPr>
            </a:p>
          </p:txBody>
        </p:sp>
        <p:sp>
          <p:nvSpPr>
            <p:cNvPr id="34" name="矩形 33"/>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转专业</a:t>
              </a:r>
              <a:endParaRPr lang="zh-CN" altLang="en-US" sz="2000" b="1" dirty="0">
                <a:solidFill>
                  <a:schemeClr val="bg1"/>
                </a:solidFill>
                <a:latin typeface="+mj-ea"/>
                <a:ea typeface="+mj-ea"/>
              </a:endParaRPr>
            </a:p>
          </p:txBody>
        </p:sp>
      </p:grpSp>
      <p:sp>
        <p:nvSpPr>
          <p:cNvPr id="27" name="矩形 26"/>
          <p:cNvSpPr/>
          <p:nvPr/>
        </p:nvSpPr>
        <p:spPr>
          <a:xfrm>
            <a:off x="1199456" y="4766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现在的工作</a:t>
            </a:r>
            <a:endParaRPr lang="en-US" altLang="zh-CN" sz="3600" b="1" dirty="0" smtClean="0">
              <a:solidFill>
                <a:schemeClr val="bg1"/>
              </a:solidFill>
              <a:latin typeface="+mj-ea"/>
              <a:ea typeface="+mj-ea"/>
            </a:endParaRPr>
          </a:p>
        </p:txBody>
      </p:sp>
      <p:sp>
        <p:nvSpPr>
          <p:cNvPr id="30" name="TextBox 29"/>
          <p:cNvSpPr txBox="1"/>
          <p:nvPr/>
        </p:nvSpPr>
        <p:spPr>
          <a:xfrm>
            <a:off x="1415480" y="548680"/>
            <a:ext cx="936104" cy="369332"/>
          </a:xfrm>
          <a:prstGeom prst="rect">
            <a:avLst/>
          </a:prstGeom>
          <a:noFill/>
        </p:spPr>
        <p:txBody>
          <a:bodyPr wrap="square" rtlCol="0">
            <a:spAutoFit/>
          </a:bodyPr>
          <a:lstStyle/>
          <a:p>
            <a:r>
              <a:rPr lang="zh-CN" altLang="en-US" dirty="0" smtClean="0">
                <a:solidFill>
                  <a:schemeClr val="bg1"/>
                </a:solidFill>
                <a:latin typeface="+mj-ea"/>
                <a:ea typeface="+mj-ea"/>
              </a:rPr>
              <a:t>了解</a:t>
            </a:r>
            <a:endParaRPr lang="zh-CN" altLang="en-US" dirty="0">
              <a:solidFill>
                <a:schemeClr val="bg1"/>
              </a:solidFill>
              <a:latin typeface="+mj-ea"/>
              <a:ea typeface="+mj-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672064"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找人</a:t>
            </a:r>
            <a:endParaRPr lang="en-US" altLang="zh-CN" sz="2000" b="1" dirty="0" smtClean="0">
              <a:solidFill>
                <a:schemeClr val="bg1"/>
              </a:solidFill>
              <a:latin typeface="+mj-ea"/>
              <a:ea typeface="+mj-ea"/>
            </a:endParaRPr>
          </a:p>
        </p:txBody>
      </p:sp>
      <p:sp>
        <p:nvSpPr>
          <p:cNvPr id="23" name="矩形 22"/>
          <p:cNvSpPr/>
          <p:nvPr/>
        </p:nvSpPr>
        <p:spPr>
          <a:xfrm>
            <a:off x="7824192"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上网</a:t>
            </a:r>
            <a:endParaRPr lang="en-US" altLang="zh-CN" sz="2000" b="1" dirty="0" smtClean="0">
              <a:solidFill>
                <a:schemeClr val="bg1"/>
              </a:solidFill>
              <a:latin typeface="+mj-ea"/>
              <a:ea typeface="+mj-ea"/>
            </a:endParaRPr>
          </a:p>
        </p:txBody>
      </p:sp>
      <p:sp>
        <p:nvSpPr>
          <p:cNvPr id="25" name="矩形 24"/>
          <p:cNvSpPr/>
          <p:nvPr/>
        </p:nvSpPr>
        <p:spPr>
          <a:xfrm>
            <a:off x="8832304"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面试</a:t>
            </a:r>
            <a:endParaRPr lang="en-US" altLang="zh-CN" sz="2000" b="1" dirty="0" smtClean="0">
              <a:solidFill>
                <a:schemeClr val="bg1"/>
              </a:solidFill>
              <a:latin typeface="+mj-ea"/>
              <a:ea typeface="+mj-ea"/>
            </a:endParaRPr>
          </a:p>
        </p:txBody>
      </p:sp>
      <p:sp>
        <p:nvSpPr>
          <p:cNvPr id="26" name="直角三角形 25"/>
          <p:cNvSpPr/>
          <p:nvPr/>
        </p:nvSpPr>
        <p:spPr>
          <a:xfrm flipH="1">
            <a:off x="6384032"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直角三角形 28"/>
          <p:cNvSpPr/>
          <p:nvPr/>
        </p:nvSpPr>
        <p:spPr>
          <a:xfrm flipH="1">
            <a:off x="7536160"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直角三角形 31"/>
          <p:cNvSpPr/>
          <p:nvPr/>
        </p:nvSpPr>
        <p:spPr>
          <a:xfrm flipH="1">
            <a:off x="8544272"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p:nvSpPr>
        <p:spPr>
          <a:xfrm rot="10800000">
            <a:off x="1271464" y="2132856"/>
            <a:ext cx="10297144" cy="4320480"/>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499690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381649"/>
              <a:gd name="connsiteX1" fmla="*/ 1668186 w 10009112"/>
              <a:gd name="connsiteY1" fmla="*/ 0 h 5381649"/>
              <a:gd name="connsiteX2" fmla="*/ 1668186 w 10009112"/>
              <a:gd name="connsiteY2" fmla="*/ 0 h 5381649"/>
              <a:gd name="connsiteX3" fmla="*/ 4170464 w 10009112"/>
              <a:gd name="connsiteY3" fmla="*/ 0 h 5381649"/>
              <a:gd name="connsiteX4" fmla="*/ 10009112 w 10009112"/>
              <a:gd name="connsiteY4" fmla="*/ 0 h 5381649"/>
              <a:gd name="connsiteX5" fmla="*/ 10009112 w 10009112"/>
              <a:gd name="connsiteY5" fmla="*/ 2646294 h 5381649"/>
              <a:gd name="connsiteX6" fmla="*/ 10009112 w 10009112"/>
              <a:gd name="connsiteY6" fmla="*/ 2646294 h 5381649"/>
              <a:gd name="connsiteX7" fmla="*/ 10009112 w 10009112"/>
              <a:gd name="connsiteY7" fmla="*/ 3780420 h 5381649"/>
              <a:gd name="connsiteX8" fmla="*/ 10009112 w 10009112"/>
              <a:gd name="connsiteY8" fmla="*/ 4536504 h 5381649"/>
              <a:gd name="connsiteX9" fmla="*/ 3499690 w 10009112"/>
              <a:gd name="connsiteY9" fmla="*/ 4574402 h 5381649"/>
              <a:gd name="connsiteX10" fmla="*/ 3289708 w 10009112"/>
              <a:gd name="connsiteY10" fmla="*/ 5381649 h 5381649"/>
              <a:gd name="connsiteX11" fmla="*/ 2669097 w 10009112"/>
              <a:gd name="connsiteY11" fmla="*/ 4574402 h 5381649"/>
              <a:gd name="connsiteX12" fmla="*/ 0 w 10009112"/>
              <a:gd name="connsiteY12" fmla="*/ 4536504 h 5381649"/>
              <a:gd name="connsiteX13" fmla="*/ 0 w 10009112"/>
              <a:gd name="connsiteY13" fmla="*/ 3780420 h 5381649"/>
              <a:gd name="connsiteX14" fmla="*/ 0 w 10009112"/>
              <a:gd name="connsiteY14" fmla="*/ 2646294 h 5381649"/>
              <a:gd name="connsiteX15" fmla="*/ 0 w 10009112"/>
              <a:gd name="connsiteY15" fmla="*/ 2646294 h 5381649"/>
              <a:gd name="connsiteX16" fmla="*/ 0 w 10009112"/>
              <a:gd name="connsiteY16" fmla="*/ 0 h 5381649"/>
              <a:gd name="connsiteX0" fmla="*/ 0 w 10009112"/>
              <a:gd name="connsiteY0" fmla="*/ 0 h 5381649"/>
              <a:gd name="connsiteX1" fmla="*/ 1668186 w 10009112"/>
              <a:gd name="connsiteY1" fmla="*/ 0 h 5381649"/>
              <a:gd name="connsiteX2" fmla="*/ 1668186 w 10009112"/>
              <a:gd name="connsiteY2" fmla="*/ 0 h 5381649"/>
              <a:gd name="connsiteX3" fmla="*/ 4170464 w 10009112"/>
              <a:gd name="connsiteY3" fmla="*/ 0 h 5381649"/>
              <a:gd name="connsiteX4" fmla="*/ 10009112 w 10009112"/>
              <a:gd name="connsiteY4" fmla="*/ 0 h 5381649"/>
              <a:gd name="connsiteX5" fmla="*/ 10009112 w 10009112"/>
              <a:gd name="connsiteY5" fmla="*/ 2646294 h 5381649"/>
              <a:gd name="connsiteX6" fmla="*/ 10009112 w 10009112"/>
              <a:gd name="connsiteY6" fmla="*/ 2646294 h 5381649"/>
              <a:gd name="connsiteX7" fmla="*/ 10009112 w 10009112"/>
              <a:gd name="connsiteY7" fmla="*/ 3780420 h 5381649"/>
              <a:gd name="connsiteX8" fmla="*/ 10009112 w 10009112"/>
              <a:gd name="connsiteY8" fmla="*/ 4536504 h 5381649"/>
              <a:gd name="connsiteX9" fmla="*/ 3499690 w 10009112"/>
              <a:gd name="connsiteY9" fmla="*/ 4574402 h 5381649"/>
              <a:gd name="connsiteX10" fmla="*/ 3289708 w 10009112"/>
              <a:gd name="connsiteY10" fmla="*/ 5381649 h 5381649"/>
              <a:gd name="connsiteX11" fmla="*/ 3009733 w 10009112"/>
              <a:gd name="connsiteY11" fmla="*/ 4574402 h 5381649"/>
              <a:gd name="connsiteX12" fmla="*/ 0 w 10009112"/>
              <a:gd name="connsiteY12" fmla="*/ 4536504 h 5381649"/>
              <a:gd name="connsiteX13" fmla="*/ 0 w 10009112"/>
              <a:gd name="connsiteY13" fmla="*/ 3780420 h 5381649"/>
              <a:gd name="connsiteX14" fmla="*/ 0 w 10009112"/>
              <a:gd name="connsiteY14" fmla="*/ 2646294 h 5381649"/>
              <a:gd name="connsiteX15" fmla="*/ 0 w 10009112"/>
              <a:gd name="connsiteY15" fmla="*/ 2646294 h 5381649"/>
              <a:gd name="connsiteX16" fmla="*/ 0 w 10009112"/>
              <a:gd name="connsiteY16" fmla="*/ 0 h 5381649"/>
              <a:gd name="connsiteX0" fmla="*/ 0 w 10009112"/>
              <a:gd name="connsiteY0" fmla="*/ 0 h 5381649"/>
              <a:gd name="connsiteX1" fmla="*/ 1668186 w 10009112"/>
              <a:gd name="connsiteY1" fmla="*/ 0 h 5381649"/>
              <a:gd name="connsiteX2" fmla="*/ 1668186 w 10009112"/>
              <a:gd name="connsiteY2" fmla="*/ 0 h 5381649"/>
              <a:gd name="connsiteX3" fmla="*/ 4170464 w 10009112"/>
              <a:gd name="connsiteY3" fmla="*/ 0 h 5381649"/>
              <a:gd name="connsiteX4" fmla="*/ 10009112 w 10009112"/>
              <a:gd name="connsiteY4" fmla="*/ 0 h 5381649"/>
              <a:gd name="connsiteX5" fmla="*/ 10009112 w 10009112"/>
              <a:gd name="connsiteY5" fmla="*/ 2646294 h 5381649"/>
              <a:gd name="connsiteX6" fmla="*/ 10009112 w 10009112"/>
              <a:gd name="connsiteY6" fmla="*/ 2646294 h 5381649"/>
              <a:gd name="connsiteX7" fmla="*/ 10009112 w 10009112"/>
              <a:gd name="connsiteY7" fmla="*/ 3780420 h 5381649"/>
              <a:gd name="connsiteX8" fmla="*/ 10009112 w 10009112"/>
              <a:gd name="connsiteY8" fmla="*/ 4536504 h 5381649"/>
              <a:gd name="connsiteX9" fmla="*/ 3639677 w 10009112"/>
              <a:gd name="connsiteY9" fmla="*/ 4574402 h 5381649"/>
              <a:gd name="connsiteX10" fmla="*/ 3289708 w 10009112"/>
              <a:gd name="connsiteY10" fmla="*/ 5381649 h 5381649"/>
              <a:gd name="connsiteX11" fmla="*/ 3009733 w 10009112"/>
              <a:gd name="connsiteY11" fmla="*/ 4574402 h 5381649"/>
              <a:gd name="connsiteX12" fmla="*/ 0 w 10009112"/>
              <a:gd name="connsiteY12" fmla="*/ 4536504 h 5381649"/>
              <a:gd name="connsiteX13" fmla="*/ 0 w 10009112"/>
              <a:gd name="connsiteY13" fmla="*/ 3780420 h 5381649"/>
              <a:gd name="connsiteX14" fmla="*/ 0 w 10009112"/>
              <a:gd name="connsiteY14" fmla="*/ 2646294 h 5381649"/>
              <a:gd name="connsiteX15" fmla="*/ 0 w 10009112"/>
              <a:gd name="connsiteY15" fmla="*/ 2646294 h 5381649"/>
              <a:gd name="connsiteX16" fmla="*/ 0 w 10009112"/>
              <a:gd name="connsiteY16" fmla="*/ 0 h 5381649"/>
              <a:gd name="connsiteX0" fmla="*/ 0 w 10009112"/>
              <a:gd name="connsiteY0" fmla="*/ 0 h 5381649"/>
              <a:gd name="connsiteX1" fmla="*/ 1668186 w 10009112"/>
              <a:gd name="connsiteY1" fmla="*/ 0 h 5381649"/>
              <a:gd name="connsiteX2" fmla="*/ 1668186 w 10009112"/>
              <a:gd name="connsiteY2" fmla="*/ 0 h 5381649"/>
              <a:gd name="connsiteX3" fmla="*/ 4170464 w 10009112"/>
              <a:gd name="connsiteY3" fmla="*/ 0 h 5381649"/>
              <a:gd name="connsiteX4" fmla="*/ 10009112 w 10009112"/>
              <a:gd name="connsiteY4" fmla="*/ 0 h 5381649"/>
              <a:gd name="connsiteX5" fmla="*/ 10009112 w 10009112"/>
              <a:gd name="connsiteY5" fmla="*/ 2646294 h 5381649"/>
              <a:gd name="connsiteX6" fmla="*/ 10009112 w 10009112"/>
              <a:gd name="connsiteY6" fmla="*/ 2646294 h 5381649"/>
              <a:gd name="connsiteX7" fmla="*/ 10009112 w 10009112"/>
              <a:gd name="connsiteY7" fmla="*/ 3780420 h 5381649"/>
              <a:gd name="connsiteX8" fmla="*/ 10009112 w 10009112"/>
              <a:gd name="connsiteY8" fmla="*/ 4536504 h 5381649"/>
              <a:gd name="connsiteX9" fmla="*/ 3639677 w 10009112"/>
              <a:gd name="connsiteY9" fmla="*/ 4574402 h 5381649"/>
              <a:gd name="connsiteX10" fmla="*/ 3289708 w 10009112"/>
              <a:gd name="connsiteY10" fmla="*/ 5381649 h 5381649"/>
              <a:gd name="connsiteX11" fmla="*/ 3009733 w 10009112"/>
              <a:gd name="connsiteY11" fmla="*/ 4574402 h 5381649"/>
              <a:gd name="connsiteX12" fmla="*/ 0 w 10009112"/>
              <a:gd name="connsiteY12" fmla="*/ 4536504 h 5381649"/>
              <a:gd name="connsiteX13" fmla="*/ 0 w 10009112"/>
              <a:gd name="connsiteY13" fmla="*/ 3780420 h 5381649"/>
              <a:gd name="connsiteX14" fmla="*/ 0 w 10009112"/>
              <a:gd name="connsiteY14" fmla="*/ 2646294 h 5381649"/>
              <a:gd name="connsiteX15" fmla="*/ 0 w 10009112"/>
              <a:gd name="connsiteY15" fmla="*/ 2646294 h 5381649"/>
              <a:gd name="connsiteX16" fmla="*/ 0 w 10009112"/>
              <a:gd name="connsiteY16" fmla="*/ 0 h 5381649"/>
              <a:gd name="connsiteX0" fmla="*/ 0 w 10009112"/>
              <a:gd name="connsiteY0" fmla="*/ 0 h 5381649"/>
              <a:gd name="connsiteX1" fmla="*/ 1668186 w 10009112"/>
              <a:gd name="connsiteY1" fmla="*/ 0 h 5381649"/>
              <a:gd name="connsiteX2" fmla="*/ 1668186 w 10009112"/>
              <a:gd name="connsiteY2" fmla="*/ 0 h 5381649"/>
              <a:gd name="connsiteX3" fmla="*/ 4170464 w 10009112"/>
              <a:gd name="connsiteY3" fmla="*/ 0 h 5381649"/>
              <a:gd name="connsiteX4" fmla="*/ 10009112 w 10009112"/>
              <a:gd name="connsiteY4" fmla="*/ 0 h 5381649"/>
              <a:gd name="connsiteX5" fmla="*/ 10009112 w 10009112"/>
              <a:gd name="connsiteY5" fmla="*/ 2646294 h 5381649"/>
              <a:gd name="connsiteX6" fmla="*/ 10009112 w 10009112"/>
              <a:gd name="connsiteY6" fmla="*/ 2646294 h 5381649"/>
              <a:gd name="connsiteX7" fmla="*/ 10009112 w 10009112"/>
              <a:gd name="connsiteY7" fmla="*/ 3780420 h 5381649"/>
              <a:gd name="connsiteX8" fmla="*/ 10009112 w 10009112"/>
              <a:gd name="connsiteY8" fmla="*/ 4536504 h 5381649"/>
              <a:gd name="connsiteX9" fmla="*/ 3639677 w 10009112"/>
              <a:gd name="connsiteY9" fmla="*/ 4574402 h 5381649"/>
              <a:gd name="connsiteX10" fmla="*/ 3289708 w 10009112"/>
              <a:gd name="connsiteY10" fmla="*/ 5381649 h 5381649"/>
              <a:gd name="connsiteX11" fmla="*/ 2939739 w 10009112"/>
              <a:gd name="connsiteY11" fmla="*/ 4574402 h 5381649"/>
              <a:gd name="connsiteX12" fmla="*/ 0 w 10009112"/>
              <a:gd name="connsiteY12" fmla="*/ 4536504 h 5381649"/>
              <a:gd name="connsiteX13" fmla="*/ 0 w 10009112"/>
              <a:gd name="connsiteY13" fmla="*/ 3780420 h 5381649"/>
              <a:gd name="connsiteX14" fmla="*/ 0 w 10009112"/>
              <a:gd name="connsiteY14" fmla="*/ 2646294 h 5381649"/>
              <a:gd name="connsiteX15" fmla="*/ 0 w 10009112"/>
              <a:gd name="connsiteY15" fmla="*/ 2646294 h 5381649"/>
              <a:gd name="connsiteX16" fmla="*/ 0 w 10009112"/>
              <a:gd name="connsiteY16" fmla="*/ 0 h 538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381649">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3639677" y="4574402"/>
                </a:lnTo>
                <a:lnTo>
                  <a:pt x="3289708" y="5381649"/>
                </a:lnTo>
                <a:lnTo>
                  <a:pt x="2939739"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grpSp>
        <p:nvGrpSpPr>
          <p:cNvPr id="4" name="组合 16"/>
          <p:cNvGrpSpPr/>
          <p:nvPr/>
        </p:nvGrpSpPr>
        <p:grpSpPr>
          <a:xfrm>
            <a:off x="1559496" y="3405725"/>
            <a:ext cx="9145016" cy="2573012"/>
            <a:chOff x="1631504" y="3141094"/>
            <a:chExt cx="9145016" cy="2573012"/>
          </a:xfrm>
        </p:grpSpPr>
        <p:sp>
          <p:nvSpPr>
            <p:cNvPr id="18" name="TextBox 17"/>
            <p:cNvSpPr txBox="1"/>
            <p:nvPr/>
          </p:nvSpPr>
          <p:spPr>
            <a:xfrm>
              <a:off x="1703512" y="3141094"/>
              <a:ext cx="9073008" cy="2573012"/>
            </a:xfrm>
            <a:prstGeom prst="rect">
              <a:avLst/>
            </a:prstGeom>
            <a:noFill/>
          </p:spPr>
          <p:txBody>
            <a:bodyPr wrap="square" rtlCol="0" anchor="ctr">
              <a:spAutoFit/>
            </a:bodyPr>
            <a:lstStyle/>
            <a:p>
              <a:pPr algn="just">
                <a:lnSpc>
                  <a:spcPct val="155000"/>
                </a:lnSpc>
              </a:pPr>
              <a:r>
                <a:rPr lang="zh-CN" altLang="zh-CN" sz="2400" b="1" dirty="0" smtClean="0">
                  <a:solidFill>
                    <a:schemeClr val="bg1"/>
                  </a:solidFill>
                  <a:latin typeface="+mj-ea"/>
                  <a:ea typeface="+mj-ea"/>
                </a:rPr>
                <a:t>在招聘网站上看岗位描述（</a:t>
              </a:r>
              <a:r>
                <a:rPr lang="en-US" altLang="zh-CN" sz="2400" b="1" dirty="0" smtClean="0">
                  <a:solidFill>
                    <a:schemeClr val="bg1"/>
                  </a:solidFill>
                  <a:latin typeface="+mj-ea"/>
                  <a:ea typeface="+mj-ea"/>
                </a:rPr>
                <a:t>JD</a:t>
              </a:r>
              <a:r>
                <a:rPr lang="zh-CN" altLang="zh-CN" sz="2400" b="1" dirty="0" smtClean="0">
                  <a:solidFill>
                    <a:schemeClr val="bg1"/>
                  </a:solidFill>
                  <a:latin typeface="+mj-ea"/>
                  <a:ea typeface="+mj-ea"/>
                </a:rPr>
                <a:t>）</a:t>
              </a:r>
              <a:endParaRPr lang="en-US" altLang="zh-CN" sz="2400" b="1" dirty="0" smtClean="0">
                <a:solidFill>
                  <a:schemeClr val="bg1"/>
                </a:solidFill>
                <a:latin typeface="+mj-ea"/>
                <a:ea typeface="+mj-ea"/>
              </a:endParaRPr>
            </a:p>
            <a:p>
              <a:pPr lvl="1" algn="just">
                <a:lnSpc>
                  <a:spcPct val="155000"/>
                </a:lnSpc>
              </a:pPr>
              <a:r>
                <a:rPr lang="zh-CN" altLang="zh-CN" sz="1600" dirty="0" smtClean="0">
                  <a:solidFill>
                    <a:schemeClr val="bg1"/>
                  </a:solidFill>
                  <a:latin typeface="+mj-ea"/>
                  <a:ea typeface="+mj-ea"/>
                </a:rPr>
                <a:t>如写的非常简单，两三句话，可能对这个岗位不是很重视。</a:t>
              </a:r>
              <a:endParaRPr lang="en-US" altLang="zh-CN" sz="1600" dirty="0" smtClean="0">
                <a:solidFill>
                  <a:schemeClr val="bg1"/>
                </a:solidFill>
                <a:latin typeface="+mj-ea"/>
                <a:ea typeface="+mj-ea"/>
              </a:endParaRPr>
            </a:p>
            <a:p>
              <a:pPr lvl="1" algn="just">
                <a:lnSpc>
                  <a:spcPct val="155000"/>
                </a:lnSpc>
              </a:pPr>
              <a:r>
                <a:rPr lang="zh-CN" altLang="zh-CN" sz="1600" dirty="0" smtClean="0">
                  <a:solidFill>
                    <a:schemeClr val="bg1"/>
                  </a:solidFill>
                  <a:latin typeface="+mj-ea"/>
                  <a:ea typeface="+mj-ea"/>
                </a:rPr>
                <a:t>如是外资企业，用中文写的</a:t>
              </a:r>
              <a:r>
                <a:rPr lang="en-US" altLang="zh-CN" sz="1600" dirty="0" smtClean="0">
                  <a:solidFill>
                    <a:schemeClr val="bg1"/>
                  </a:solidFill>
                  <a:latin typeface="+mj-ea"/>
                  <a:ea typeface="+mj-ea"/>
                </a:rPr>
                <a:t>JD</a:t>
              </a:r>
              <a:r>
                <a:rPr lang="zh-CN" altLang="zh-CN" sz="1600" dirty="0" smtClean="0">
                  <a:solidFill>
                    <a:schemeClr val="bg1"/>
                  </a:solidFill>
                  <a:latin typeface="+mj-ea"/>
                  <a:ea typeface="+mj-ea"/>
                </a:rPr>
                <a:t>，对于公司的外企文化打个问号。</a:t>
              </a:r>
              <a:endParaRPr lang="en-US" altLang="zh-CN" sz="1600" dirty="0" smtClean="0">
                <a:solidFill>
                  <a:schemeClr val="bg1"/>
                </a:solidFill>
                <a:latin typeface="+mj-ea"/>
                <a:ea typeface="+mj-ea"/>
              </a:endParaRPr>
            </a:p>
            <a:p>
              <a:pPr lvl="1" algn="just">
                <a:lnSpc>
                  <a:spcPct val="155000"/>
                </a:lnSpc>
              </a:pPr>
              <a:r>
                <a:rPr lang="zh-CN" altLang="zh-CN" sz="1600" dirty="0" smtClean="0">
                  <a:solidFill>
                    <a:schemeClr val="bg1"/>
                  </a:solidFill>
                  <a:latin typeface="+mj-ea"/>
                  <a:ea typeface="+mj-ea"/>
                </a:rPr>
                <a:t>如</a:t>
              </a:r>
              <a:r>
                <a:rPr lang="en-US" altLang="zh-CN" sz="1600" dirty="0" smtClean="0">
                  <a:solidFill>
                    <a:schemeClr val="bg1"/>
                  </a:solidFill>
                  <a:latin typeface="+mj-ea"/>
                  <a:ea typeface="+mj-ea"/>
                </a:rPr>
                <a:t>JD</a:t>
              </a:r>
              <a:r>
                <a:rPr lang="zh-CN" altLang="zh-CN" sz="1600" dirty="0" smtClean="0">
                  <a:solidFill>
                    <a:schemeClr val="bg1"/>
                  </a:solidFill>
                  <a:latin typeface="+mj-ea"/>
                  <a:ea typeface="+mj-ea"/>
                </a:rPr>
                <a:t>写的很多，看看有没有其他部门的职责也写进去了，从中可以看出组织架构来以及这个部门的重要程度。</a:t>
              </a:r>
              <a:endParaRPr lang="en-US" altLang="zh-CN" sz="1600" dirty="0" smtClean="0">
                <a:solidFill>
                  <a:schemeClr val="bg1"/>
                </a:solidFill>
                <a:latin typeface="+mj-ea"/>
                <a:ea typeface="+mj-ea"/>
              </a:endParaRPr>
            </a:p>
            <a:p>
              <a:pPr lvl="1" algn="just">
                <a:lnSpc>
                  <a:spcPct val="155000"/>
                </a:lnSpc>
              </a:pPr>
              <a:endParaRPr lang="en-US" altLang="zh-CN" sz="1600" dirty="0" smtClean="0">
                <a:solidFill>
                  <a:schemeClr val="bg1"/>
                </a:solidFill>
                <a:latin typeface="+mj-ea"/>
                <a:ea typeface="+mj-ea"/>
              </a:endParaRPr>
            </a:p>
          </p:txBody>
        </p:sp>
        <p:sp>
          <p:nvSpPr>
            <p:cNvPr id="22" name="矩形 21"/>
            <p:cNvSpPr/>
            <p:nvPr/>
          </p:nvSpPr>
          <p:spPr>
            <a:xfrm flipH="1">
              <a:off x="1631504" y="3380393"/>
              <a:ext cx="720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0056440" y="764704"/>
            <a:ext cx="1512168" cy="1152128"/>
            <a:chOff x="10056440" y="764704"/>
            <a:chExt cx="1512168" cy="1152128"/>
          </a:xfrm>
        </p:grpSpPr>
        <p:sp>
          <p:nvSpPr>
            <p:cNvPr id="31" name="矩形 30"/>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换工作</a:t>
              </a:r>
              <a:endParaRPr lang="zh-CN" altLang="en-US" sz="2000" b="1" dirty="0">
                <a:solidFill>
                  <a:srgbClr val="C00000"/>
                </a:solidFill>
                <a:latin typeface="+mj-ea"/>
                <a:ea typeface="+mj-ea"/>
              </a:endParaRPr>
            </a:p>
          </p:txBody>
        </p:sp>
        <p:sp>
          <p:nvSpPr>
            <p:cNvPr id="33" name="矩形 32"/>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转专业</a:t>
              </a:r>
              <a:endParaRPr lang="zh-CN" altLang="en-US" sz="2000" b="1" dirty="0">
                <a:solidFill>
                  <a:schemeClr val="bg1"/>
                </a:solidFill>
                <a:latin typeface="+mj-ea"/>
                <a:ea typeface="+mj-ea"/>
              </a:endParaRPr>
            </a:p>
          </p:txBody>
        </p:sp>
      </p:grpSp>
      <p:grpSp>
        <p:nvGrpSpPr>
          <p:cNvPr id="34" name="组合 33"/>
          <p:cNvGrpSpPr/>
          <p:nvPr/>
        </p:nvGrpSpPr>
        <p:grpSpPr>
          <a:xfrm>
            <a:off x="1199456" y="476672"/>
            <a:ext cx="2448272" cy="1152128"/>
            <a:chOff x="1351856" y="629072"/>
            <a:chExt cx="2448272" cy="1152128"/>
          </a:xfrm>
        </p:grpSpPr>
        <p:sp>
          <p:nvSpPr>
            <p:cNvPr id="36" name="矩形 35"/>
            <p:cNvSpPr/>
            <p:nvPr/>
          </p:nvSpPr>
          <p:spPr>
            <a:xfrm>
              <a:off x="1351856" y="6290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现在的工作</a:t>
              </a:r>
              <a:endParaRPr lang="en-US" altLang="zh-CN" sz="3600" b="1" dirty="0" smtClean="0">
                <a:solidFill>
                  <a:schemeClr val="bg1"/>
                </a:solidFill>
                <a:latin typeface="+mj-ea"/>
                <a:ea typeface="+mj-ea"/>
              </a:endParaRPr>
            </a:p>
          </p:txBody>
        </p:sp>
        <p:sp>
          <p:nvSpPr>
            <p:cNvPr id="37" name="TextBox 36"/>
            <p:cNvSpPr txBox="1"/>
            <p:nvPr/>
          </p:nvSpPr>
          <p:spPr>
            <a:xfrm>
              <a:off x="1567880" y="701080"/>
              <a:ext cx="936104" cy="369332"/>
            </a:xfrm>
            <a:prstGeom prst="rect">
              <a:avLst/>
            </a:prstGeom>
            <a:noFill/>
          </p:spPr>
          <p:txBody>
            <a:bodyPr wrap="square" rtlCol="0">
              <a:spAutoFit/>
            </a:bodyPr>
            <a:lstStyle/>
            <a:p>
              <a:r>
                <a:rPr lang="zh-CN" altLang="en-US" dirty="0" smtClean="0">
                  <a:solidFill>
                    <a:schemeClr val="bg1"/>
                  </a:solidFill>
                  <a:latin typeface="+mj-ea"/>
                  <a:ea typeface="+mj-ea"/>
                </a:rPr>
                <a:t>了解</a:t>
              </a:r>
              <a:endParaRPr lang="zh-CN" altLang="en-US" dirty="0">
                <a:solidFill>
                  <a:schemeClr val="bg1"/>
                </a:solidFill>
                <a:latin typeface="+mj-ea"/>
                <a:ea typeface="+mj-ea"/>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672064"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找人</a:t>
            </a:r>
            <a:endParaRPr lang="en-US" altLang="zh-CN" sz="2000" b="1" dirty="0" smtClean="0">
              <a:solidFill>
                <a:schemeClr val="bg1"/>
              </a:solidFill>
              <a:latin typeface="+mj-ea"/>
              <a:ea typeface="+mj-ea"/>
            </a:endParaRPr>
          </a:p>
        </p:txBody>
      </p:sp>
      <p:sp>
        <p:nvSpPr>
          <p:cNvPr id="23" name="矩形 22"/>
          <p:cNvSpPr/>
          <p:nvPr/>
        </p:nvSpPr>
        <p:spPr>
          <a:xfrm>
            <a:off x="7824192"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上网</a:t>
            </a:r>
            <a:endParaRPr lang="en-US" altLang="zh-CN" sz="2000" b="1" dirty="0" smtClean="0">
              <a:solidFill>
                <a:schemeClr val="bg1"/>
              </a:solidFill>
              <a:latin typeface="+mj-ea"/>
              <a:ea typeface="+mj-ea"/>
            </a:endParaRPr>
          </a:p>
        </p:txBody>
      </p:sp>
      <p:sp>
        <p:nvSpPr>
          <p:cNvPr id="25" name="矩形 24"/>
          <p:cNvSpPr/>
          <p:nvPr/>
        </p:nvSpPr>
        <p:spPr>
          <a:xfrm>
            <a:off x="8832304" y="476672"/>
            <a:ext cx="6480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mj-ea"/>
                <a:ea typeface="+mj-ea"/>
              </a:rPr>
              <a:t>面试</a:t>
            </a:r>
            <a:endParaRPr lang="en-US" altLang="zh-CN" sz="2000" b="1" dirty="0" smtClean="0">
              <a:solidFill>
                <a:schemeClr val="bg1"/>
              </a:solidFill>
              <a:latin typeface="+mj-ea"/>
              <a:ea typeface="+mj-ea"/>
            </a:endParaRPr>
          </a:p>
        </p:txBody>
      </p:sp>
      <p:sp>
        <p:nvSpPr>
          <p:cNvPr id="26" name="直角三角形 25"/>
          <p:cNvSpPr/>
          <p:nvPr/>
        </p:nvSpPr>
        <p:spPr>
          <a:xfrm flipH="1">
            <a:off x="6384032"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直角三角形 28"/>
          <p:cNvSpPr/>
          <p:nvPr/>
        </p:nvSpPr>
        <p:spPr>
          <a:xfrm flipH="1">
            <a:off x="7536160"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直角三角形 31"/>
          <p:cNvSpPr/>
          <p:nvPr/>
        </p:nvSpPr>
        <p:spPr>
          <a:xfrm flipH="1">
            <a:off x="8544272"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p:nvSpPr>
        <p:spPr>
          <a:xfrm rot="10800000">
            <a:off x="1271464" y="2132856"/>
            <a:ext cx="10297144" cy="4464496"/>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133454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3262229 w 10009112"/>
              <a:gd name="connsiteY9" fmla="*/ 4574402 h 5291955"/>
              <a:gd name="connsiteX10" fmla="*/ 1779398 w 10009112"/>
              <a:gd name="connsiteY10" fmla="*/ 5291955 h 5291955"/>
              <a:gd name="connsiteX11" fmla="*/ 1334548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2075964 w 10009112"/>
              <a:gd name="connsiteY9" fmla="*/ 4484708 h 5291955"/>
              <a:gd name="connsiteX10" fmla="*/ 1779398 w 10009112"/>
              <a:gd name="connsiteY10" fmla="*/ 5291955 h 5291955"/>
              <a:gd name="connsiteX11" fmla="*/ 1334548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2150106 w 10009112"/>
              <a:gd name="connsiteY9" fmla="*/ 4574402 h 5291955"/>
              <a:gd name="connsiteX10" fmla="*/ 1779398 w 10009112"/>
              <a:gd name="connsiteY10" fmla="*/ 5291955 h 5291955"/>
              <a:gd name="connsiteX11" fmla="*/ 1334548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2150106 w 10009112"/>
              <a:gd name="connsiteY9" fmla="*/ 4574402 h 5291955"/>
              <a:gd name="connsiteX10" fmla="*/ 1853539 w 10009112"/>
              <a:gd name="connsiteY10" fmla="*/ 5291955 h 5291955"/>
              <a:gd name="connsiteX11" fmla="*/ 1334548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2150106 w 10009112"/>
              <a:gd name="connsiteY9" fmla="*/ 4574402 h 5291955"/>
              <a:gd name="connsiteX10" fmla="*/ 1853539 w 10009112"/>
              <a:gd name="connsiteY10" fmla="*/ 5291955 h 5291955"/>
              <a:gd name="connsiteX11" fmla="*/ 1482831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2150106 w 10009112"/>
              <a:gd name="connsiteY9" fmla="*/ 4574402 h 5291955"/>
              <a:gd name="connsiteX10" fmla="*/ 1853539 w 10009112"/>
              <a:gd name="connsiteY10" fmla="*/ 5291955 h 5291955"/>
              <a:gd name="connsiteX11" fmla="*/ 1482831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2150106 w 10009112"/>
              <a:gd name="connsiteY9" fmla="*/ 4574402 h 5291955"/>
              <a:gd name="connsiteX10" fmla="*/ 1853539 w 10009112"/>
              <a:gd name="connsiteY10" fmla="*/ 5291955 h 5291955"/>
              <a:gd name="connsiteX11" fmla="*/ 1482831 w 10009112"/>
              <a:gd name="connsiteY11" fmla="*/ 4574402 h 5291955"/>
              <a:gd name="connsiteX12" fmla="*/ 0 w 10009112"/>
              <a:gd name="connsiteY12" fmla="*/ 4574402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2589770 w 10009112"/>
              <a:gd name="connsiteY9" fmla="*/ 4597928 h 5291955"/>
              <a:gd name="connsiteX10" fmla="*/ 1853539 w 10009112"/>
              <a:gd name="connsiteY10" fmla="*/ 5291955 h 5291955"/>
              <a:gd name="connsiteX11" fmla="*/ 1482831 w 10009112"/>
              <a:gd name="connsiteY11" fmla="*/ 4574402 h 5291955"/>
              <a:gd name="connsiteX12" fmla="*/ 0 w 10009112"/>
              <a:gd name="connsiteY12" fmla="*/ 4574402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378708"/>
              <a:gd name="connsiteX1" fmla="*/ 1668186 w 10009112"/>
              <a:gd name="connsiteY1" fmla="*/ 0 h 5378708"/>
              <a:gd name="connsiteX2" fmla="*/ 1668186 w 10009112"/>
              <a:gd name="connsiteY2" fmla="*/ 0 h 5378708"/>
              <a:gd name="connsiteX3" fmla="*/ 4170464 w 10009112"/>
              <a:gd name="connsiteY3" fmla="*/ 0 h 5378708"/>
              <a:gd name="connsiteX4" fmla="*/ 10009112 w 10009112"/>
              <a:gd name="connsiteY4" fmla="*/ 0 h 5378708"/>
              <a:gd name="connsiteX5" fmla="*/ 10009112 w 10009112"/>
              <a:gd name="connsiteY5" fmla="*/ 2646294 h 5378708"/>
              <a:gd name="connsiteX6" fmla="*/ 10009112 w 10009112"/>
              <a:gd name="connsiteY6" fmla="*/ 2646294 h 5378708"/>
              <a:gd name="connsiteX7" fmla="*/ 10009112 w 10009112"/>
              <a:gd name="connsiteY7" fmla="*/ 3780420 h 5378708"/>
              <a:gd name="connsiteX8" fmla="*/ 10009112 w 10009112"/>
              <a:gd name="connsiteY8" fmla="*/ 4536504 h 5378708"/>
              <a:gd name="connsiteX9" fmla="*/ 2589770 w 10009112"/>
              <a:gd name="connsiteY9" fmla="*/ 4597928 h 5378708"/>
              <a:gd name="connsiteX10" fmla="*/ 2309795 w 10009112"/>
              <a:gd name="connsiteY10" fmla="*/ 5378708 h 5378708"/>
              <a:gd name="connsiteX11" fmla="*/ 1482831 w 10009112"/>
              <a:gd name="connsiteY11" fmla="*/ 4574402 h 5378708"/>
              <a:gd name="connsiteX12" fmla="*/ 0 w 10009112"/>
              <a:gd name="connsiteY12" fmla="*/ 4574402 h 5378708"/>
              <a:gd name="connsiteX13" fmla="*/ 0 w 10009112"/>
              <a:gd name="connsiteY13" fmla="*/ 3780420 h 5378708"/>
              <a:gd name="connsiteX14" fmla="*/ 0 w 10009112"/>
              <a:gd name="connsiteY14" fmla="*/ 2646294 h 5378708"/>
              <a:gd name="connsiteX15" fmla="*/ 0 w 10009112"/>
              <a:gd name="connsiteY15" fmla="*/ 2646294 h 5378708"/>
              <a:gd name="connsiteX16" fmla="*/ 0 w 10009112"/>
              <a:gd name="connsiteY16" fmla="*/ 0 h 5378708"/>
              <a:gd name="connsiteX0" fmla="*/ 0 w 10009112"/>
              <a:gd name="connsiteY0" fmla="*/ 0 h 5378708"/>
              <a:gd name="connsiteX1" fmla="*/ 1668186 w 10009112"/>
              <a:gd name="connsiteY1" fmla="*/ 0 h 5378708"/>
              <a:gd name="connsiteX2" fmla="*/ 1668186 w 10009112"/>
              <a:gd name="connsiteY2" fmla="*/ 0 h 5378708"/>
              <a:gd name="connsiteX3" fmla="*/ 4170464 w 10009112"/>
              <a:gd name="connsiteY3" fmla="*/ 0 h 5378708"/>
              <a:gd name="connsiteX4" fmla="*/ 10009112 w 10009112"/>
              <a:gd name="connsiteY4" fmla="*/ 0 h 5378708"/>
              <a:gd name="connsiteX5" fmla="*/ 10009112 w 10009112"/>
              <a:gd name="connsiteY5" fmla="*/ 2646294 h 5378708"/>
              <a:gd name="connsiteX6" fmla="*/ 10009112 w 10009112"/>
              <a:gd name="connsiteY6" fmla="*/ 2646294 h 5378708"/>
              <a:gd name="connsiteX7" fmla="*/ 10009112 w 10009112"/>
              <a:gd name="connsiteY7" fmla="*/ 3780420 h 5378708"/>
              <a:gd name="connsiteX8" fmla="*/ 10009112 w 10009112"/>
              <a:gd name="connsiteY8" fmla="*/ 4536504 h 5378708"/>
              <a:gd name="connsiteX9" fmla="*/ 2589770 w 10009112"/>
              <a:gd name="connsiteY9" fmla="*/ 4597928 h 5378708"/>
              <a:gd name="connsiteX10" fmla="*/ 2309795 w 10009112"/>
              <a:gd name="connsiteY10" fmla="*/ 5378708 h 5378708"/>
              <a:gd name="connsiteX11" fmla="*/ 1959826 w 10009112"/>
              <a:gd name="connsiteY11" fmla="*/ 4597928 h 5378708"/>
              <a:gd name="connsiteX12" fmla="*/ 0 w 10009112"/>
              <a:gd name="connsiteY12" fmla="*/ 4574402 h 5378708"/>
              <a:gd name="connsiteX13" fmla="*/ 0 w 10009112"/>
              <a:gd name="connsiteY13" fmla="*/ 3780420 h 5378708"/>
              <a:gd name="connsiteX14" fmla="*/ 0 w 10009112"/>
              <a:gd name="connsiteY14" fmla="*/ 2646294 h 5378708"/>
              <a:gd name="connsiteX15" fmla="*/ 0 w 10009112"/>
              <a:gd name="connsiteY15" fmla="*/ 2646294 h 5378708"/>
              <a:gd name="connsiteX16" fmla="*/ 0 w 10009112"/>
              <a:gd name="connsiteY16" fmla="*/ 0 h 5378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378708">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2589770" y="4597928"/>
                </a:lnTo>
                <a:lnTo>
                  <a:pt x="2309795" y="5378708"/>
                </a:lnTo>
                <a:lnTo>
                  <a:pt x="1959826" y="4597928"/>
                </a:lnTo>
                <a:lnTo>
                  <a:pt x="0" y="4574402"/>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grpSp>
        <p:nvGrpSpPr>
          <p:cNvPr id="4" name="组合 16"/>
          <p:cNvGrpSpPr/>
          <p:nvPr/>
        </p:nvGrpSpPr>
        <p:grpSpPr>
          <a:xfrm>
            <a:off x="1559496" y="3011633"/>
            <a:ext cx="9145016" cy="4862485"/>
            <a:chOff x="1631504" y="2674994"/>
            <a:chExt cx="9145016" cy="4862485"/>
          </a:xfrm>
        </p:grpSpPr>
        <p:sp>
          <p:nvSpPr>
            <p:cNvPr id="18" name="TextBox 17"/>
            <p:cNvSpPr txBox="1"/>
            <p:nvPr/>
          </p:nvSpPr>
          <p:spPr>
            <a:xfrm>
              <a:off x="1703512" y="2674994"/>
              <a:ext cx="9073008" cy="4862485"/>
            </a:xfrm>
            <a:prstGeom prst="rect">
              <a:avLst/>
            </a:prstGeom>
            <a:noFill/>
          </p:spPr>
          <p:txBody>
            <a:bodyPr wrap="square" rtlCol="0" anchor="ctr">
              <a:spAutoFit/>
            </a:bodyPr>
            <a:lstStyle/>
            <a:p>
              <a:pPr algn="just">
                <a:lnSpc>
                  <a:spcPct val="125000"/>
                </a:lnSpc>
              </a:pPr>
              <a:r>
                <a:rPr lang="zh-CN" altLang="en-US" sz="2400" b="1" dirty="0" smtClean="0">
                  <a:solidFill>
                    <a:schemeClr val="bg1"/>
                  </a:solidFill>
                  <a:latin typeface="+mj-ea"/>
                  <a:ea typeface="+mj-ea"/>
                </a:rPr>
                <a:t>被动观察</a:t>
              </a:r>
              <a:endParaRPr lang="en-US" altLang="zh-CN" sz="2400" b="1" dirty="0" smtClean="0">
                <a:solidFill>
                  <a:schemeClr val="bg1"/>
                </a:solidFill>
                <a:latin typeface="+mj-ea"/>
                <a:ea typeface="+mj-ea"/>
              </a:endParaRPr>
            </a:p>
            <a:p>
              <a:pPr lvl="1" algn="just">
                <a:lnSpc>
                  <a:spcPct val="125000"/>
                </a:lnSpc>
              </a:pPr>
              <a:r>
                <a:rPr lang="zh-CN" altLang="zh-CN" sz="1600" dirty="0" smtClean="0">
                  <a:solidFill>
                    <a:schemeClr val="bg1"/>
                  </a:solidFill>
                  <a:latin typeface="+mj-ea"/>
                  <a:ea typeface="+mj-ea"/>
                </a:rPr>
                <a:t>保安、前台、接待者，面试者，进出公司整个流程</a:t>
              </a:r>
              <a:endParaRPr lang="en-US" altLang="zh-CN" sz="2400" dirty="0" smtClean="0"/>
            </a:p>
            <a:p>
              <a:pPr algn="just">
                <a:lnSpc>
                  <a:spcPct val="125000"/>
                </a:lnSpc>
              </a:pPr>
              <a:r>
                <a:rPr lang="zh-CN" altLang="zh-CN" sz="2400" b="1" dirty="0" smtClean="0">
                  <a:solidFill>
                    <a:schemeClr val="bg1"/>
                  </a:solidFill>
                  <a:latin typeface="+mj-ea"/>
                  <a:ea typeface="+mj-ea"/>
                </a:rPr>
                <a:t>主动出击</a:t>
              </a:r>
              <a:endParaRPr lang="en-US" altLang="zh-CN" sz="2400" b="1" dirty="0" smtClean="0">
                <a:solidFill>
                  <a:schemeClr val="bg1"/>
                </a:solidFill>
                <a:latin typeface="+mj-ea"/>
                <a:ea typeface="+mj-ea"/>
              </a:endParaRPr>
            </a:p>
            <a:p>
              <a:pPr lvl="1" algn="just">
                <a:lnSpc>
                  <a:spcPct val="125000"/>
                </a:lnSpc>
              </a:pPr>
              <a:r>
                <a:rPr lang="zh-CN" altLang="zh-CN" sz="1600" dirty="0" smtClean="0">
                  <a:solidFill>
                    <a:schemeClr val="bg1"/>
                  </a:solidFill>
                  <a:latin typeface="+mj-ea"/>
                  <a:ea typeface="+mj-ea"/>
                </a:rPr>
                <a:t>在面试最后时</a:t>
              </a:r>
              <a:r>
                <a:rPr lang="zh-CN" altLang="en-US" sz="1600" dirty="0" smtClean="0">
                  <a:solidFill>
                    <a:schemeClr val="bg1"/>
                  </a:solidFill>
                  <a:latin typeface="+mj-ea"/>
                  <a:ea typeface="+mj-ea"/>
                </a:rPr>
                <a:t>面试官问</a:t>
              </a:r>
              <a:r>
                <a:rPr lang="zh-CN" altLang="zh-CN" sz="1600" dirty="0" smtClean="0">
                  <a:solidFill>
                    <a:schemeClr val="bg1"/>
                  </a:solidFill>
                  <a:latin typeface="+mj-ea"/>
                  <a:ea typeface="+mj-ea"/>
                </a:rPr>
                <a:t>“你</a:t>
              </a:r>
              <a:r>
                <a:rPr lang="zh-CN" altLang="en-US" sz="1600" dirty="0" smtClean="0">
                  <a:solidFill>
                    <a:schemeClr val="bg1"/>
                  </a:solidFill>
                  <a:latin typeface="+mj-ea"/>
                  <a:ea typeface="+mj-ea"/>
                </a:rPr>
                <a:t>有</a:t>
              </a:r>
              <a:r>
                <a:rPr lang="zh-CN" altLang="zh-CN" sz="1600" dirty="0" smtClean="0">
                  <a:solidFill>
                    <a:schemeClr val="bg1"/>
                  </a:solidFill>
                  <a:latin typeface="+mj-ea"/>
                  <a:ea typeface="+mj-ea"/>
                </a:rPr>
                <a:t>没有什么问题要问？”</a:t>
              </a:r>
              <a:r>
                <a:rPr lang="zh-CN" altLang="en-US" sz="1600" dirty="0" smtClean="0">
                  <a:solidFill>
                    <a:schemeClr val="bg1"/>
                  </a:solidFill>
                  <a:latin typeface="+mj-ea"/>
                  <a:ea typeface="+mj-ea"/>
                </a:rPr>
                <a:t>，注意，这个时候</a:t>
              </a:r>
              <a:r>
                <a:rPr lang="zh-CN" altLang="zh-CN" sz="1600" dirty="0" smtClean="0">
                  <a:solidFill>
                    <a:schemeClr val="bg1"/>
                  </a:solidFill>
                  <a:latin typeface="+mj-ea"/>
                  <a:ea typeface="+mj-ea"/>
                </a:rPr>
                <a:t>机会来了，一定要问一些切中要害的</a:t>
              </a:r>
              <a:r>
                <a:rPr lang="zh-CN" altLang="en-US" sz="1600" dirty="0" smtClean="0">
                  <a:solidFill>
                    <a:schemeClr val="bg1"/>
                  </a:solidFill>
                  <a:latin typeface="+mj-ea"/>
                  <a:ea typeface="+mj-ea"/>
                </a:rPr>
                <a:t>、你最关心的问题，</a:t>
              </a:r>
              <a:r>
                <a:rPr lang="zh-CN" altLang="zh-CN" sz="1600" dirty="0" smtClean="0">
                  <a:solidFill>
                    <a:schemeClr val="bg1"/>
                  </a:solidFill>
                  <a:latin typeface="+mj-ea"/>
                  <a:ea typeface="+mj-ea"/>
                </a:rPr>
                <a:t>看对方反应，如果含糊其辞，</a:t>
              </a:r>
              <a:r>
                <a:rPr lang="zh-CN" altLang="en-US" sz="1600" dirty="0" smtClean="0">
                  <a:solidFill>
                    <a:schemeClr val="bg1"/>
                  </a:solidFill>
                  <a:latin typeface="+mj-ea"/>
                  <a:ea typeface="+mj-ea"/>
                </a:rPr>
                <a:t>那这个公司在这方面的表现你</a:t>
              </a:r>
              <a:r>
                <a:rPr lang="zh-CN" altLang="zh-CN" sz="1600" dirty="0" smtClean="0">
                  <a:solidFill>
                    <a:schemeClr val="bg1"/>
                  </a:solidFill>
                  <a:latin typeface="+mj-ea"/>
                  <a:ea typeface="+mj-ea"/>
                </a:rPr>
                <a:t>就要</a:t>
              </a:r>
              <a:r>
                <a:rPr lang="zh-CN" altLang="en-US" sz="1600" dirty="0" smtClean="0">
                  <a:solidFill>
                    <a:schemeClr val="bg1"/>
                  </a:solidFill>
                  <a:latin typeface="+mj-ea"/>
                  <a:ea typeface="+mj-ea"/>
                </a:rPr>
                <a:t>在心里</a:t>
              </a:r>
              <a:r>
                <a:rPr lang="zh-CN" altLang="zh-CN" sz="1600" dirty="0" smtClean="0">
                  <a:solidFill>
                    <a:schemeClr val="bg1"/>
                  </a:solidFill>
                  <a:latin typeface="+mj-ea"/>
                  <a:ea typeface="+mj-ea"/>
                </a:rPr>
                <a:t>打一个问号</a:t>
              </a:r>
              <a:r>
                <a:rPr lang="zh-CN" altLang="en-US" sz="1600" dirty="0" smtClean="0">
                  <a:solidFill>
                    <a:schemeClr val="bg1"/>
                  </a:solidFill>
                  <a:latin typeface="+mj-ea"/>
                  <a:ea typeface="+mj-ea"/>
                </a:rPr>
                <a:t>了</a:t>
              </a:r>
              <a:endParaRPr lang="en-US" altLang="zh-CN" sz="1600" dirty="0" smtClean="0">
                <a:solidFill>
                  <a:schemeClr val="bg1"/>
                </a:solidFill>
                <a:latin typeface="+mj-ea"/>
                <a:ea typeface="+mj-ea"/>
              </a:endParaRPr>
            </a:p>
            <a:p>
              <a:pPr marL="0" lvl="1" algn="just">
                <a:lnSpc>
                  <a:spcPct val="125000"/>
                </a:lnSpc>
              </a:pPr>
              <a:endParaRPr lang="en-US" altLang="zh-CN" sz="1600" dirty="0" smtClean="0">
                <a:solidFill>
                  <a:schemeClr val="bg1"/>
                </a:solidFill>
                <a:latin typeface="+mj-ea"/>
                <a:ea typeface="+mj-ea"/>
              </a:endParaRPr>
            </a:p>
            <a:p>
              <a:pPr lvl="1" algn="just">
                <a:lnSpc>
                  <a:spcPct val="125000"/>
                </a:lnSpc>
              </a:pPr>
              <a:r>
                <a:rPr lang="zh-CN" altLang="zh-CN" sz="1600" dirty="0" smtClean="0">
                  <a:solidFill>
                    <a:schemeClr val="bg1"/>
                  </a:solidFill>
                  <a:latin typeface="+mj-ea"/>
                  <a:ea typeface="+mj-ea"/>
                </a:rPr>
                <a:t>在面试室外等待时，留意公司的细节</a:t>
              </a:r>
              <a:r>
                <a:rPr lang="zh-CN" altLang="en-US" sz="1600" dirty="0" smtClean="0">
                  <a:solidFill>
                    <a:schemeClr val="bg1"/>
                  </a:solidFill>
                  <a:latin typeface="+mj-ea"/>
                  <a:ea typeface="+mj-ea"/>
                </a:rPr>
                <a:t>，</a:t>
              </a:r>
              <a:r>
                <a:rPr lang="zh-CN" altLang="zh-CN" sz="1600" dirty="0" smtClean="0">
                  <a:solidFill>
                    <a:schemeClr val="bg1"/>
                  </a:solidFill>
                  <a:latin typeface="+mj-ea"/>
                  <a:ea typeface="+mj-ea"/>
                </a:rPr>
                <a:t>特别是与申请职位有关的</a:t>
              </a:r>
              <a:r>
                <a:rPr lang="zh-CN" altLang="en-US" sz="1600" dirty="0" smtClean="0">
                  <a:solidFill>
                    <a:schemeClr val="bg1"/>
                  </a:solidFill>
                  <a:latin typeface="+mj-ea"/>
                  <a:ea typeface="+mj-ea"/>
                </a:rPr>
                <a:t>。</a:t>
              </a:r>
              <a:r>
                <a:rPr lang="zh-CN" altLang="zh-CN" sz="1600" dirty="0" smtClean="0">
                  <a:solidFill>
                    <a:schemeClr val="bg1"/>
                  </a:solidFill>
                  <a:latin typeface="+mj-ea"/>
                  <a:ea typeface="+mj-ea"/>
                </a:rPr>
                <a:t>不过，千万不要以为有个巨大的海报或者激励人心的口号，你的小心脏就要爆了非他莫嫁非她不娶。只要给钱，广告公司做的要多漂亮有多漂亮，会作秀的部门也不在少数</a:t>
              </a:r>
            </a:p>
            <a:p>
              <a:pPr algn="just">
                <a:lnSpc>
                  <a:spcPct val="155000"/>
                </a:lnSpc>
              </a:pPr>
              <a:endParaRPr lang="en-US" altLang="zh-CN" sz="2000" b="1" dirty="0" smtClean="0">
                <a:solidFill>
                  <a:schemeClr val="bg1"/>
                </a:solidFill>
                <a:latin typeface="+mj-ea"/>
                <a:ea typeface="+mj-ea"/>
              </a:endParaRPr>
            </a:p>
            <a:p>
              <a:pPr algn="just">
                <a:lnSpc>
                  <a:spcPct val="155000"/>
                </a:lnSpc>
              </a:pPr>
              <a:endParaRPr lang="en-US" altLang="zh-CN" sz="2400" b="1" dirty="0" smtClean="0">
                <a:solidFill>
                  <a:schemeClr val="bg1"/>
                </a:solidFill>
                <a:latin typeface="+mj-ea"/>
                <a:ea typeface="+mj-ea"/>
              </a:endParaRPr>
            </a:p>
            <a:p>
              <a:pPr lvl="1" algn="just">
                <a:lnSpc>
                  <a:spcPct val="155000"/>
                </a:lnSpc>
              </a:pPr>
              <a:endParaRPr lang="en-US" altLang="zh-CN" sz="1600" dirty="0" smtClean="0">
                <a:solidFill>
                  <a:schemeClr val="bg1"/>
                </a:solidFill>
                <a:latin typeface="+mj-ea"/>
                <a:ea typeface="+mj-ea"/>
              </a:endParaRPr>
            </a:p>
          </p:txBody>
        </p:sp>
        <p:sp>
          <p:nvSpPr>
            <p:cNvPr id="22" name="矩形 21"/>
            <p:cNvSpPr/>
            <p:nvPr/>
          </p:nvSpPr>
          <p:spPr>
            <a:xfrm flipH="1">
              <a:off x="1631504" y="3524409"/>
              <a:ext cx="720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矩形 23"/>
          <p:cNvSpPr/>
          <p:nvPr/>
        </p:nvSpPr>
        <p:spPr>
          <a:xfrm flipH="1">
            <a:off x="1559496" y="3140968"/>
            <a:ext cx="72009"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10056440" y="764704"/>
            <a:ext cx="1512168" cy="1152128"/>
            <a:chOff x="10056440" y="764704"/>
            <a:chExt cx="1512168" cy="1152128"/>
          </a:xfrm>
        </p:grpSpPr>
        <p:sp>
          <p:nvSpPr>
            <p:cNvPr id="31" name="矩形 30"/>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换工作</a:t>
              </a:r>
              <a:endParaRPr lang="zh-CN" altLang="en-US" sz="2000" b="1" dirty="0">
                <a:solidFill>
                  <a:srgbClr val="C00000"/>
                </a:solidFill>
                <a:latin typeface="+mj-ea"/>
                <a:ea typeface="+mj-ea"/>
              </a:endParaRPr>
            </a:p>
          </p:txBody>
        </p:sp>
        <p:sp>
          <p:nvSpPr>
            <p:cNvPr id="33" name="矩形 32"/>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转专业</a:t>
              </a:r>
              <a:endParaRPr lang="zh-CN" altLang="en-US" sz="2000" b="1" dirty="0">
                <a:solidFill>
                  <a:schemeClr val="bg1"/>
                </a:solidFill>
                <a:latin typeface="+mj-ea"/>
                <a:ea typeface="+mj-ea"/>
              </a:endParaRPr>
            </a:p>
          </p:txBody>
        </p:sp>
      </p:grpSp>
      <p:grpSp>
        <p:nvGrpSpPr>
          <p:cNvPr id="34" name="组合 33"/>
          <p:cNvGrpSpPr/>
          <p:nvPr/>
        </p:nvGrpSpPr>
        <p:grpSpPr>
          <a:xfrm>
            <a:off x="1199456" y="476672"/>
            <a:ext cx="2448272" cy="1152128"/>
            <a:chOff x="1351856" y="629072"/>
            <a:chExt cx="2448272" cy="1152128"/>
          </a:xfrm>
        </p:grpSpPr>
        <p:sp>
          <p:nvSpPr>
            <p:cNvPr id="36" name="矩形 35"/>
            <p:cNvSpPr/>
            <p:nvPr/>
          </p:nvSpPr>
          <p:spPr>
            <a:xfrm>
              <a:off x="1351856" y="6290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现在的工作</a:t>
              </a:r>
              <a:endParaRPr lang="en-US" altLang="zh-CN" sz="3600" b="1" dirty="0" smtClean="0">
                <a:solidFill>
                  <a:schemeClr val="bg1"/>
                </a:solidFill>
                <a:latin typeface="+mj-ea"/>
                <a:ea typeface="+mj-ea"/>
              </a:endParaRPr>
            </a:p>
          </p:txBody>
        </p:sp>
        <p:sp>
          <p:nvSpPr>
            <p:cNvPr id="37" name="TextBox 36"/>
            <p:cNvSpPr txBox="1"/>
            <p:nvPr/>
          </p:nvSpPr>
          <p:spPr>
            <a:xfrm>
              <a:off x="1567880" y="701080"/>
              <a:ext cx="936104" cy="369332"/>
            </a:xfrm>
            <a:prstGeom prst="rect">
              <a:avLst/>
            </a:prstGeom>
            <a:noFill/>
          </p:spPr>
          <p:txBody>
            <a:bodyPr wrap="square" rtlCol="0">
              <a:spAutoFit/>
            </a:bodyPr>
            <a:lstStyle/>
            <a:p>
              <a:r>
                <a:rPr lang="zh-CN" altLang="en-US" dirty="0" smtClean="0">
                  <a:solidFill>
                    <a:schemeClr val="bg1"/>
                  </a:solidFill>
                  <a:latin typeface="+mj-ea"/>
                  <a:ea typeface="+mj-ea"/>
                </a:rPr>
                <a:t>了解</a:t>
              </a:r>
              <a:endParaRPr lang="zh-CN" altLang="en-US" dirty="0">
                <a:solidFill>
                  <a:schemeClr val="bg1"/>
                </a:solidFill>
                <a:latin typeface="+mj-ea"/>
                <a:ea typeface="+mj-ea"/>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grpSp>
        <p:nvGrpSpPr>
          <p:cNvPr id="4" name="组合 18"/>
          <p:cNvGrpSpPr/>
          <p:nvPr/>
        </p:nvGrpSpPr>
        <p:grpSpPr>
          <a:xfrm>
            <a:off x="911424" y="188640"/>
            <a:ext cx="1296144" cy="1728192"/>
            <a:chOff x="911424" y="188640"/>
            <a:chExt cx="1296144" cy="1728192"/>
          </a:xfrm>
        </p:grpSpPr>
        <p:sp>
          <p:nvSpPr>
            <p:cNvPr id="3" name="矩形 2"/>
            <p:cNvSpPr/>
            <p:nvPr/>
          </p:nvSpPr>
          <p:spPr>
            <a:xfrm>
              <a:off x="1271464" y="188640"/>
              <a:ext cx="936104" cy="17281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mj-ea"/>
                  <a:ea typeface="+mj-ea"/>
                </a:rPr>
                <a:t>读</a:t>
              </a:r>
              <a:endParaRPr lang="en-US" altLang="zh-CN" sz="3200" b="1" dirty="0" smtClean="0">
                <a:solidFill>
                  <a:schemeClr val="bg1"/>
                </a:solidFill>
                <a:latin typeface="+mj-ea"/>
                <a:ea typeface="+mj-ea"/>
              </a:endParaRPr>
            </a:p>
            <a:p>
              <a:pPr algn="ctr"/>
              <a:r>
                <a:rPr lang="zh-CN" altLang="en-US" sz="3200" b="1" dirty="0" smtClean="0">
                  <a:solidFill>
                    <a:schemeClr val="bg1"/>
                  </a:solidFill>
                  <a:latin typeface="+mj-ea"/>
                  <a:ea typeface="+mj-ea"/>
                </a:rPr>
                <a:t>后</a:t>
              </a:r>
              <a:endParaRPr lang="en-US" altLang="zh-CN" sz="3200" b="1" dirty="0" smtClean="0">
                <a:solidFill>
                  <a:schemeClr val="bg1"/>
                </a:solidFill>
                <a:latin typeface="+mj-ea"/>
                <a:ea typeface="+mj-ea"/>
              </a:endParaRPr>
            </a:p>
            <a:p>
              <a:pPr algn="ctr"/>
              <a:r>
                <a:rPr lang="zh-CN" altLang="en-US" sz="3200" b="1" dirty="0" smtClean="0">
                  <a:solidFill>
                    <a:schemeClr val="bg1"/>
                  </a:solidFill>
                  <a:latin typeface="+mj-ea"/>
                  <a:ea typeface="+mj-ea"/>
                </a:rPr>
                <a:t>感</a:t>
              </a:r>
              <a:endParaRPr lang="zh-CN" altLang="en-US" sz="3200" b="1" dirty="0">
                <a:solidFill>
                  <a:schemeClr val="bg1"/>
                </a:solidFill>
                <a:latin typeface="+mj-ea"/>
                <a:ea typeface="+mj-ea"/>
              </a:endParaRPr>
            </a:p>
          </p:txBody>
        </p:sp>
        <p:sp>
          <p:nvSpPr>
            <p:cNvPr id="5" name="直角三角形 4"/>
            <p:cNvSpPr/>
            <p:nvPr/>
          </p:nvSpPr>
          <p:spPr>
            <a:xfrm flipH="1">
              <a:off x="911424" y="188640"/>
              <a:ext cx="360040" cy="576064"/>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360040" cy="576064"/>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1343472" y="260648"/>
            <a:ext cx="792088" cy="1584176"/>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13"/>
          <p:cNvGrpSpPr/>
          <p:nvPr/>
        </p:nvGrpSpPr>
        <p:grpSpPr>
          <a:xfrm>
            <a:off x="7320136" y="764704"/>
            <a:ext cx="1512168" cy="1152128"/>
            <a:chOff x="7320136" y="764704"/>
            <a:chExt cx="1512168" cy="1152128"/>
          </a:xfrm>
        </p:grpSpPr>
        <p:sp>
          <p:nvSpPr>
            <p:cNvPr id="10" name="矩形 9"/>
            <p:cNvSpPr/>
            <p:nvPr/>
          </p:nvSpPr>
          <p:spPr>
            <a:xfrm>
              <a:off x="7320136"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2">
                      <a:lumMod val="75000"/>
                    </a:schemeClr>
                  </a:solidFill>
                  <a:latin typeface="+mj-ea"/>
                  <a:ea typeface="+mj-ea"/>
                </a:rPr>
                <a:t>转专业</a:t>
              </a:r>
              <a:endParaRPr lang="zh-CN" altLang="en-US" sz="2000" b="1" dirty="0">
                <a:solidFill>
                  <a:schemeClr val="bg2">
                    <a:lumMod val="75000"/>
                  </a:schemeClr>
                </a:solidFill>
                <a:latin typeface="+mj-ea"/>
                <a:ea typeface="+mj-ea"/>
              </a:endParaRPr>
            </a:p>
          </p:txBody>
        </p:sp>
        <p:sp>
          <p:nvSpPr>
            <p:cNvPr id="12" name="矩形 11"/>
            <p:cNvSpPr/>
            <p:nvPr/>
          </p:nvSpPr>
          <p:spPr>
            <a:xfrm>
              <a:off x="7320136"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换工作</a:t>
              </a:r>
            </a:p>
          </p:txBody>
        </p:sp>
      </p:grpSp>
      <p:grpSp>
        <p:nvGrpSpPr>
          <p:cNvPr id="7" name="组合 14"/>
          <p:cNvGrpSpPr/>
          <p:nvPr/>
        </p:nvGrpSpPr>
        <p:grpSpPr>
          <a:xfrm>
            <a:off x="9480376" y="764704"/>
            <a:ext cx="1512168" cy="1152128"/>
            <a:chOff x="7320136" y="764704"/>
            <a:chExt cx="1512168" cy="1152128"/>
          </a:xfrm>
        </p:grpSpPr>
        <p:sp>
          <p:nvSpPr>
            <p:cNvPr id="16" name="矩形 15"/>
            <p:cNvSpPr/>
            <p:nvPr/>
          </p:nvSpPr>
          <p:spPr>
            <a:xfrm>
              <a:off x="7320136"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专业学习</a:t>
              </a:r>
              <a:endParaRPr lang="zh-CN" altLang="en-US" sz="2000" b="1" dirty="0">
                <a:solidFill>
                  <a:srgbClr val="C00000"/>
                </a:solidFill>
                <a:latin typeface="+mj-ea"/>
                <a:ea typeface="+mj-ea"/>
              </a:endParaRPr>
            </a:p>
          </p:txBody>
        </p:sp>
        <p:sp>
          <p:nvSpPr>
            <p:cNvPr id="17" name="矩形 16"/>
            <p:cNvSpPr/>
            <p:nvPr/>
          </p:nvSpPr>
          <p:spPr>
            <a:xfrm>
              <a:off x="7320136" y="1340768"/>
              <a:ext cx="1512168" cy="57606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mj-ea"/>
                  <a:ea typeface="+mj-ea"/>
                </a:rPr>
                <a:t>岗位学习</a:t>
              </a:r>
              <a:endParaRPr lang="zh-CN" altLang="en-US" sz="2000" b="1" dirty="0">
                <a:latin typeface="+mj-ea"/>
                <a:ea typeface="+mj-ea"/>
              </a:endParaRPr>
            </a:p>
          </p:txBody>
        </p:sp>
      </p:grpSp>
      <p:sp>
        <p:nvSpPr>
          <p:cNvPr id="18" name="任意多边形 17"/>
          <p:cNvSpPr/>
          <p:nvPr/>
        </p:nvSpPr>
        <p:spPr>
          <a:xfrm rot="10800000">
            <a:off x="1271464" y="2204864"/>
            <a:ext cx="9721080" cy="4248472"/>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741416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444849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296566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444849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484708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484708 h 5291955"/>
              <a:gd name="connsiteX12" fmla="*/ 0 w 10009112"/>
              <a:gd name="connsiteY12" fmla="*/ 4574402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484708 h 5291955"/>
              <a:gd name="connsiteX12" fmla="*/ 0 w 10009112"/>
              <a:gd name="connsiteY12" fmla="*/ 4574402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574402 h 5291955"/>
              <a:gd name="connsiteX12" fmla="*/ 0 w 10009112"/>
              <a:gd name="connsiteY12" fmla="*/ 4574402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291955">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1186265" y="4574402"/>
                </a:lnTo>
                <a:lnTo>
                  <a:pt x="815557" y="5291955"/>
                </a:lnTo>
                <a:lnTo>
                  <a:pt x="444849" y="4574402"/>
                </a:lnTo>
                <a:lnTo>
                  <a:pt x="0" y="4574402"/>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2"/>
          <p:cNvSpPr txBox="1">
            <a:spLocks/>
          </p:cNvSpPr>
          <p:nvPr/>
        </p:nvSpPr>
        <p:spPr>
          <a:xfrm>
            <a:off x="1631504" y="3212976"/>
            <a:ext cx="9001000" cy="2808312"/>
          </a:xfrm>
          <a:prstGeom prst="rect">
            <a:avLst/>
          </a:prstGeom>
        </p:spPr>
        <p:txBody>
          <a:bodyPr/>
          <a:lstStyle/>
          <a:p>
            <a:pPr lvl="0">
              <a:lnSpc>
                <a:spcPct val="135000"/>
              </a:lnSpc>
              <a:spcBef>
                <a:spcPct val="20000"/>
              </a:spcBef>
              <a:defRPr/>
            </a:pPr>
            <a:r>
              <a:rPr lang="en-US" altLang="zh-CN" sz="4000" b="1" kern="100" dirty="0" smtClean="0">
                <a:solidFill>
                  <a:schemeClr val="bg1"/>
                </a:solidFill>
                <a:latin typeface="Cambria"/>
              </a:rPr>
              <a:t> </a:t>
            </a:r>
            <a:r>
              <a:rPr lang="en-US" altLang="zh-CN" sz="4400" b="1" kern="100" dirty="0" smtClean="0">
                <a:solidFill>
                  <a:schemeClr val="bg1"/>
                </a:solidFill>
                <a:latin typeface="Cambria"/>
              </a:rPr>
              <a:t>“ </a:t>
            </a:r>
            <a:r>
              <a:rPr lang="zh-CN" altLang="en-US" sz="3200" kern="100" dirty="0" smtClean="0">
                <a:solidFill>
                  <a:schemeClr val="bg1"/>
                </a:solidFill>
                <a:latin typeface="+mj-ea"/>
                <a:ea typeface="+mj-ea"/>
              </a:rPr>
              <a:t>在大学，读什么专业不是最重要的，最重要的是学会独立学习，把知识转变成个人的</a:t>
            </a:r>
            <a:r>
              <a:rPr lang="zh-CN" altLang="en-US" sz="4400" b="1" kern="100" dirty="0" smtClean="0">
                <a:solidFill>
                  <a:schemeClr val="bg1"/>
                </a:solidFill>
                <a:latin typeface="+mj-ea"/>
                <a:ea typeface="+mj-ea"/>
              </a:rPr>
              <a:t>能力 </a:t>
            </a:r>
            <a:r>
              <a:rPr lang="en-US" altLang="zh-CN" sz="4800" b="1" kern="100" dirty="0" smtClean="0">
                <a:solidFill>
                  <a:schemeClr val="bg1"/>
                </a:solidFill>
                <a:latin typeface="Cambria"/>
              </a:rPr>
              <a:t>”</a:t>
            </a:r>
            <a:endParaRPr kumimoji="0" lang="zh-CN" altLang="en-US" sz="3200" b="1" i="0" u="none" strike="noStrike" kern="1200" cap="none" spc="0" normalizeH="0" baseline="0" noProof="0" dirty="0">
              <a:ln>
                <a:noFill/>
              </a:ln>
              <a:solidFill>
                <a:schemeClr val="bg1"/>
              </a:solidFill>
              <a:effectLst/>
              <a:uLnTx/>
              <a:uFillTx/>
              <a:latin typeface="+mj-ea"/>
              <a:ea typeface="+mj-ea"/>
              <a:cs typeface="+mn-cs"/>
            </a:endParaRPr>
          </a:p>
        </p:txBody>
      </p:sp>
      <p:sp>
        <p:nvSpPr>
          <p:cNvPr id="39" name="矩形 38"/>
          <p:cNvSpPr/>
          <p:nvPr/>
        </p:nvSpPr>
        <p:spPr>
          <a:xfrm>
            <a:off x="2495600" y="692696"/>
            <a:ext cx="2520280" cy="646331"/>
          </a:xfrm>
          <a:prstGeom prst="rect">
            <a:avLst/>
          </a:prstGeom>
          <a:noFill/>
        </p:spPr>
        <p:txBody>
          <a:bodyPr wrap="square" lIns="91440" tIns="45720" rIns="91440" bIns="45720">
            <a:spAutoFit/>
          </a:bodyPr>
          <a:lstStyle/>
          <a:p>
            <a:pPr algn="ctr"/>
            <a:r>
              <a:rPr lang="en-US" altLang="zh-CN" sz="3600" b="1" cap="none"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rPr>
              <a:t>Part B</a:t>
            </a:r>
            <a:endParaRPr lang="zh-CN" altLang="en-US" sz="3600" b="1" cap="none"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20" name="矩形 19"/>
          <p:cNvSpPr/>
          <p:nvPr/>
        </p:nvSpPr>
        <p:spPr>
          <a:xfrm>
            <a:off x="8616280" y="5301208"/>
            <a:ext cx="1944216"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dirty="0" smtClean="0">
                <a:solidFill>
                  <a:srgbClr val="C00000"/>
                </a:solidFill>
                <a:latin typeface="+mj-ea"/>
                <a:ea typeface="+mj-ea"/>
              </a:rPr>
              <a:t>在</a:t>
            </a:r>
            <a:r>
              <a:rPr lang="zh-CN" altLang="en-US" sz="2800" b="1" dirty="0" smtClean="0">
                <a:solidFill>
                  <a:srgbClr val="C00000"/>
                </a:solidFill>
                <a:latin typeface="+mj-ea"/>
                <a:ea typeface="+mj-ea"/>
              </a:rPr>
              <a:t>大学</a:t>
            </a:r>
            <a:endParaRPr lang="zh-CN" altLang="en-US" sz="2800" b="1" dirty="0">
              <a:latin typeface="+mj-ea"/>
              <a:ea typeface="+mj-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grpSp>
        <p:nvGrpSpPr>
          <p:cNvPr id="4" name="组合 18"/>
          <p:cNvGrpSpPr/>
          <p:nvPr/>
        </p:nvGrpSpPr>
        <p:grpSpPr>
          <a:xfrm>
            <a:off x="911424" y="188640"/>
            <a:ext cx="1296144" cy="1728192"/>
            <a:chOff x="911424" y="188640"/>
            <a:chExt cx="1296144" cy="1728192"/>
          </a:xfrm>
        </p:grpSpPr>
        <p:sp>
          <p:nvSpPr>
            <p:cNvPr id="3" name="矩形 2"/>
            <p:cNvSpPr/>
            <p:nvPr/>
          </p:nvSpPr>
          <p:spPr>
            <a:xfrm>
              <a:off x="1271464" y="188640"/>
              <a:ext cx="936104" cy="17281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solidFill>
                    <a:schemeClr val="bg1"/>
                  </a:solidFill>
                  <a:latin typeface="+mj-ea"/>
                  <a:ea typeface="+mj-ea"/>
                </a:rPr>
                <a:t>读</a:t>
              </a:r>
              <a:endParaRPr lang="en-US" altLang="zh-CN" sz="3200" b="1" dirty="0" smtClean="0">
                <a:solidFill>
                  <a:schemeClr val="bg1"/>
                </a:solidFill>
                <a:latin typeface="+mj-ea"/>
                <a:ea typeface="+mj-ea"/>
              </a:endParaRPr>
            </a:p>
            <a:p>
              <a:pPr algn="ctr"/>
              <a:r>
                <a:rPr lang="zh-CN" altLang="en-US" sz="3200" b="1" dirty="0" smtClean="0">
                  <a:solidFill>
                    <a:schemeClr val="bg1"/>
                  </a:solidFill>
                  <a:latin typeface="+mj-ea"/>
                  <a:ea typeface="+mj-ea"/>
                </a:rPr>
                <a:t>后</a:t>
              </a:r>
              <a:endParaRPr lang="en-US" altLang="zh-CN" sz="3200" b="1" dirty="0" smtClean="0">
                <a:solidFill>
                  <a:schemeClr val="bg1"/>
                </a:solidFill>
                <a:latin typeface="+mj-ea"/>
                <a:ea typeface="+mj-ea"/>
              </a:endParaRPr>
            </a:p>
            <a:p>
              <a:pPr algn="ctr"/>
              <a:r>
                <a:rPr lang="zh-CN" altLang="en-US" sz="3200" b="1" dirty="0" smtClean="0">
                  <a:solidFill>
                    <a:schemeClr val="bg1"/>
                  </a:solidFill>
                  <a:latin typeface="+mj-ea"/>
                  <a:ea typeface="+mj-ea"/>
                </a:rPr>
                <a:t>感</a:t>
              </a:r>
              <a:endParaRPr lang="zh-CN" altLang="en-US" sz="3200" b="1" dirty="0">
                <a:solidFill>
                  <a:schemeClr val="bg1"/>
                </a:solidFill>
                <a:latin typeface="+mj-ea"/>
                <a:ea typeface="+mj-ea"/>
              </a:endParaRPr>
            </a:p>
          </p:txBody>
        </p:sp>
        <p:sp>
          <p:nvSpPr>
            <p:cNvPr id="5" name="直角三角形 4"/>
            <p:cNvSpPr/>
            <p:nvPr/>
          </p:nvSpPr>
          <p:spPr>
            <a:xfrm flipH="1">
              <a:off x="911424" y="188640"/>
              <a:ext cx="360040" cy="576064"/>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360040" cy="576064"/>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1343472" y="260648"/>
            <a:ext cx="792088" cy="1584176"/>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14"/>
          <p:cNvGrpSpPr/>
          <p:nvPr/>
        </p:nvGrpSpPr>
        <p:grpSpPr>
          <a:xfrm>
            <a:off x="9480376" y="764704"/>
            <a:ext cx="1512168" cy="1152128"/>
            <a:chOff x="7320136" y="764704"/>
            <a:chExt cx="1512168" cy="1152128"/>
          </a:xfrm>
        </p:grpSpPr>
        <p:sp>
          <p:nvSpPr>
            <p:cNvPr id="16" name="矩形 15"/>
            <p:cNvSpPr/>
            <p:nvPr/>
          </p:nvSpPr>
          <p:spPr>
            <a:xfrm>
              <a:off x="7320136"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专业学习</a:t>
              </a:r>
              <a:endParaRPr lang="zh-CN" altLang="en-US" sz="2000" b="1" dirty="0">
                <a:solidFill>
                  <a:srgbClr val="C00000"/>
                </a:solidFill>
                <a:latin typeface="+mj-ea"/>
                <a:ea typeface="+mj-ea"/>
              </a:endParaRPr>
            </a:p>
          </p:txBody>
        </p:sp>
        <p:sp>
          <p:nvSpPr>
            <p:cNvPr id="17" name="矩形 16"/>
            <p:cNvSpPr/>
            <p:nvPr/>
          </p:nvSpPr>
          <p:spPr>
            <a:xfrm>
              <a:off x="7320136" y="1340768"/>
              <a:ext cx="1512168" cy="576064"/>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mj-ea"/>
                  <a:ea typeface="+mj-ea"/>
                </a:rPr>
                <a:t>岗位学习</a:t>
              </a:r>
              <a:endParaRPr lang="zh-CN" altLang="en-US" sz="2000" b="1" dirty="0">
                <a:latin typeface="+mj-ea"/>
                <a:ea typeface="+mj-ea"/>
              </a:endParaRPr>
            </a:p>
          </p:txBody>
        </p:sp>
      </p:grpSp>
      <p:sp>
        <p:nvSpPr>
          <p:cNvPr id="18" name="任意多边形 17"/>
          <p:cNvSpPr/>
          <p:nvPr/>
        </p:nvSpPr>
        <p:spPr>
          <a:xfrm rot="10800000">
            <a:off x="1271464" y="2204864"/>
            <a:ext cx="9721080" cy="4248472"/>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741416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444849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37070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296566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1186265 w 10009112"/>
              <a:gd name="connsiteY9" fmla="*/ 4574402 h 5202261"/>
              <a:gd name="connsiteX10" fmla="*/ 741416 w 10009112"/>
              <a:gd name="connsiteY10" fmla="*/ 5202261 h 5202261"/>
              <a:gd name="connsiteX11" fmla="*/ 444849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574402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484708 h 5291955"/>
              <a:gd name="connsiteX12" fmla="*/ 0 w 10009112"/>
              <a:gd name="connsiteY12" fmla="*/ 4536504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484708 h 5291955"/>
              <a:gd name="connsiteX12" fmla="*/ 0 w 10009112"/>
              <a:gd name="connsiteY12" fmla="*/ 4574402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484708 h 5291955"/>
              <a:gd name="connsiteX12" fmla="*/ 0 w 10009112"/>
              <a:gd name="connsiteY12" fmla="*/ 4574402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 name="connsiteX0" fmla="*/ 0 w 10009112"/>
              <a:gd name="connsiteY0" fmla="*/ 0 h 5291955"/>
              <a:gd name="connsiteX1" fmla="*/ 1668186 w 10009112"/>
              <a:gd name="connsiteY1" fmla="*/ 0 h 5291955"/>
              <a:gd name="connsiteX2" fmla="*/ 1668186 w 10009112"/>
              <a:gd name="connsiteY2" fmla="*/ 0 h 5291955"/>
              <a:gd name="connsiteX3" fmla="*/ 4170464 w 10009112"/>
              <a:gd name="connsiteY3" fmla="*/ 0 h 5291955"/>
              <a:gd name="connsiteX4" fmla="*/ 10009112 w 10009112"/>
              <a:gd name="connsiteY4" fmla="*/ 0 h 5291955"/>
              <a:gd name="connsiteX5" fmla="*/ 10009112 w 10009112"/>
              <a:gd name="connsiteY5" fmla="*/ 2646294 h 5291955"/>
              <a:gd name="connsiteX6" fmla="*/ 10009112 w 10009112"/>
              <a:gd name="connsiteY6" fmla="*/ 2646294 h 5291955"/>
              <a:gd name="connsiteX7" fmla="*/ 10009112 w 10009112"/>
              <a:gd name="connsiteY7" fmla="*/ 3780420 h 5291955"/>
              <a:gd name="connsiteX8" fmla="*/ 10009112 w 10009112"/>
              <a:gd name="connsiteY8" fmla="*/ 4536504 h 5291955"/>
              <a:gd name="connsiteX9" fmla="*/ 1186265 w 10009112"/>
              <a:gd name="connsiteY9" fmla="*/ 4574402 h 5291955"/>
              <a:gd name="connsiteX10" fmla="*/ 815557 w 10009112"/>
              <a:gd name="connsiteY10" fmla="*/ 5291955 h 5291955"/>
              <a:gd name="connsiteX11" fmla="*/ 444849 w 10009112"/>
              <a:gd name="connsiteY11" fmla="*/ 4574402 h 5291955"/>
              <a:gd name="connsiteX12" fmla="*/ 0 w 10009112"/>
              <a:gd name="connsiteY12" fmla="*/ 4574402 h 5291955"/>
              <a:gd name="connsiteX13" fmla="*/ 0 w 10009112"/>
              <a:gd name="connsiteY13" fmla="*/ 3780420 h 5291955"/>
              <a:gd name="connsiteX14" fmla="*/ 0 w 10009112"/>
              <a:gd name="connsiteY14" fmla="*/ 2646294 h 5291955"/>
              <a:gd name="connsiteX15" fmla="*/ 0 w 10009112"/>
              <a:gd name="connsiteY15" fmla="*/ 2646294 h 5291955"/>
              <a:gd name="connsiteX16" fmla="*/ 0 w 10009112"/>
              <a:gd name="connsiteY16" fmla="*/ 0 h 529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291955">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1186265" y="4574402"/>
                </a:lnTo>
                <a:lnTo>
                  <a:pt x="815557" y="5291955"/>
                </a:lnTo>
                <a:lnTo>
                  <a:pt x="444849" y="4574402"/>
                </a:lnTo>
                <a:lnTo>
                  <a:pt x="0" y="4574402"/>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2"/>
          <p:cNvSpPr txBox="1">
            <a:spLocks/>
          </p:cNvSpPr>
          <p:nvPr/>
        </p:nvSpPr>
        <p:spPr>
          <a:xfrm>
            <a:off x="1631504" y="3212976"/>
            <a:ext cx="9001000" cy="2808312"/>
          </a:xfrm>
          <a:prstGeom prst="rect">
            <a:avLst/>
          </a:prstGeom>
        </p:spPr>
        <p:txBody>
          <a:bodyPr/>
          <a:lstStyle/>
          <a:p>
            <a:pPr lvl="0">
              <a:lnSpc>
                <a:spcPct val="135000"/>
              </a:lnSpc>
              <a:spcBef>
                <a:spcPct val="20000"/>
              </a:spcBef>
              <a:defRPr/>
            </a:pPr>
            <a:r>
              <a:rPr lang="zh-CN" altLang="en-US" sz="3200" kern="100" dirty="0" smtClean="0">
                <a:solidFill>
                  <a:schemeClr val="bg1"/>
                </a:solidFill>
                <a:latin typeface="+mj-ea"/>
                <a:ea typeface="+mj-ea"/>
              </a:rPr>
              <a:t>在一个公司，做什么事情不是最重要的，最重要的是从做事中锻炼自己的能力，从观察同事和老板做事中锻炼自己的</a:t>
            </a:r>
            <a:r>
              <a:rPr lang="zh-CN" altLang="en-US" sz="4400" b="1" kern="100" dirty="0" smtClean="0">
                <a:solidFill>
                  <a:schemeClr val="bg1"/>
                </a:solidFill>
                <a:latin typeface="+mj-ea"/>
                <a:ea typeface="+mj-ea"/>
              </a:rPr>
              <a:t>思维</a:t>
            </a:r>
          </a:p>
        </p:txBody>
      </p:sp>
      <p:sp>
        <p:nvSpPr>
          <p:cNvPr id="39" name="矩形 38"/>
          <p:cNvSpPr/>
          <p:nvPr/>
        </p:nvSpPr>
        <p:spPr>
          <a:xfrm>
            <a:off x="2495600" y="692696"/>
            <a:ext cx="2520280" cy="646331"/>
          </a:xfrm>
          <a:prstGeom prst="rect">
            <a:avLst/>
          </a:prstGeom>
          <a:noFill/>
        </p:spPr>
        <p:txBody>
          <a:bodyPr wrap="square" lIns="91440" tIns="45720" rIns="91440" bIns="45720">
            <a:spAutoFit/>
          </a:bodyPr>
          <a:lstStyle/>
          <a:p>
            <a:pPr algn="ctr"/>
            <a:r>
              <a:rPr lang="en-US" altLang="zh-CN" sz="3600" b="1" cap="none"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latin typeface="+mj-lt"/>
              </a:rPr>
              <a:t>Part B</a:t>
            </a:r>
            <a:endParaRPr lang="zh-CN" altLang="en-US" sz="3600" b="1" cap="none"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20" name="矩形 19"/>
          <p:cNvSpPr/>
          <p:nvPr/>
        </p:nvSpPr>
        <p:spPr>
          <a:xfrm>
            <a:off x="8616280" y="5301208"/>
            <a:ext cx="1944216"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dirty="0" smtClean="0">
                <a:solidFill>
                  <a:srgbClr val="C00000"/>
                </a:solidFill>
                <a:latin typeface="+mj-ea"/>
                <a:ea typeface="+mj-ea"/>
              </a:rPr>
              <a:t>在</a:t>
            </a:r>
            <a:r>
              <a:rPr lang="zh-CN" altLang="en-US" sz="2800" b="1" dirty="0" smtClean="0">
                <a:solidFill>
                  <a:srgbClr val="C00000"/>
                </a:solidFill>
                <a:latin typeface="+mj-ea"/>
                <a:ea typeface="+mj-ea"/>
              </a:rPr>
              <a:t>公司</a:t>
            </a:r>
            <a:endParaRPr lang="zh-CN" altLang="en-US" sz="2400" b="1" dirty="0">
              <a:latin typeface="+mj-ea"/>
              <a:ea typeface="+mj-ea"/>
            </a:endParaRPr>
          </a:p>
        </p:txBody>
      </p:sp>
      <p:grpSp>
        <p:nvGrpSpPr>
          <p:cNvPr id="22" name="组合 13"/>
          <p:cNvGrpSpPr/>
          <p:nvPr/>
        </p:nvGrpSpPr>
        <p:grpSpPr>
          <a:xfrm>
            <a:off x="7320136" y="764704"/>
            <a:ext cx="1512168" cy="1152128"/>
            <a:chOff x="7320136" y="764704"/>
            <a:chExt cx="1512168" cy="1152128"/>
          </a:xfrm>
        </p:grpSpPr>
        <p:sp>
          <p:nvSpPr>
            <p:cNvPr id="24" name="矩形 23"/>
            <p:cNvSpPr/>
            <p:nvPr/>
          </p:nvSpPr>
          <p:spPr>
            <a:xfrm>
              <a:off x="7320136"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2">
                      <a:lumMod val="75000"/>
                    </a:schemeClr>
                  </a:solidFill>
                  <a:latin typeface="+mj-ea"/>
                  <a:ea typeface="+mj-ea"/>
                </a:rPr>
                <a:t>转专业</a:t>
              </a:r>
              <a:endParaRPr lang="zh-CN" altLang="en-US" sz="2000" b="1" dirty="0">
                <a:solidFill>
                  <a:schemeClr val="bg2">
                    <a:lumMod val="75000"/>
                  </a:schemeClr>
                </a:solidFill>
                <a:latin typeface="+mj-ea"/>
                <a:ea typeface="+mj-ea"/>
              </a:endParaRPr>
            </a:p>
          </p:txBody>
        </p:sp>
        <p:sp>
          <p:nvSpPr>
            <p:cNvPr id="25" name="矩形 24"/>
            <p:cNvSpPr/>
            <p:nvPr/>
          </p:nvSpPr>
          <p:spPr>
            <a:xfrm>
              <a:off x="7320136"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换工作</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3" name="矩形 2"/>
          <p:cNvSpPr/>
          <p:nvPr/>
        </p:nvSpPr>
        <p:spPr>
          <a:xfrm>
            <a:off x="1199456" y="4766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  对现有工作</a:t>
            </a:r>
            <a:endParaRPr lang="en-US" altLang="zh-CN" sz="3600" b="1" dirty="0" smtClean="0">
              <a:solidFill>
                <a:schemeClr val="bg1"/>
              </a:solidFill>
              <a:latin typeface="+mj-ea"/>
              <a:ea typeface="+mj-ea"/>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26"/>
          <p:cNvGrpSpPr/>
          <p:nvPr/>
        </p:nvGrpSpPr>
        <p:grpSpPr>
          <a:xfrm>
            <a:off x="6384032" y="332656"/>
            <a:ext cx="936104" cy="1368152"/>
            <a:chOff x="6384032" y="332656"/>
            <a:chExt cx="936104" cy="1368152"/>
          </a:xfrm>
        </p:grpSpPr>
        <p:sp>
          <p:nvSpPr>
            <p:cNvPr id="19" name="矩形 18"/>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业</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人</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员</a:t>
              </a:r>
              <a:endParaRPr lang="en-US" altLang="zh-CN" sz="2000" b="1" dirty="0" smtClean="0">
                <a:solidFill>
                  <a:schemeClr val="bg1"/>
                </a:solidFill>
                <a:latin typeface="+mj-ea"/>
                <a:ea typeface="+mj-ea"/>
              </a:endParaRPr>
            </a:p>
          </p:txBody>
        </p:sp>
        <p:sp>
          <p:nvSpPr>
            <p:cNvPr id="26" name="直角三角形 25"/>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任意多边形 34"/>
          <p:cNvSpPr/>
          <p:nvPr/>
        </p:nvSpPr>
        <p:spPr>
          <a:xfrm rot="10800000">
            <a:off x="1199456" y="2060848"/>
            <a:ext cx="10369152" cy="4392488"/>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467091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266909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664096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726525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726525 w 10009112"/>
              <a:gd name="connsiteY9" fmla="*/ 4574402 h 5471343"/>
              <a:gd name="connsiteX10" fmla="*/ 4378987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726525 w 10009112"/>
              <a:gd name="connsiteY9" fmla="*/ 4574402 h 5471343"/>
              <a:gd name="connsiteX10" fmla="*/ 4378987 w 10009112"/>
              <a:gd name="connsiteY10" fmla="*/ 5471343 h 5471343"/>
              <a:gd name="connsiteX11" fmla="*/ 389243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726525 w 10009112"/>
              <a:gd name="connsiteY9" fmla="*/ 4574402 h 5471343"/>
              <a:gd name="connsiteX10" fmla="*/ 4378987 w 10009112"/>
              <a:gd name="connsiteY10" fmla="*/ 5471343 h 5471343"/>
              <a:gd name="connsiteX11" fmla="*/ 396194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471343">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4726525" y="4574402"/>
                </a:lnTo>
                <a:lnTo>
                  <a:pt x="4378987" y="5471343"/>
                </a:lnTo>
                <a:lnTo>
                  <a:pt x="3961940"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grpSp>
        <p:nvGrpSpPr>
          <p:cNvPr id="6" name="组合 38"/>
          <p:cNvGrpSpPr/>
          <p:nvPr/>
        </p:nvGrpSpPr>
        <p:grpSpPr>
          <a:xfrm>
            <a:off x="1559496" y="2924116"/>
            <a:ext cx="9145016" cy="3430170"/>
            <a:chOff x="1631504" y="2794401"/>
            <a:chExt cx="9145016" cy="3430170"/>
          </a:xfrm>
        </p:grpSpPr>
        <p:sp>
          <p:nvSpPr>
            <p:cNvPr id="36" name="TextBox 35"/>
            <p:cNvSpPr txBox="1"/>
            <p:nvPr/>
          </p:nvSpPr>
          <p:spPr>
            <a:xfrm>
              <a:off x="1703512" y="2794401"/>
              <a:ext cx="9073008" cy="3430170"/>
            </a:xfrm>
            <a:prstGeom prst="rect">
              <a:avLst/>
            </a:prstGeom>
            <a:noFill/>
          </p:spPr>
          <p:txBody>
            <a:bodyPr wrap="square" rtlCol="0" anchor="ctr">
              <a:spAutoFit/>
            </a:bodyPr>
            <a:lstStyle/>
            <a:p>
              <a:pPr lvl="1" algn="just">
                <a:lnSpc>
                  <a:spcPct val="135000"/>
                </a:lnSpc>
              </a:pPr>
              <a:endParaRPr lang="en-US" altLang="zh-CN" sz="1400" dirty="0" smtClean="0">
                <a:solidFill>
                  <a:schemeClr val="bg1"/>
                </a:solidFill>
                <a:latin typeface="+mj-ea"/>
                <a:ea typeface="+mj-ea"/>
              </a:endParaRPr>
            </a:p>
            <a:p>
              <a:pPr>
                <a:lnSpc>
                  <a:spcPct val="135000"/>
                </a:lnSpc>
              </a:pPr>
              <a:r>
                <a:rPr lang="zh-CN" altLang="en-US" sz="2400" b="1" dirty="0" smtClean="0">
                  <a:solidFill>
                    <a:schemeClr val="bg1"/>
                  </a:solidFill>
                  <a:latin typeface="+mj-ea"/>
                  <a:ea typeface="+mj-ea"/>
                </a:rPr>
                <a:t>通过查阅专业书籍、自己动手、与行业人员交流沟通来钻研技术，还可以通过多接触有经验人员，自主的找师傅，找</a:t>
              </a:r>
              <a:r>
                <a:rPr lang="en-US" altLang="zh-CN" sz="2400" b="1" dirty="0" smtClean="0">
                  <a:solidFill>
                    <a:schemeClr val="bg1"/>
                  </a:solidFill>
                  <a:latin typeface="+mj-ea"/>
                  <a:ea typeface="+mj-ea"/>
                </a:rPr>
                <a:t>coach</a:t>
              </a:r>
              <a:r>
                <a:rPr lang="zh-CN" altLang="en-US" sz="2400" b="1" dirty="0" smtClean="0">
                  <a:solidFill>
                    <a:schemeClr val="bg1"/>
                  </a:solidFill>
                  <a:latin typeface="+mj-ea"/>
                  <a:ea typeface="+mj-ea"/>
                </a:rPr>
                <a:t>来迅速提升自己</a:t>
              </a:r>
              <a:endParaRPr lang="en-US" altLang="zh-CN" kern="100" dirty="0" smtClean="0"/>
            </a:p>
            <a:p>
              <a:pPr>
                <a:lnSpc>
                  <a:spcPct val="135000"/>
                </a:lnSpc>
              </a:pPr>
              <a:endParaRPr lang="en-US" altLang="zh-CN" sz="1600" kern="100" dirty="0" smtClean="0">
                <a:latin typeface="+mj-ea"/>
                <a:ea typeface="+mj-ea"/>
              </a:endParaRPr>
            </a:p>
            <a:p>
              <a:pPr lvl="1">
                <a:lnSpc>
                  <a:spcPct val="135000"/>
                </a:lnSpc>
              </a:pPr>
              <a:r>
                <a:rPr lang="zh-CN" altLang="en-US" sz="1600" kern="100" dirty="0" smtClean="0">
                  <a:solidFill>
                    <a:schemeClr val="bg1"/>
                  </a:solidFill>
                  <a:latin typeface="+mj-ea"/>
                  <a:ea typeface="+mj-ea"/>
                </a:rPr>
                <a:t>这个，其实我不太擅长，因为很多技术的东西钻不下去，不过即使这样，我还是得逼着自己掌握一些基本的东西，拿个证书“骗骗人”，加入行业比较牛的论坛，与同行请教交流</a:t>
              </a:r>
              <a:endParaRPr lang="zh-CN" altLang="en-US" sz="1600" dirty="0" smtClean="0">
                <a:latin typeface="+mj-ea"/>
                <a:ea typeface="+mj-ea"/>
              </a:endParaRPr>
            </a:p>
            <a:p>
              <a:pPr algn="just"/>
              <a:endParaRPr lang="en-US" altLang="zh-CN" dirty="0" smtClean="0">
                <a:latin typeface="+mj-ea"/>
                <a:ea typeface="+mj-ea"/>
              </a:endParaRPr>
            </a:p>
            <a:p>
              <a:pPr algn="just"/>
              <a:endParaRPr lang="zh-CN" altLang="en-US" dirty="0">
                <a:latin typeface="+mj-ea"/>
                <a:ea typeface="+mj-ea"/>
              </a:endParaRPr>
            </a:p>
          </p:txBody>
        </p:sp>
        <p:sp>
          <p:nvSpPr>
            <p:cNvPr id="37" name="矩形 36"/>
            <p:cNvSpPr/>
            <p:nvPr/>
          </p:nvSpPr>
          <p:spPr>
            <a:xfrm flipH="1">
              <a:off x="1631504" y="3227277"/>
              <a:ext cx="72008" cy="12961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TextBox 21"/>
          <p:cNvSpPr txBox="1"/>
          <p:nvPr/>
        </p:nvSpPr>
        <p:spPr>
          <a:xfrm>
            <a:off x="1559496" y="548680"/>
            <a:ext cx="864096" cy="369332"/>
          </a:xfrm>
          <a:prstGeom prst="rect">
            <a:avLst/>
          </a:prstGeom>
          <a:noFill/>
        </p:spPr>
        <p:txBody>
          <a:bodyPr wrap="square" rtlCol="0">
            <a:spAutoFit/>
          </a:bodyPr>
          <a:lstStyle/>
          <a:p>
            <a:r>
              <a:rPr lang="zh-CN" altLang="en-US" dirty="0" smtClean="0">
                <a:solidFill>
                  <a:schemeClr val="bg1"/>
                </a:solidFill>
                <a:latin typeface="+mj-ea"/>
                <a:ea typeface="+mj-ea"/>
              </a:rPr>
              <a:t>作用</a:t>
            </a:r>
            <a:endParaRPr lang="zh-CN" altLang="en-US" dirty="0">
              <a:solidFill>
                <a:schemeClr val="bg1"/>
              </a:solidFill>
              <a:latin typeface="+mj-ea"/>
              <a:ea typeface="+mj-ea"/>
            </a:endParaRPr>
          </a:p>
        </p:txBody>
      </p:sp>
      <p:sp>
        <p:nvSpPr>
          <p:cNvPr id="24" name="矩形 23"/>
          <p:cNvSpPr/>
          <p:nvPr/>
        </p:nvSpPr>
        <p:spPr>
          <a:xfrm>
            <a:off x="1343472" y="584684"/>
            <a:ext cx="2160240" cy="936104"/>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32"/>
          <p:cNvGrpSpPr/>
          <p:nvPr/>
        </p:nvGrpSpPr>
        <p:grpSpPr>
          <a:xfrm>
            <a:off x="7536160" y="332656"/>
            <a:ext cx="936104" cy="1368152"/>
            <a:chOff x="6384032" y="332656"/>
            <a:chExt cx="936104" cy="1368152"/>
          </a:xfrm>
        </p:grpSpPr>
        <p:sp>
          <p:nvSpPr>
            <p:cNvPr id="34" name="矩形 33"/>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项目经理</a:t>
              </a:r>
              <a:endParaRPr lang="en-US" altLang="zh-CN" sz="2000" b="1" dirty="0" smtClean="0">
                <a:solidFill>
                  <a:schemeClr val="bg1"/>
                </a:solidFill>
                <a:latin typeface="+mj-ea"/>
                <a:ea typeface="+mj-ea"/>
              </a:endParaRPr>
            </a:p>
          </p:txBody>
        </p:sp>
        <p:sp>
          <p:nvSpPr>
            <p:cNvPr id="39" name="直角三角形 38"/>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9" name="组合 39"/>
          <p:cNvGrpSpPr/>
          <p:nvPr/>
        </p:nvGrpSpPr>
        <p:grpSpPr>
          <a:xfrm>
            <a:off x="8688288" y="332656"/>
            <a:ext cx="936104" cy="1368152"/>
            <a:chOff x="6384032" y="332656"/>
            <a:chExt cx="936104" cy="1368152"/>
          </a:xfrm>
        </p:grpSpPr>
        <p:sp>
          <p:nvSpPr>
            <p:cNvPr id="41" name="矩形 40"/>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人员管理</a:t>
              </a:r>
              <a:endParaRPr lang="en-US" altLang="zh-CN" sz="2000" b="1" dirty="0" smtClean="0">
                <a:solidFill>
                  <a:schemeClr val="bg1"/>
                </a:solidFill>
                <a:latin typeface="+mj-ea"/>
                <a:ea typeface="+mj-ea"/>
              </a:endParaRPr>
            </a:p>
          </p:txBody>
        </p:sp>
        <p:sp>
          <p:nvSpPr>
            <p:cNvPr id="42" name="直角三角形 41"/>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42"/>
          <p:cNvGrpSpPr/>
          <p:nvPr/>
        </p:nvGrpSpPr>
        <p:grpSpPr>
          <a:xfrm>
            <a:off x="10056440" y="764704"/>
            <a:ext cx="1512168" cy="1152128"/>
            <a:chOff x="10056440" y="764704"/>
            <a:chExt cx="1512168" cy="1152128"/>
          </a:xfrm>
        </p:grpSpPr>
        <p:sp>
          <p:nvSpPr>
            <p:cNvPr id="44" name="矩形 43"/>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岗位学习</a:t>
              </a:r>
              <a:endParaRPr lang="zh-CN" altLang="en-US" sz="2000" b="1" dirty="0">
                <a:solidFill>
                  <a:srgbClr val="C00000"/>
                </a:solidFill>
                <a:latin typeface="+mj-ea"/>
                <a:ea typeface="+mj-ea"/>
              </a:endParaRPr>
            </a:p>
          </p:txBody>
        </p:sp>
        <p:sp>
          <p:nvSpPr>
            <p:cNvPr id="45" name="矩形 44"/>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专业学习</a:t>
              </a:r>
              <a:endParaRPr lang="zh-CN" altLang="en-US" sz="2000" b="1" dirty="0">
                <a:solidFill>
                  <a:schemeClr val="bg1"/>
                </a:solidFill>
                <a:latin typeface="+mj-ea"/>
                <a:ea typeface="+mj-ea"/>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3" name="矩形 2"/>
          <p:cNvSpPr/>
          <p:nvPr/>
        </p:nvSpPr>
        <p:spPr>
          <a:xfrm>
            <a:off x="1199456" y="4766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  对现有工作</a:t>
            </a:r>
            <a:endParaRPr lang="en-US" altLang="zh-CN" sz="3600" b="1" dirty="0" smtClean="0">
              <a:solidFill>
                <a:schemeClr val="bg1"/>
              </a:solidFill>
              <a:latin typeface="+mj-ea"/>
              <a:ea typeface="+mj-ea"/>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26"/>
          <p:cNvGrpSpPr/>
          <p:nvPr/>
        </p:nvGrpSpPr>
        <p:grpSpPr>
          <a:xfrm>
            <a:off x="6384032" y="332656"/>
            <a:ext cx="936104" cy="1368152"/>
            <a:chOff x="6384032" y="332656"/>
            <a:chExt cx="936104" cy="1368152"/>
          </a:xfrm>
        </p:grpSpPr>
        <p:sp>
          <p:nvSpPr>
            <p:cNvPr id="19" name="矩形 18"/>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业</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人</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员</a:t>
              </a:r>
              <a:endParaRPr lang="en-US" altLang="zh-CN" sz="2000" b="1" dirty="0" smtClean="0">
                <a:solidFill>
                  <a:schemeClr val="bg1"/>
                </a:solidFill>
                <a:latin typeface="+mj-ea"/>
                <a:ea typeface="+mj-ea"/>
              </a:endParaRPr>
            </a:p>
          </p:txBody>
        </p:sp>
        <p:sp>
          <p:nvSpPr>
            <p:cNvPr id="26" name="直角三角形 25"/>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任意多边形 34"/>
          <p:cNvSpPr/>
          <p:nvPr/>
        </p:nvSpPr>
        <p:spPr>
          <a:xfrm rot="10800000">
            <a:off x="1199456" y="2060848"/>
            <a:ext cx="10369152" cy="4392488"/>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467091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266909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664096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2817380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262229 w 10009112"/>
              <a:gd name="connsiteY9" fmla="*/ 4574402 h 5471343"/>
              <a:gd name="connsiteX10" fmla="*/ 2817380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262229 w 10009112"/>
              <a:gd name="connsiteY9" fmla="*/ 4574402 h 5471343"/>
              <a:gd name="connsiteX10" fmla="*/ 2817380 w 10009112"/>
              <a:gd name="connsiteY10" fmla="*/ 5471343 h 5471343"/>
              <a:gd name="connsiteX11" fmla="*/ 229838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544894 w 10009112"/>
              <a:gd name="connsiteY9" fmla="*/ 4574402 h 5471343"/>
              <a:gd name="connsiteX10" fmla="*/ 2817380 w 10009112"/>
              <a:gd name="connsiteY10" fmla="*/ 5471343 h 5471343"/>
              <a:gd name="connsiteX11" fmla="*/ 229838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544894 w 10009112"/>
              <a:gd name="connsiteY9" fmla="*/ 4574402 h 5471343"/>
              <a:gd name="connsiteX10" fmla="*/ 3197355 w 10009112"/>
              <a:gd name="connsiteY10" fmla="*/ 5471343 h 5471343"/>
              <a:gd name="connsiteX11" fmla="*/ 229838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544894 w 10009112"/>
              <a:gd name="connsiteY9" fmla="*/ 4574402 h 5471343"/>
              <a:gd name="connsiteX10" fmla="*/ 3197355 w 10009112"/>
              <a:gd name="connsiteY10" fmla="*/ 5471343 h 5471343"/>
              <a:gd name="connsiteX11" fmla="*/ 284981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471343">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3544894" y="4574402"/>
                </a:lnTo>
                <a:lnTo>
                  <a:pt x="3197355" y="5471343"/>
                </a:lnTo>
                <a:lnTo>
                  <a:pt x="2849817"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22" name="TextBox 21"/>
          <p:cNvSpPr txBox="1"/>
          <p:nvPr/>
        </p:nvSpPr>
        <p:spPr>
          <a:xfrm>
            <a:off x="1559496" y="548680"/>
            <a:ext cx="864096" cy="369332"/>
          </a:xfrm>
          <a:prstGeom prst="rect">
            <a:avLst/>
          </a:prstGeom>
          <a:noFill/>
        </p:spPr>
        <p:txBody>
          <a:bodyPr wrap="square" rtlCol="0">
            <a:spAutoFit/>
          </a:bodyPr>
          <a:lstStyle/>
          <a:p>
            <a:r>
              <a:rPr lang="zh-CN" altLang="en-US" dirty="0" smtClean="0">
                <a:solidFill>
                  <a:schemeClr val="bg1"/>
                </a:solidFill>
                <a:latin typeface="+mj-ea"/>
                <a:ea typeface="+mj-ea"/>
              </a:rPr>
              <a:t>作用</a:t>
            </a:r>
            <a:endParaRPr lang="zh-CN" altLang="en-US" dirty="0">
              <a:solidFill>
                <a:schemeClr val="bg1"/>
              </a:solidFill>
              <a:latin typeface="+mj-ea"/>
              <a:ea typeface="+mj-ea"/>
            </a:endParaRPr>
          </a:p>
        </p:txBody>
      </p:sp>
      <p:sp>
        <p:nvSpPr>
          <p:cNvPr id="24" name="矩形 23"/>
          <p:cNvSpPr/>
          <p:nvPr/>
        </p:nvSpPr>
        <p:spPr>
          <a:xfrm>
            <a:off x="1343472" y="584684"/>
            <a:ext cx="2160240" cy="936104"/>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32"/>
          <p:cNvGrpSpPr/>
          <p:nvPr/>
        </p:nvGrpSpPr>
        <p:grpSpPr>
          <a:xfrm>
            <a:off x="7536160" y="332656"/>
            <a:ext cx="936104" cy="1368152"/>
            <a:chOff x="6384032" y="332656"/>
            <a:chExt cx="936104" cy="1368152"/>
          </a:xfrm>
        </p:grpSpPr>
        <p:sp>
          <p:nvSpPr>
            <p:cNvPr id="34" name="矩形 33"/>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项目经理</a:t>
              </a:r>
              <a:endParaRPr lang="en-US" altLang="zh-CN" sz="2000" b="1" dirty="0" smtClean="0">
                <a:solidFill>
                  <a:schemeClr val="bg1"/>
                </a:solidFill>
                <a:latin typeface="+mj-ea"/>
                <a:ea typeface="+mj-ea"/>
              </a:endParaRPr>
            </a:p>
          </p:txBody>
        </p:sp>
        <p:sp>
          <p:nvSpPr>
            <p:cNvPr id="39" name="直角三角形 38"/>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7" name="组合 39"/>
          <p:cNvGrpSpPr/>
          <p:nvPr/>
        </p:nvGrpSpPr>
        <p:grpSpPr>
          <a:xfrm>
            <a:off x="8688288" y="332656"/>
            <a:ext cx="936104" cy="1368152"/>
            <a:chOff x="6384032" y="332656"/>
            <a:chExt cx="936104" cy="1368152"/>
          </a:xfrm>
        </p:grpSpPr>
        <p:sp>
          <p:nvSpPr>
            <p:cNvPr id="41" name="矩形 40"/>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人员管理</a:t>
              </a:r>
              <a:endParaRPr lang="en-US" altLang="zh-CN" sz="2000" b="1" dirty="0" smtClean="0">
                <a:solidFill>
                  <a:schemeClr val="bg1"/>
                </a:solidFill>
                <a:latin typeface="+mj-ea"/>
                <a:ea typeface="+mj-ea"/>
              </a:endParaRPr>
            </a:p>
          </p:txBody>
        </p:sp>
        <p:sp>
          <p:nvSpPr>
            <p:cNvPr id="42" name="直角三角形 41"/>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42"/>
          <p:cNvGrpSpPr/>
          <p:nvPr/>
        </p:nvGrpSpPr>
        <p:grpSpPr>
          <a:xfrm>
            <a:off x="10056440" y="764704"/>
            <a:ext cx="1512168" cy="1152128"/>
            <a:chOff x="10056440" y="764704"/>
            <a:chExt cx="1512168" cy="1152128"/>
          </a:xfrm>
        </p:grpSpPr>
        <p:sp>
          <p:nvSpPr>
            <p:cNvPr id="44" name="矩形 43"/>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岗位学习</a:t>
              </a:r>
              <a:endParaRPr lang="zh-CN" altLang="en-US" sz="2000" b="1" dirty="0">
                <a:solidFill>
                  <a:srgbClr val="C00000"/>
                </a:solidFill>
                <a:latin typeface="+mj-ea"/>
                <a:ea typeface="+mj-ea"/>
              </a:endParaRPr>
            </a:p>
          </p:txBody>
        </p:sp>
        <p:sp>
          <p:nvSpPr>
            <p:cNvPr id="45" name="矩形 44"/>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专业学习</a:t>
              </a:r>
              <a:endParaRPr lang="zh-CN" altLang="en-US" sz="2000" b="1" dirty="0">
                <a:solidFill>
                  <a:schemeClr val="bg1"/>
                </a:solidFill>
                <a:latin typeface="+mj-ea"/>
                <a:ea typeface="+mj-ea"/>
              </a:endParaRPr>
            </a:p>
          </p:txBody>
        </p:sp>
      </p:grpSp>
      <p:grpSp>
        <p:nvGrpSpPr>
          <p:cNvPr id="10" name="组合 29"/>
          <p:cNvGrpSpPr/>
          <p:nvPr/>
        </p:nvGrpSpPr>
        <p:grpSpPr>
          <a:xfrm>
            <a:off x="2207568" y="3356992"/>
            <a:ext cx="4896543" cy="2286780"/>
            <a:chOff x="1631505" y="3356992"/>
            <a:chExt cx="4293892" cy="2286780"/>
          </a:xfrm>
        </p:grpSpPr>
        <p:sp>
          <p:nvSpPr>
            <p:cNvPr id="37" name="矩形 36"/>
            <p:cNvSpPr/>
            <p:nvPr/>
          </p:nvSpPr>
          <p:spPr>
            <a:xfrm flipH="1">
              <a:off x="1631505" y="3573016"/>
              <a:ext cx="63146" cy="11521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7" name="TextBox 26"/>
            <p:cNvSpPr txBox="1"/>
            <p:nvPr/>
          </p:nvSpPr>
          <p:spPr>
            <a:xfrm>
              <a:off x="1820941" y="3356992"/>
              <a:ext cx="4104456" cy="2286780"/>
            </a:xfrm>
            <a:prstGeom prst="rect">
              <a:avLst/>
            </a:prstGeom>
            <a:noFill/>
          </p:spPr>
          <p:txBody>
            <a:bodyPr wrap="square" rtlCol="0">
              <a:spAutoFit/>
            </a:bodyPr>
            <a:lstStyle/>
            <a:p>
              <a:pPr algn="just">
                <a:lnSpc>
                  <a:spcPct val="155000"/>
                </a:lnSpc>
              </a:pPr>
              <a:r>
                <a:rPr lang="zh-CN" altLang="en-US" sz="2800" b="1" kern="100" dirty="0" smtClean="0">
                  <a:solidFill>
                    <a:schemeClr val="bg1"/>
                  </a:solidFill>
                  <a:latin typeface="+mj-ea"/>
                  <a:ea typeface="+mj-ea"/>
                </a:rPr>
                <a:t>寻找机会实战</a:t>
              </a:r>
              <a:endParaRPr lang="en-US" altLang="zh-CN" sz="2800" b="1" kern="100" dirty="0" smtClean="0">
                <a:solidFill>
                  <a:schemeClr val="bg1"/>
                </a:solidFill>
                <a:latin typeface="+mj-ea"/>
                <a:ea typeface="+mj-ea"/>
              </a:endParaRPr>
            </a:p>
            <a:p>
              <a:pPr algn="just">
                <a:lnSpc>
                  <a:spcPct val="155000"/>
                </a:lnSpc>
              </a:pPr>
              <a:r>
                <a:rPr lang="zh-CN" altLang="en-US" sz="2800" b="1" kern="100" dirty="0" smtClean="0">
                  <a:solidFill>
                    <a:schemeClr val="bg1"/>
                  </a:solidFill>
                  <a:latin typeface="+mj-ea"/>
                  <a:ea typeface="+mj-ea"/>
                </a:rPr>
                <a:t>实战中不断总结优化</a:t>
              </a:r>
              <a:endParaRPr lang="en-US" altLang="zh-CN" sz="2800" b="1" kern="100" dirty="0" smtClean="0">
                <a:solidFill>
                  <a:schemeClr val="bg1"/>
                </a:solidFill>
                <a:latin typeface="+mj-ea"/>
                <a:ea typeface="+mj-ea"/>
              </a:endParaRPr>
            </a:p>
            <a:p>
              <a:pPr>
                <a:lnSpc>
                  <a:spcPct val="155000"/>
                </a:lnSpc>
              </a:pPr>
              <a:endParaRPr lang="zh-CN" altLang="en-US" sz="3600" b="1" dirty="0">
                <a:solidFill>
                  <a:schemeClr val="bg1"/>
                </a:solidFill>
                <a:latin typeface="+mj-ea"/>
                <a:ea typeface="+mj-ea"/>
              </a:endParaRPr>
            </a:p>
          </p:txBody>
        </p:sp>
      </p:grpSp>
      <p:sp>
        <p:nvSpPr>
          <p:cNvPr id="31" name="TextBox 30"/>
          <p:cNvSpPr txBox="1"/>
          <p:nvPr/>
        </p:nvSpPr>
        <p:spPr>
          <a:xfrm>
            <a:off x="6744072" y="3356992"/>
            <a:ext cx="4680520" cy="3145476"/>
          </a:xfrm>
          <a:prstGeom prst="rect">
            <a:avLst/>
          </a:prstGeom>
          <a:noFill/>
        </p:spPr>
        <p:txBody>
          <a:bodyPr wrap="square" rtlCol="0">
            <a:spAutoFit/>
          </a:bodyPr>
          <a:lstStyle/>
          <a:p>
            <a:pPr algn="just">
              <a:lnSpc>
                <a:spcPct val="155000"/>
              </a:lnSpc>
            </a:pPr>
            <a:r>
              <a:rPr lang="zh-CN" altLang="en-US" sz="2800" b="1" kern="100" dirty="0" smtClean="0">
                <a:solidFill>
                  <a:schemeClr val="bg1"/>
                </a:solidFill>
                <a:latin typeface="+mj-ea"/>
                <a:ea typeface="+mj-ea"/>
              </a:rPr>
              <a:t>使用工具理清流程</a:t>
            </a:r>
            <a:endParaRPr lang="en-US" altLang="zh-CN" sz="2800" b="1" kern="100" dirty="0" smtClean="0">
              <a:solidFill>
                <a:schemeClr val="bg1"/>
              </a:solidFill>
              <a:latin typeface="+mj-ea"/>
              <a:ea typeface="+mj-ea"/>
            </a:endParaRPr>
          </a:p>
          <a:p>
            <a:pPr algn="just">
              <a:lnSpc>
                <a:spcPct val="155000"/>
              </a:lnSpc>
            </a:pPr>
            <a:r>
              <a:rPr lang="zh-CN" altLang="en-US" sz="2800" b="1" kern="100" dirty="0" smtClean="0">
                <a:solidFill>
                  <a:schemeClr val="bg1"/>
                </a:solidFill>
                <a:latin typeface="+mj-ea"/>
                <a:ea typeface="+mj-ea"/>
              </a:rPr>
              <a:t>把手头的小事当做项目来练</a:t>
            </a:r>
            <a:endParaRPr lang="en-US" altLang="zh-CN" sz="2800" b="1" kern="100" dirty="0" smtClean="0">
              <a:solidFill>
                <a:schemeClr val="bg1"/>
              </a:solidFill>
              <a:latin typeface="+mj-ea"/>
              <a:ea typeface="+mj-ea"/>
            </a:endParaRPr>
          </a:p>
          <a:p>
            <a:pPr algn="just">
              <a:lnSpc>
                <a:spcPct val="155000"/>
              </a:lnSpc>
            </a:pPr>
            <a:endParaRPr lang="en-US" altLang="zh-CN" sz="3600" b="1" kern="100" dirty="0" smtClean="0">
              <a:solidFill>
                <a:schemeClr val="bg1"/>
              </a:solidFill>
              <a:latin typeface="+mj-ea"/>
              <a:ea typeface="+mj-ea"/>
            </a:endParaRPr>
          </a:p>
          <a:p>
            <a:pPr>
              <a:lnSpc>
                <a:spcPct val="155000"/>
              </a:lnSpc>
            </a:pPr>
            <a:endParaRPr lang="zh-CN" altLang="en-US" sz="3600" b="1" dirty="0">
              <a:solidFill>
                <a:schemeClr val="bg1"/>
              </a:solidFill>
              <a:latin typeface="+mj-ea"/>
              <a:ea typeface="+mj-ea"/>
            </a:endParaRPr>
          </a:p>
        </p:txBody>
      </p:sp>
      <p:sp>
        <p:nvSpPr>
          <p:cNvPr id="38" name="矩形 37"/>
          <p:cNvSpPr/>
          <p:nvPr/>
        </p:nvSpPr>
        <p:spPr>
          <a:xfrm flipH="1">
            <a:off x="6456040" y="3573016"/>
            <a:ext cx="72009" cy="11521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3" name="矩形 2"/>
          <p:cNvSpPr/>
          <p:nvPr/>
        </p:nvSpPr>
        <p:spPr>
          <a:xfrm>
            <a:off x="1199456" y="4766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  对现有工作</a:t>
            </a:r>
            <a:endParaRPr lang="en-US" altLang="zh-CN" sz="3600" b="1" dirty="0" smtClean="0">
              <a:solidFill>
                <a:schemeClr val="bg1"/>
              </a:solidFill>
              <a:latin typeface="+mj-ea"/>
              <a:ea typeface="+mj-ea"/>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26"/>
          <p:cNvGrpSpPr/>
          <p:nvPr/>
        </p:nvGrpSpPr>
        <p:grpSpPr>
          <a:xfrm>
            <a:off x="6384032" y="332656"/>
            <a:ext cx="936104" cy="1368152"/>
            <a:chOff x="6384032" y="332656"/>
            <a:chExt cx="936104" cy="1368152"/>
          </a:xfrm>
        </p:grpSpPr>
        <p:sp>
          <p:nvSpPr>
            <p:cNvPr id="19" name="矩形 18"/>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业</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人</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员</a:t>
              </a:r>
              <a:endParaRPr lang="en-US" altLang="zh-CN" sz="2000" b="1" dirty="0" smtClean="0">
                <a:solidFill>
                  <a:schemeClr val="bg1"/>
                </a:solidFill>
                <a:latin typeface="+mj-ea"/>
                <a:ea typeface="+mj-ea"/>
              </a:endParaRPr>
            </a:p>
          </p:txBody>
        </p:sp>
        <p:sp>
          <p:nvSpPr>
            <p:cNvPr id="26" name="直角三角形 25"/>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任意多边形 34"/>
          <p:cNvSpPr/>
          <p:nvPr/>
        </p:nvSpPr>
        <p:spPr>
          <a:xfrm rot="10800000">
            <a:off x="1199456" y="2060848"/>
            <a:ext cx="10369152" cy="4392488"/>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467091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266909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664096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2817380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262229 w 10009112"/>
              <a:gd name="connsiteY9" fmla="*/ 4574402 h 5471343"/>
              <a:gd name="connsiteX10" fmla="*/ 2817380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262229 w 10009112"/>
              <a:gd name="connsiteY9" fmla="*/ 4574402 h 5471343"/>
              <a:gd name="connsiteX10" fmla="*/ 2817380 w 10009112"/>
              <a:gd name="connsiteY10" fmla="*/ 5471343 h 5471343"/>
              <a:gd name="connsiteX11" fmla="*/ 229838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683909 w 10009112"/>
              <a:gd name="connsiteY9" fmla="*/ 4574402 h 5471343"/>
              <a:gd name="connsiteX10" fmla="*/ 2817380 w 10009112"/>
              <a:gd name="connsiteY10" fmla="*/ 5471343 h 5471343"/>
              <a:gd name="connsiteX11" fmla="*/ 229838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683909 w 10009112"/>
              <a:gd name="connsiteY9" fmla="*/ 4574402 h 5471343"/>
              <a:gd name="connsiteX10" fmla="*/ 3197355 w 10009112"/>
              <a:gd name="connsiteY10" fmla="*/ 5471343 h 5471343"/>
              <a:gd name="connsiteX11" fmla="*/ 229838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683909 w 10009112"/>
              <a:gd name="connsiteY9" fmla="*/ 4574402 h 5471343"/>
              <a:gd name="connsiteX10" fmla="*/ 3197355 w 10009112"/>
              <a:gd name="connsiteY10" fmla="*/ 5471343 h 5471343"/>
              <a:gd name="connsiteX11" fmla="*/ 29193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683909 w 10009112"/>
              <a:gd name="connsiteY9" fmla="*/ 4574402 h 5471343"/>
              <a:gd name="connsiteX10" fmla="*/ 3197355 w 10009112"/>
              <a:gd name="connsiteY10" fmla="*/ 5471343 h 5471343"/>
              <a:gd name="connsiteX11" fmla="*/ 284981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683909 w 10009112"/>
              <a:gd name="connsiteY9" fmla="*/ 4574402 h 5471343"/>
              <a:gd name="connsiteX10" fmla="*/ 3197355 w 10009112"/>
              <a:gd name="connsiteY10" fmla="*/ 5471343 h 5471343"/>
              <a:gd name="connsiteX11" fmla="*/ 278030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614402 w 10009112"/>
              <a:gd name="connsiteY9" fmla="*/ 4484707 h 5471343"/>
              <a:gd name="connsiteX10" fmla="*/ 3197355 w 10009112"/>
              <a:gd name="connsiteY10" fmla="*/ 5471343 h 5471343"/>
              <a:gd name="connsiteX11" fmla="*/ 278030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544894 w 10009112"/>
              <a:gd name="connsiteY9" fmla="*/ 4574402 h 5471343"/>
              <a:gd name="connsiteX10" fmla="*/ 3197355 w 10009112"/>
              <a:gd name="connsiteY10" fmla="*/ 5471343 h 5471343"/>
              <a:gd name="connsiteX11" fmla="*/ 278030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683909 w 10009112"/>
              <a:gd name="connsiteY9" fmla="*/ 4574402 h 5471343"/>
              <a:gd name="connsiteX10" fmla="*/ 3197355 w 10009112"/>
              <a:gd name="connsiteY10" fmla="*/ 5471343 h 5471343"/>
              <a:gd name="connsiteX11" fmla="*/ 278030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683909 w 10009112"/>
              <a:gd name="connsiteY9" fmla="*/ 4574402 h 5471343"/>
              <a:gd name="connsiteX10" fmla="*/ 3266863 w 10009112"/>
              <a:gd name="connsiteY10" fmla="*/ 5471343 h 5471343"/>
              <a:gd name="connsiteX11" fmla="*/ 278030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471343">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3683909" y="4574402"/>
                </a:lnTo>
                <a:lnTo>
                  <a:pt x="3266863" y="5471343"/>
                </a:lnTo>
                <a:lnTo>
                  <a:pt x="2780309"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22" name="TextBox 21"/>
          <p:cNvSpPr txBox="1"/>
          <p:nvPr/>
        </p:nvSpPr>
        <p:spPr>
          <a:xfrm>
            <a:off x="1559496" y="548680"/>
            <a:ext cx="864096" cy="369332"/>
          </a:xfrm>
          <a:prstGeom prst="rect">
            <a:avLst/>
          </a:prstGeom>
          <a:noFill/>
        </p:spPr>
        <p:txBody>
          <a:bodyPr wrap="square" rtlCol="0">
            <a:spAutoFit/>
          </a:bodyPr>
          <a:lstStyle/>
          <a:p>
            <a:r>
              <a:rPr lang="zh-CN" altLang="en-US" dirty="0" smtClean="0">
                <a:solidFill>
                  <a:schemeClr val="bg1"/>
                </a:solidFill>
                <a:latin typeface="+mj-ea"/>
                <a:ea typeface="+mj-ea"/>
              </a:rPr>
              <a:t>作用</a:t>
            </a:r>
            <a:endParaRPr lang="zh-CN" altLang="en-US" dirty="0">
              <a:solidFill>
                <a:schemeClr val="bg1"/>
              </a:solidFill>
              <a:latin typeface="+mj-ea"/>
              <a:ea typeface="+mj-ea"/>
            </a:endParaRPr>
          </a:p>
        </p:txBody>
      </p:sp>
      <p:sp>
        <p:nvSpPr>
          <p:cNvPr id="24" name="矩形 23"/>
          <p:cNvSpPr/>
          <p:nvPr/>
        </p:nvSpPr>
        <p:spPr>
          <a:xfrm>
            <a:off x="1343472" y="584684"/>
            <a:ext cx="2160240" cy="936104"/>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32"/>
          <p:cNvGrpSpPr/>
          <p:nvPr/>
        </p:nvGrpSpPr>
        <p:grpSpPr>
          <a:xfrm>
            <a:off x="7536160" y="332656"/>
            <a:ext cx="936104" cy="1368152"/>
            <a:chOff x="6384032" y="332656"/>
            <a:chExt cx="936104" cy="1368152"/>
          </a:xfrm>
        </p:grpSpPr>
        <p:sp>
          <p:nvSpPr>
            <p:cNvPr id="34" name="矩形 33"/>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项目经理</a:t>
              </a:r>
              <a:endParaRPr lang="en-US" altLang="zh-CN" sz="2000" b="1" dirty="0" smtClean="0">
                <a:solidFill>
                  <a:schemeClr val="bg1"/>
                </a:solidFill>
                <a:latin typeface="+mj-ea"/>
                <a:ea typeface="+mj-ea"/>
              </a:endParaRPr>
            </a:p>
          </p:txBody>
        </p:sp>
        <p:sp>
          <p:nvSpPr>
            <p:cNvPr id="39" name="直角三角形 38"/>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7" name="组合 39"/>
          <p:cNvGrpSpPr/>
          <p:nvPr/>
        </p:nvGrpSpPr>
        <p:grpSpPr>
          <a:xfrm>
            <a:off x="8688288" y="332656"/>
            <a:ext cx="936104" cy="1368152"/>
            <a:chOff x="6384032" y="332656"/>
            <a:chExt cx="936104" cy="1368152"/>
          </a:xfrm>
        </p:grpSpPr>
        <p:sp>
          <p:nvSpPr>
            <p:cNvPr id="41" name="矩形 40"/>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人员管理</a:t>
              </a:r>
              <a:endParaRPr lang="en-US" altLang="zh-CN" sz="2000" b="1" dirty="0" smtClean="0">
                <a:solidFill>
                  <a:schemeClr val="bg1"/>
                </a:solidFill>
                <a:latin typeface="+mj-ea"/>
                <a:ea typeface="+mj-ea"/>
              </a:endParaRPr>
            </a:p>
          </p:txBody>
        </p:sp>
        <p:sp>
          <p:nvSpPr>
            <p:cNvPr id="42" name="直角三角形 41"/>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42"/>
          <p:cNvGrpSpPr/>
          <p:nvPr/>
        </p:nvGrpSpPr>
        <p:grpSpPr>
          <a:xfrm>
            <a:off x="10056440" y="764704"/>
            <a:ext cx="1512168" cy="1152128"/>
            <a:chOff x="10056440" y="764704"/>
            <a:chExt cx="1512168" cy="1152128"/>
          </a:xfrm>
        </p:grpSpPr>
        <p:sp>
          <p:nvSpPr>
            <p:cNvPr id="44" name="矩形 43"/>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岗位学习</a:t>
              </a:r>
              <a:endParaRPr lang="zh-CN" altLang="en-US" sz="2000" b="1" dirty="0">
                <a:solidFill>
                  <a:srgbClr val="C00000"/>
                </a:solidFill>
                <a:latin typeface="+mj-ea"/>
                <a:ea typeface="+mj-ea"/>
              </a:endParaRPr>
            </a:p>
          </p:txBody>
        </p:sp>
        <p:sp>
          <p:nvSpPr>
            <p:cNvPr id="45" name="矩形 44"/>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专业学习</a:t>
              </a:r>
              <a:endParaRPr lang="zh-CN" altLang="en-US" sz="2000" b="1" dirty="0">
                <a:solidFill>
                  <a:schemeClr val="bg1"/>
                </a:solidFill>
                <a:latin typeface="+mj-ea"/>
                <a:ea typeface="+mj-ea"/>
              </a:endParaRPr>
            </a:p>
          </p:txBody>
        </p:sp>
      </p:grpSp>
      <p:sp>
        <p:nvSpPr>
          <p:cNvPr id="31" name="TextBox 30"/>
          <p:cNvSpPr txBox="1"/>
          <p:nvPr/>
        </p:nvSpPr>
        <p:spPr>
          <a:xfrm>
            <a:off x="1343472" y="3109281"/>
            <a:ext cx="10081120" cy="3083921"/>
          </a:xfrm>
          <a:prstGeom prst="rect">
            <a:avLst/>
          </a:prstGeom>
          <a:noFill/>
        </p:spPr>
        <p:txBody>
          <a:bodyPr wrap="square" rtlCol="0">
            <a:spAutoFit/>
          </a:bodyPr>
          <a:lstStyle/>
          <a:p>
            <a:pPr lvl="1" algn="just">
              <a:lnSpc>
                <a:spcPct val="135000"/>
              </a:lnSpc>
            </a:pPr>
            <a:r>
              <a:rPr lang="zh-CN" altLang="en-US" sz="1600" kern="100" dirty="0" smtClean="0">
                <a:solidFill>
                  <a:schemeClr val="bg1"/>
                </a:solidFill>
                <a:latin typeface="+mj-ea"/>
                <a:ea typeface="+mj-ea"/>
              </a:rPr>
              <a:t>这点，有一些经验。在工作中做过一些项目后，结婚那会，我也把它当做一个项目来做，觉得轻松了很多</a:t>
            </a:r>
            <a:endParaRPr lang="en-US" altLang="zh-CN" sz="1600" kern="100" dirty="0" smtClean="0">
              <a:solidFill>
                <a:schemeClr val="bg1"/>
              </a:solidFill>
              <a:latin typeface="+mj-ea"/>
              <a:ea typeface="+mj-ea"/>
            </a:endParaRPr>
          </a:p>
          <a:p>
            <a:pPr marL="1440000" lvl="2" indent="-457200" algn="just">
              <a:lnSpc>
                <a:spcPct val="135000"/>
              </a:lnSpc>
            </a:pPr>
            <a:r>
              <a:rPr lang="en-US" altLang="zh-CN" sz="1600" kern="100" dirty="0" smtClean="0">
                <a:solidFill>
                  <a:schemeClr val="bg1"/>
                </a:solidFill>
                <a:latin typeface="+mj-ea"/>
                <a:ea typeface="+mj-ea"/>
              </a:rPr>
              <a:t>1</a:t>
            </a:r>
            <a:r>
              <a:rPr lang="zh-CN" altLang="en-US" sz="1600" kern="100" dirty="0" smtClean="0">
                <a:solidFill>
                  <a:schemeClr val="bg1"/>
                </a:solidFill>
                <a:latin typeface="+mj-ea"/>
                <a:ea typeface="+mj-ea"/>
              </a:rPr>
              <a:t>、建立项目团队，明确分工（我，老公，父母，公婆，伴郎伴娘，晚会现场引导员，摄影师，晚会主持）</a:t>
            </a:r>
            <a:endParaRPr lang="en-US" altLang="zh-CN" sz="1600" kern="100" dirty="0" smtClean="0">
              <a:solidFill>
                <a:schemeClr val="bg1"/>
              </a:solidFill>
              <a:latin typeface="+mj-ea"/>
              <a:ea typeface="+mj-ea"/>
            </a:endParaRPr>
          </a:p>
          <a:p>
            <a:pPr marL="1440000" lvl="2" indent="-457200" algn="just">
              <a:lnSpc>
                <a:spcPct val="135000"/>
              </a:lnSpc>
            </a:pPr>
            <a:r>
              <a:rPr lang="en-US" altLang="zh-CN" sz="1600" kern="100" dirty="0" smtClean="0">
                <a:solidFill>
                  <a:schemeClr val="bg1"/>
                </a:solidFill>
                <a:latin typeface="+mj-ea"/>
                <a:ea typeface="+mj-ea"/>
              </a:rPr>
              <a:t>2</a:t>
            </a:r>
            <a:r>
              <a:rPr lang="zh-CN" altLang="en-US" sz="1600" kern="100" dirty="0" smtClean="0">
                <a:solidFill>
                  <a:schemeClr val="bg1"/>
                </a:solidFill>
                <a:latin typeface="+mj-ea"/>
                <a:ea typeface="+mj-ea"/>
              </a:rPr>
              <a:t>、 制定方案和计划（事项，负责人，截止日期），</a:t>
            </a:r>
            <a:endParaRPr lang="en-US" altLang="zh-CN" sz="1600" kern="100" dirty="0" smtClean="0">
              <a:solidFill>
                <a:schemeClr val="bg1"/>
              </a:solidFill>
              <a:latin typeface="+mj-ea"/>
              <a:ea typeface="+mj-ea"/>
            </a:endParaRPr>
          </a:p>
          <a:p>
            <a:pPr marL="1440000" lvl="2" indent="-457200" algn="just">
              <a:lnSpc>
                <a:spcPct val="135000"/>
              </a:lnSpc>
            </a:pPr>
            <a:r>
              <a:rPr lang="en-US" altLang="zh-CN" sz="1600" kern="100" dirty="0" smtClean="0">
                <a:solidFill>
                  <a:schemeClr val="bg1"/>
                </a:solidFill>
                <a:latin typeface="+mj-ea"/>
                <a:ea typeface="+mj-ea"/>
              </a:rPr>
              <a:t>3</a:t>
            </a:r>
            <a:r>
              <a:rPr lang="zh-CN" altLang="en-US" sz="1600" kern="100" dirty="0" smtClean="0">
                <a:solidFill>
                  <a:schemeClr val="bg1"/>
                </a:solidFill>
                <a:latin typeface="+mj-ea"/>
                <a:ea typeface="+mj-ea"/>
              </a:rPr>
              <a:t>、 与团队人员定期交流，提供协助和跟踪进度</a:t>
            </a:r>
            <a:endParaRPr lang="en-US" altLang="zh-CN" sz="1600" kern="100" dirty="0" smtClean="0">
              <a:solidFill>
                <a:schemeClr val="bg1"/>
              </a:solidFill>
              <a:latin typeface="+mj-ea"/>
              <a:ea typeface="+mj-ea"/>
            </a:endParaRPr>
          </a:p>
          <a:p>
            <a:pPr marL="1440000" lvl="2" indent="-457200" algn="just">
              <a:lnSpc>
                <a:spcPct val="135000"/>
              </a:lnSpc>
            </a:pPr>
            <a:r>
              <a:rPr lang="en-US" altLang="zh-CN" sz="1600" kern="100" dirty="0" smtClean="0">
                <a:solidFill>
                  <a:schemeClr val="bg1"/>
                </a:solidFill>
                <a:latin typeface="+mj-ea"/>
                <a:ea typeface="+mj-ea"/>
              </a:rPr>
              <a:t>4</a:t>
            </a:r>
            <a:r>
              <a:rPr lang="zh-CN" altLang="en-US" sz="1600" kern="100" dirty="0" smtClean="0">
                <a:solidFill>
                  <a:schemeClr val="bg1"/>
                </a:solidFill>
                <a:latin typeface="+mj-ea"/>
                <a:ea typeface="+mj-ea"/>
              </a:rPr>
              <a:t>、 应急方案（比如晚会现场混乱，假设因为什么事情有人争吵，假如有停车问题和酒店有冲突等）</a:t>
            </a:r>
            <a:endParaRPr lang="en-US" altLang="zh-CN" sz="1600" kern="100" dirty="0" smtClean="0">
              <a:solidFill>
                <a:schemeClr val="bg1"/>
              </a:solidFill>
              <a:latin typeface="+mj-ea"/>
              <a:ea typeface="+mj-ea"/>
            </a:endParaRPr>
          </a:p>
          <a:p>
            <a:pPr marL="1440000" lvl="2" indent="-457200" algn="just">
              <a:lnSpc>
                <a:spcPct val="135000"/>
              </a:lnSpc>
            </a:pPr>
            <a:r>
              <a:rPr lang="en-US" altLang="zh-CN" sz="1600" kern="100" dirty="0" smtClean="0">
                <a:solidFill>
                  <a:schemeClr val="bg1"/>
                </a:solidFill>
                <a:latin typeface="+mj-ea"/>
                <a:ea typeface="+mj-ea"/>
              </a:rPr>
              <a:t>5</a:t>
            </a:r>
            <a:r>
              <a:rPr lang="zh-CN" altLang="en-US" sz="1600" kern="100" dirty="0" smtClean="0">
                <a:solidFill>
                  <a:schemeClr val="bg1"/>
                </a:solidFill>
                <a:latin typeface="+mj-ea"/>
                <a:ea typeface="+mj-ea"/>
              </a:rPr>
              <a:t>、最后照片满意，婚礼现场也一切顺利</a:t>
            </a:r>
            <a:endParaRPr lang="en-US" altLang="zh-CN" sz="1600" kern="100" dirty="0" smtClean="0">
              <a:solidFill>
                <a:schemeClr val="bg1"/>
              </a:solidFill>
              <a:latin typeface="+mj-ea"/>
              <a:ea typeface="+mj-ea"/>
            </a:endParaRPr>
          </a:p>
          <a:p>
            <a:pPr algn="just">
              <a:lnSpc>
                <a:spcPct val="135000"/>
              </a:lnSpc>
            </a:pPr>
            <a:endParaRPr lang="en-US" altLang="zh-CN" sz="1600" b="1" kern="100" dirty="0" smtClean="0">
              <a:solidFill>
                <a:schemeClr val="bg1"/>
              </a:solidFill>
              <a:latin typeface="+mj-ea"/>
              <a:ea typeface="+mj-ea"/>
            </a:endParaRPr>
          </a:p>
          <a:p>
            <a:pPr>
              <a:lnSpc>
                <a:spcPct val="135000"/>
              </a:lnSpc>
            </a:pPr>
            <a:endParaRPr lang="zh-CN" altLang="en-US" sz="1600" b="1" dirty="0">
              <a:solidFill>
                <a:schemeClr val="bg1"/>
              </a:solidFill>
              <a:latin typeface="+mj-ea"/>
              <a:ea typeface="+mj-ea"/>
            </a:endParaRPr>
          </a:p>
        </p:txBody>
      </p:sp>
      <p:sp>
        <p:nvSpPr>
          <p:cNvPr id="29" name="矩形 28"/>
          <p:cNvSpPr/>
          <p:nvPr/>
        </p:nvSpPr>
        <p:spPr>
          <a:xfrm flipH="1">
            <a:off x="1631503" y="3212977"/>
            <a:ext cx="45719"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3" name="矩形 2"/>
          <p:cNvSpPr/>
          <p:nvPr/>
        </p:nvSpPr>
        <p:spPr>
          <a:xfrm>
            <a:off x="1199456" y="4766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  对现有工作</a:t>
            </a:r>
            <a:endParaRPr lang="en-US" altLang="zh-CN" sz="3600" b="1" dirty="0" smtClean="0">
              <a:solidFill>
                <a:schemeClr val="bg1"/>
              </a:solidFill>
              <a:latin typeface="+mj-ea"/>
              <a:ea typeface="+mj-ea"/>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26"/>
          <p:cNvGrpSpPr/>
          <p:nvPr/>
        </p:nvGrpSpPr>
        <p:grpSpPr>
          <a:xfrm>
            <a:off x="6384032" y="332656"/>
            <a:ext cx="936104" cy="1368152"/>
            <a:chOff x="6384032" y="332656"/>
            <a:chExt cx="936104" cy="1368152"/>
          </a:xfrm>
        </p:grpSpPr>
        <p:sp>
          <p:nvSpPr>
            <p:cNvPr id="19" name="矩形 18"/>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业</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人</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员</a:t>
              </a:r>
              <a:endParaRPr lang="en-US" altLang="zh-CN" sz="2000" b="1" dirty="0" smtClean="0">
                <a:solidFill>
                  <a:schemeClr val="bg1"/>
                </a:solidFill>
                <a:latin typeface="+mj-ea"/>
                <a:ea typeface="+mj-ea"/>
              </a:endParaRPr>
            </a:p>
          </p:txBody>
        </p:sp>
        <p:sp>
          <p:nvSpPr>
            <p:cNvPr id="26" name="直角三角形 25"/>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任意多边形 34"/>
          <p:cNvSpPr/>
          <p:nvPr/>
        </p:nvSpPr>
        <p:spPr>
          <a:xfrm rot="10800000">
            <a:off x="1199456" y="2060848"/>
            <a:ext cx="10369152" cy="4392488"/>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467091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266909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664096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889699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1556973 w 10009112"/>
              <a:gd name="connsiteY10" fmla="*/ 5471343 h 5471343"/>
              <a:gd name="connsiteX11" fmla="*/ 889699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889699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889699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037982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03798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037982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037982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037982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8626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1927681 w 10009112"/>
              <a:gd name="connsiteY9" fmla="*/ 4574402 h 5471343"/>
              <a:gd name="connsiteX10" fmla="*/ 1556973 w 10009112"/>
              <a:gd name="connsiteY10" fmla="*/ 5471343 h 5471343"/>
              <a:gd name="connsiteX11" fmla="*/ 118626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363263 w 10009112"/>
              <a:gd name="connsiteY9" fmla="*/ 4484707 h 5471343"/>
              <a:gd name="connsiteX10" fmla="*/ 1556973 w 10009112"/>
              <a:gd name="connsiteY10" fmla="*/ 5471343 h 5471343"/>
              <a:gd name="connsiteX11" fmla="*/ 118626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363263 w 10009112"/>
              <a:gd name="connsiteY9" fmla="*/ 4484707 h 5471343"/>
              <a:gd name="connsiteX10" fmla="*/ 2085232 w 10009112"/>
              <a:gd name="connsiteY10" fmla="*/ 5471343 h 5471343"/>
              <a:gd name="connsiteX11" fmla="*/ 118626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363263 w 10009112"/>
              <a:gd name="connsiteY9" fmla="*/ 4484707 h 5471343"/>
              <a:gd name="connsiteX10" fmla="*/ 2085232 w 10009112"/>
              <a:gd name="connsiteY10" fmla="*/ 5471343 h 5471343"/>
              <a:gd name="connsiteX11" fmla="*/ 1737693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502278 w 10009112"/>
              <a:gd name="connsiteY9" fmla="*/ 4484707 h 5471343"/>
              <a:gd name="connsiteX10" fmla="*/ 2085232 w 10009112"/>
              <a:gd name="connsiteY10" fmla="*/ 5471343 h 5471343"/>
              <a:gd name="connsiteX11" fmla="*/ 1737693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502278 w 10009112"/>
              <a:gd name="connsiteY9" fmla="*/ 4484707 h 5471343"/>
              <a:gd name="connsiteX10" fmla="*/ 2085232 w 10009112"/>
              <a:gd name="connsiteY10" fmla="*/ 5471343 h 5471343"/>
              <a:gd name="connsiteX11" fmla="*/ 166818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502278 w 10009112"/>
              <a:gd name="connsiteY9" fmla="*/ 4484707 h 5471343"/>
              <a:gd name="connsiteX10" fmla="*/ 2085232 w 10009112"/>
              <a:gd name="connsiteY10" fmla="*/ 5471343 h 5471343"/>
              <a:gd name="connsiteX11" fmla="*/ 1668185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502278 w 10009112"/>
              <a:gd name="connsiteY9" fmla="*/ 4484707 h 5471343"/>
              <a:gd name="connsiteX10" fmla="*/ 2085232 w 10009112"/>
              <a:gd name="connsiteY10" fmla="*/ 5471343 h 5471343"/>
              <a:gd name="connsiteX11" fmla="*/ 1737693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502278 w 10009112"/>
              <a:gd name="connsiteY9" fmla="*/ 4484707 h 5471343"/>
              <a:gd name="connsiteX10" fmla="*/ 2085232 w 10009112"/>
              <a:gd name="connsiteY10" fmla="*/ 5471343 h 5471343"/>
              <a:gd name="connsiteX11" fmla="*/ 166818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502278 w 10009112"/>
              <a:gd name="connsiteY9" fmla="*/ 4574402 h 5471343"/>
              <a:gd name="connsiteX10" fmla="*/ 2085232 w 10009112"/>
              <a:gd name="connsiteY10" fmla="*/ 5471343 h 5471343"/>
              <a:gd name="connsiteX11" fmla="*/ 166818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502278 w 10009112"/>
              <a:gd name="connsiteY9" fmla="*/ 4484707 h 5471343"/>
              <a:gd name="connsiteX10" fmla="*/ 2085232 w 10009112"/>
              <a:gd name="connsiteY10" fmla="*/ 5471343 h 5471343"/>
              <a:gd name="connsiteX11" fmla="*/ 166818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502278 w 10009112"/>
              <a:gd name="connsiteY9" fmla="*/ 4484707 h 5471343"/>
              <a:gd name="connsiteX10" fmla="*/ 2085232 w 10009112"/>
              <a:gd name="connsiteY10" fmla="*/ 5471343 h 5471343"/>
              <a:gd name="connsiteX11" fmla="*/ 166818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502278 w 10009112"/>
              <a:gd name="connsiteY9" fmla="*/ 4574402 h 5471343"/>
              <a:gd name="connsiteX10" fmla="*/ 2085232 w 10009112"/>
              <a:gd name="connsiteY10" fmla="*/ 5471343 h 5471343"/>
              <a:gd name="connsiteX11" fmla="*/ 166818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471343">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2502278" y="4574402"/>
                </a:lnTo>
                <a:lnTo>
                  <a:pt x="2085232" y="5471343"/>
                </a:lnTo>
                <a:lnTo>
                  <a:pt x="1668185"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36" name="TextBox 35"/>
          <p:cNvSpPr txBox="1"/>
          <p:nvPr/>
        </p:nvSpPr>
        <p:spPr>
          <a:xfrm>
            <a:off x="4583832" y="2852936"/>
            <a:ext cx="9073008" cy="3568669"/>
          </a:xfrm>
          <a:prstGeom prst="rect">
            <a:avLst/>
          </a:prstGeom>
          <a:noFill/>
        </p:spPr>
        <p:txBody>
          <a:bodyPr wrap="square" rtlCol="0" anchor="ctr">
            <a:spAutoFit/>
          </a:bodyPr>
          <a:lstStyle/>
          <a:p>
            <a:pPr>
              <a:lnSpc>
                <a:spcPct val="200000"/>
              </a:lnSpc>
            </a:pPr>
            <a:r>
              <a:rPr lang="zh-CN" altLang="en-US" sz="2400" b="1" kern="100" dirty="0" smtClean="0">
                <a:solidFill>
                  <a:schemeClr val="bg1"/>
                </a:solidFill>
              </a:rPr>
              <a:t>直接老板怎么管理自己</a:t>
            </a:r>
            <a:endParaRPr lang="en-US" altLang="zh-CN" sz="2400" b="1" kern="100" dirty="0" smtClean="0">
              <a:solidFill>
                <a:schemeClr val="bg1"/>
              </a:solidFill>
            </a:endParaRPr>
          </a:p>
          <a:p>
            <a:pPr>
              <a:lnSpc>
                <a:spcPct val="200000"/>
              </a:lnSpc>
            </a:pPr>
            <a:r>
              <a:rPr lang="zh-CN" altLang="en-US" sz="2400" b="1" kern="100" dirty="0" smtClean="0">
                <a:solidFill>
                  <a:schemeClr val="bg1"/>
                </a:solidFill>
              </a:rPr>
              <a:t>其他部门老板怎么管理下属</a:t>
            </a:r>
            <a:endParaRPr lang="en-US" altLang="zh-CN" sz="2400" b="1" kern="100" dirty="0" smtClean="0">
              <a:solidFill>
                <a:schemeClr val="bg1"/>
              </a:solidFill>
            </a:endParaRPr>
          </a:p>
          <a:p>
            <a:pPr>
              <a:lnSpc>
                <a:spcPct val="200000"/>
              </a:lnSpc>
            </a:pPr>
            <a:r>
              <a:rPr lang="zh-CN" altLang="en-US" sz="2400" b="1" kern="100" dirty="0" smtClean="0">
                <a:solidFill>
                  <a:schemeClr val="bg1"/>
                </a:solidFill>
              </a:rPr>
              <a:t>总经理怎么管理部门经理</a:t>
            </a:r>
            <a:endParaRPr lang="en-US" altLang="zh-CN" sz="2400" b="1" kern="100" dirty="0" smtClean="0">
              <a:solidFill>
                <a:schemeClr val="bg1"/>
              </a:solidFill>
            </a:endParaRPr>
          </a:p>
          <a:p>
            <a:pPr>
              <a:lnSpc>
                <a:spcPct val="135000"/>
              </a:lnSpc>
            </a:pPr>
            <a:endParaRPr lang="en-US" altLang="zh-CN" kern="100" dirty="0" smtClean="0"/>
          </a:p>
          <a:p>
            <a:pPr>
              <a:lnSpc>
                <a:spcPct val="135000"/>
              </a:lnSpc>
            </a:pPr>
            <a:endParaRPr lang="en-US" altLang="zh-CN" sz="1600" kern="100" dirty="0" smtClean="0">
              <a:latin typeface="+mj-ea"/>
              <a:ea typeface="+mj-ea"/>
            </a:endParaRPr>
          </a:p>
          <a:p>
            <a:pPr algn="just"/>
            <a:endParaRPr lang="en-US" altLang="zh-CN" dirty="0" smtClean="0">
              <a:latin typeface="+mj-ea"/>
              <a:ea typeface="+mj-ea"/>
            </a:endParaRPr>
          </a:p>
          <a:p>
            <a:pPr algn="just"/>
            <a:endParaRPr lang="zh-CN" altLang="en-US" dirty="0">
              <a:latin typeface="+mj-ea"/>
              <a:ea typeface="+mj-ea"/>
            </a:endParaRPr>
          </a:p>
        </p:txBody>
      </p:sp>
      <p:sp>
        <p:nvSpPr>
          <p:cNvPr id="22" name="TextBox 21"/>
          <p:cNvSpPr txBox="1"/>
          <p:nvPr/>
        </p:nvSpPr>
        <p:spPr>
          <a:xfrm>
            <a:off x="1559496" y="548680"/>
            <a:ext cx="864096" cy="369332"/>
          </a:xfrm>
          <a:prstGeom prst="rect">
            <a:avLst/>
          </a:prstGeom>
          <a:noFill/>
        </p:spPr>
        <p:txBody>
          <a:bodyPr wrap="square" rtlCol="0">
            <a:spAutoFit/>
          </a:bodyPr>
          <a:lstStyle/>
          <a:p>
            <a:r>
              <a:rPr lang="zh-CN" altLang="en-US" dirty="0" smtClean="0">
                <a:solidFill>
                  <a:schemeClr val="bg1"/>
                </a:solidFill>
                <a:latin typeface="+mj-ea"/>
                <a:ea typeface="+mj-ea"/>
              </a:rPr>
              <a:t>作用</a:t>
            </a:r>
            <a:endParaRPr lang="zh-CN" altLang="en-US" dirty="0">
              <a:solidFill>
                <a:schemeClr val="bg1"/>
              </a:solidFill>
              <a:latin typeface="+mj-ea"/>
              <a:ea typeface="+mj-ea"/>
            </a:endParaRPr>
          </a:p>
        </p:txBody>
      </p:sp>
      <p:sp>
        <p:nvSpPr>
          <p:cNvPr id="24" name="矩形 23"/>
          <p:cNvSpPr/>
          <p:nvPr/>
        </p:nvSpPr>
        <p:spPr>
          <a:xfrm>
            <a:off x="1343472" y="584684"/>
            <a:ext cx="2160240" cy="936104"/>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32"/>
          <p:cNvGrpSpPr/>
          <p:nvPr/>
        </p:nvGrpSpPr>
        <p:grpSpPr>
          <a:xfrm>
            <a:off x="7536160" y="332656"/>
            <a:ext cx="936104" cy="1368152"/>
            <a:chOff x="6384032" y="332656"/>
            <a:chExt cx="936104" cy="1368152"/>
          </a:xfrm>
        </p:grpSpPr>
        <p:sp>
          <p:nvSpPr>
            <p:cNvPr id="34" name="矩形 33"/>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项目经理</a:t>
              </a:r>
              <a:endParaRPr lang="en-US" altLang="zh-CN" sz="2000" b="1" dirty="0" smtClean="0">
                <a:solidFill>
                  <a:schemeClr val="bg1"/>
                </a:solidFill>
                <a:latin typeface="+mj-ea"/>
                <a:ea typeface="+mj-ea"/>
              </a:endParaRPr>
            </a:p>
          </p:txBody>
        </p:sp>
        <p:sp>
          <p:nvSpPr>
            <p:cNvPr id="39" name="直角三角形 38"/>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9" name="组合 39"/>
          <p:cNvGrpSpPr/>
          <p:nvPr/>
        </p:nvGrpSpPr>
        <p:grpSpPr>
          <a:xfrm>
            <a:off x="8688288" y="332656"/>
            <a:ext cx="936104" cy="1368152"/>
            <a:chOff x="6384032" y="332656"/>
            <a:chExt cx="936104" cy="1368152"/>
          </a:xfrm>
        </p:grpSpPr>
        <p:sp>
          <p:nvSpPr>
            <p:cNvPr id="41" name="矩形 40"/>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人员管理</a:t>
              </a:r>
              <a:endParaRPr lang="en-US" altLang="zh-CN" sz="2000" b="1" dirty="0" smtClean="0">
                <a:solidFill>
                  <a:schemeClr val="bg1"/>
                </a:solidFill>
                <a:latin typeface="+mj-ea"/>
                <a:ea typeface="+mj-ea"/>
              </a:endParaRPr>
            </a:p>
          </p:txBody>
        </p:sp>
        <p:sp>
          <p:nvSpPr>
            <p:cNvPr id="42" name="直角三角形 41"/>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42"/>
          <p:cNvGrpSpPr/>
          <p:nvPr/>
        </p:nvGrpSpPr>
        <p:grpSpPr>
          <a:xfrm>
            <a:off x="10056440" y="764704"/>
            <a:ext cx="1512168" cy="1152128"/>
            <a:chOff x="10056440" y="764704"/>
            <a:chExt cx="1512168" cy="1152128"/>
          </a:xfrm>
        </p:grpSpPr>
        <p:sp>
          <p:nvSpPr>
            <p:cNvPr id="44" name="矩形 43"/>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岗位学习</a:t>
              </a:r>
              <a:endParaRPr lang="zh-CN" altLang="en-US" sz="2000" b="1" dirty="0">
                <a:solidFill>
                  <a:srgbClr val="C00000"/>
                </a:solidFill>
                <a:latin typeface="+mj-ea"/>
                <a:ea typeface="+mj-ea"/>
              </a:endParaRPr>
            </a:p>
          </p:txBody>
        </p:sp>
        <p:sp>
          <p:nvSpPr>
            <p:cNvPr id="45" name="矩形 44"/>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专业学习</a:t>
              </a:r>
              <a:endParaRPr lang="zh-CN" altLang="en-US" sz="2000" b="1" dirty="0">
                <a:solidFill>
                  <a:schemeClr val="bg1"/>
                </a:solidFill>
                <a:latin typeface="+mj-ea"/>
                <a:ea typeface="+mj-ea"/>
              </a:endParaRPr>
            </a:p>
          </p:txBody>
        </p:sp>
      </p:grpSp>
      <p:graphicFrame>
        <p:nvGraphicFramePr>
          <p:cNvPr id="27" name="表格 26"/>
          <p:cNvGraphicFramePr>
            <a:graphicFrameLocks noGrp="1"/>
          </p:cNvGraphicFramePr>
          <p:nvPr/>
        </p:nvGraphicFramePr>
        <p:xfrm>
          <a:off x="1559496" y="3212976"/>
          <a:ext cx="2160240" cy="1872208"/>
        </p:xfrm>
        <a:graphic>
          <a:graphicData uri="http://schemas.openxmlformats.org/drawingml/2006/table">
            <a:tbl>
              <a:tblPr>
                <a:tableStyleId>{5C22544A-7EE6-4342-B048-85BDC9FD1C3A}</a:tableStyleId>
              </a:tblPr>
              <a:tblGrid>
                <a:gridCol w="1080120"/>
                <a:gridCol w="1080120"/>
              </a:tblGrid>
              <a:tr h="936104">
                <a:tc>
                  <a:txBody>
                    <a:bodyPr/>
                    <a:lstStyle/>
                    <a:p>
                      <a:pPr algn="ctr"/>
                      <a:r>
                        <a:rPr lang="zh-CN" altLang="en-US" sz="2800" b="1" dirty="0" smtClean="0">
                          <a:solidFill>
                            <a:srgbClr val="C00000"/>
                          </a:solidFill>
                          <a:latin typeface="+mj-ea"/>
                          <a:ea typeface="+mj-ea"/>
                        </a:rPr>
                        <a:t>观</a:t>
                      </a:r>
                      <a:endParaRPr lang="zh-CN" altLang="en-US" sz="2800" b="1" dirty="0">
                        <a:solidFill>
                          <a:srgbClr val="C00000"/>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CN" altLang="en-US" sz="2800" b="1" dirty="0">
                        <a:solidFill>
                          <a:schemeClr val="bg1"/>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00000"/>
                    </a:solidFill>
                  </a:tcPr>
                </a:tc>
              </a:tr>
              <a:tr h="936104">
                <a:tc>
                  <a:txBody>
                    <a:bodyPr/>
                    <a:lstStyle/>
                    <a:p>
                      <a:pPr algn="ctr"/>
                      <a:endParaRPr lang="zh-CN" altLang="en-US" sz="2800" b="1" dirty="0">
                        <a:solidFill>
                          <a:schemeClr val="bg1"/>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zh-CN" altLang="en-US" sz="2800" b="1" dirty="0" smtClean="0">
                          <a:solidFill>
                            <a:srgbClr val="C00000"/>
                          </a:solidFill>
                          <a:latin typeface="+mj-ea"/>
                          <a:ea typeface="+mj-ea"/>
                        </a:rPr>
                        <a:t>察</a:t>
                      </a:r>
                      <a:endParaRPr lang="zh-CN" altLang="en-US" sz="2800" b="1" dirty="0">
                        <a:solidFill>
                          <a:srgbClr val="C00000"/>
                        </a:solidFill>
                        <a:latin typeface="+mj-ea"/>
                        <a:ea typeface="+mj-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bl>
          </a:graphicData>
        </a:graphic>
      </p:graphicFrame>
      <p:sp>
        <p:nvSpPr>
          <p:cNvPr id="29" name="矩形 28"/>
          <p:cNvSpPr/>
          <p:nvPr/>
        </p:nvSpPr>
        <p:spPr>
          <a:xfrm flipH="1">
            <a:off x="4439816" y="3212976"/>
            <a:ext cx="7200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flipH="1">
            <a:off x="4439816" y="3933056"/>
            <a:ext cx="7200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flipH="1">
            <a:off x="4439816" y="4581128"/>
            <a:ext cx="7200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3" name="矩形 2"/>
          <p:cNvSpPr/>
          <p:nvPr/>
        </p:nvSpPr>
        <p:spPr>
          <a:xfrm>
            <a:off x="1199456" y="476672"/>
            <a:ext cx="2448272"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  对现有工作</a:t>
            </a:r>
            <a:endParaRPr lang="en-US" altLang="zh-CN" sz="3600" b="1" dirty="0" smtClean="0">
              <a:solidFill>
                <a:schemeClr val="bg1"/>
              </a:solidFill>
              <a:latin typeface="+mj-ea"/>
              <a:ea typeface="+mj-ea"/>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26"/>
          <p:cNvGrpSpPr/>
          <p:nvPr/>
        </p:nvGrpSpPr>
        <p:grpSpPr>
          <a:xfrm>
            <a:off x="6384032" y="332656"/>
            <a:ext cx="936104" cy="1368152"/>
            <a:chOff x="6384032" y="332656"/>
            <a:chExt cx="936104" cy="1368152"/>
          </a:xfrm>
        </p:grpSpPr>
        <p:sp>
          <p:nvSpPr>
            <p:cNvPr id="19" name="矩形 18"/>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业</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人</a:t>
              </a:r>
              <a:endParaRPr lang="en-US" altLang="zh-CN" sz="2000" b="1" dirty="0" smtClean="0">
                <a:solidFill>
                  <a:schemeClr val="bg1"/>
                </a:solidFill>
                <a:latin typeface="+mj-ea"/>
                <a:ea typeface="+mj-ea"/>
              </a:endParaRPr>
            </a:p>
            <a:p>
              <a:pPr algn="ctr"/>
              <a:r>
                <a:rPr lang="zh-CN" altLang="en-US" sz="2000" b="1" dirty="0" smtClean="0">
                  <a:solidFill>
                    <a:schemeClr val="bg1"/>
                  </a:solidFill>
                  <a:latin typeface="+mj-ea"/>
                  <a:ea typeface="+mj-ea"/>
                </a:rPr>
                <a:t>员</a:t>
              </a:r>
              <a:endParaRPr lang="en-US" altLang="zh-CN" sz="2000" b="1" dirty="0" smtClean="0">
                <a:solidFill>
                  <a:schemeClr val="bg1"/>
                </a:solidFill>
                <a:latin typeface="+mj-ea"/>
                <a:ea typeface="+mj-ea"/>
              </a:endParaRPr>
            </a:p>
          </p:txBody>
        </p:sp>
        <p:sp>
          <p:nvSpPr>
            <p:cNvPr id="26" name="直角三角形 25"/>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任意多边形 34"/>
          <p:cNvSpPr/>
          <p:nvPr/>
        </p:nvSpPr>
        <p:spPr>
          <a:xfrm rot="10800000">
            <a:off x="1199456" y="2060848"/>
            <a:ext cx="10297144" cy="4392488"/>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467091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266909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664096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889699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1556973 w 10009112"/>
              <a:gd name="connsiteY10" fmla="*/ 5471343 h 5471343"/>
              <a:gd name="connsiteX11" fmla="*/ 889699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889699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889699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037982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03798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037982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037982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75964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037982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12124 w 10009112"/>
              <a:gd name="connsiteY11" fmla="*/ 4484707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001822 w 10009112"/>
              <a:gd name="connsiteY9" fmla="*/ 4484707 h 5471343"/>
              <a:gd name="connsiteX10" fmla="*/ 1556973 w 10009112"/>
              <a:gd name="connsiteY10" fmla="*/ 5471343 h 5471343"/>
              <a:gd name="connsiteX11" fmla="*/ 118626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1927681 w 10009112"/>
              <a:gd name="connsiteY9" fmla="*/ 4574402 h 5471343"/>
              <a:gd name="connsiteX10" fmla="*/ 1556973 w 10009112"/>
              <a:gd name="connsiteY10" fmla="*/ 5471343 h 5471343"/>
              <a:gd name="connsiteX11" fmla="*/ 118626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309795 w 10009112"/>
              <a:gd name="connsiteY9" fmla="*/ 4574402 h 5471343"/>
              <a:gd name="connsiteX10" fmla="*/ 1556973 w 10009112"/>
              <a:gd name="connsiteY10" fmla="*/ 5471343 h 5471343"/>
              <a:gd name="connsiteX11" fmla="*/ 118626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309795 w 10009112"/>
              <a:gd name="connsiteY9" fmla="*/ 4574402 h 5471343"/>
              <a:gd name="connsiteX10" fmla="*/ 2099814 w 10009112"/>
              <a:gd name="connsiteY10" fmla="*/ 5471343 h 5471343"/>
              <a:gd name="connsiteX11" fmla="*/ 118626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449783 w 10009112"/>
              <a:gd name="connsiteY9" fmla="*/ 4574402 h 5471343"/>
              <a:gd name="connsiteX10" fmla="*/ 2099814 w 10009112"/>
              <a:gd name="connsiteY10" fmla="*/ 5471343 h 5471343"/>
              <a:gd name="connsiteX11" fmla="*/ 1186265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449783 w 10009112"/>
              <a:gd name="connsiteY9" fmla="*/ 4574402 h 5471343"/>
              <a:gd name="connsiteX10" fmla="*/ 2099814 w 10009112"/>
              <a:gd name="connsiteY10" fmla="*/ 5471343 h 5471343"/>
              <a:gd name="connsiteX11" fmla="*/ 160985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2449783 w 10009112"/>
              <a:gd name="connsiteY9" fmla="*/ 4574402 h 5471343"/>
              <a:gd name="connsiteX10" fmla="*/ 2099814 w 10009112"/>
              <a:gd name="connsiteY10" fmla="*/ 5471343 h 5471343"/>
              <a:gd name="connsiteX11" fmla="*/ 1679851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471343">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2449783" y="4574402"/>
                </a:lnTo>
                <a:lnTo>
                  <a:pt x="2099814" y="5471343"/>
                </a:lnTo>
                <a:lnTo>
                  <a:pt x="1679851"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grpSp>
        <p:nvGrpSpPr>
          <p:cNvPr id="6" name="组合 38"/>
          <p:cNvGrpSpPr/>
          <p:nvPr/>
        </p:nvGrpSpPr>
        <p:grpSpPr>
          <a:xfrm>
            <a:off x="1559496" y="3068960"/>
            <a:ext cx="9145016" cy="4258089"/>
            <a:chOff x="1631504" y="2939245"/>
            <a:chExt cx="9145016" cy="4258089"/>
          </a:xfrm>
        </p:grpSpPr>
        <p:sp>
          <p:nvSpPr>
            <p:cNvPr id="36" name="TextBox 35"/>
            <p:cNvSpPr txBox="1"/>
            <p:nvPr/>
          </p:nvSpPr>
          <p:spPr>
            <a:xfrm>
              <a:off x="1703512" y="2939245"/>
              <a:ext cx="9073008" cy="4258089"/>
            </a:xfrm>
            <a:prstGeom prst="rect">
              <a:avLst/>
            </a:prstGeom>
            <a:noFill/>
          </p:spPr>
          <p:txBody>
            <a:bodyPr wrap="square" rtlCol="0" anchor="ctr">
              <a:spAutoFit/>
            </a:bodyPr>
            <a:lstStyle/>
            <a:p>
              <a:pPr marL="0" lvl="1">
                <a:lnSpc>
                  <a:spcPct val="135000"/>
                </a:lnSpc>
              </a:pPr>
              <a:r>
                <a:rPr lang="zh-CN" altLang="en-US" sz="2400" b="1" dirty="0" smtClean="0">
                  <a:solidFill>
                    <a:schemeClr val="bg1"/>
                  </a:solidFill>
                  <a:latin typeface="+mj-ea"/>
                  <a:ea typeface="+mj-ea"/>
                </a:rPr>
                <a:t>在第一份工作的时候我就开始观察我的老板怎么管理我</a:t>
              </a:r>
              <a:endParaRPr lang="en-US" altLang="zh-CN" sz="2400" b="1" dirty="0" smtClean="0">
                <a:solidFill>
                  <a:schemeClr val="bg1"/>
                </a:solidFill>
                <a:latin typeface="+mj-ea"/>
                <a:ea typeface="+mj-ea"/>
              </a:endParaRPr>
            </a:p>
            <a:p>
              <a:pPr marL="0" lvl="1">
                <a:lnSpc>
                  <a:spcPct val="135000"/>
                </a:lnSpc>
              </a:pPr>
              <a:endParaRPr lang="en-US" altLang="zh-CN" b="1" dirty="0" smtClean="0">
                <a:solidFill>
                  <a:schemeClr val="bg1"/>
                </a:solidFill>
                <a:latin typeface="+mj-ea"/>
                <a:ea typeface="+mj-ea"/>
              </a:endParaRPr>
            </a:p>
            <a:p>
              <a:pPr marL="457200" lvl="2">
                <a:lnSpc>
                  <a:spcPct val="135000"/>
                </a:lnSpc>
              </a:pPr>
              <a:r>
                <a:rPr lang="zh-CN" altLang="en-US" sz="1600" kern="100" dirty="0" smtClean="0">
                  <a:solidFill>
                    <a:schemeClr val="bg1"/>
                  </a:solidFill>
                </a:rPr>
                <a:t>我在遇到困难去求助的时候，他会说什么</a:t>
              </a:r>
              <a:endParaRPr lang="en-US" altLang="zh-CN" sz="1600" kern="100" dirty="0" smtClean="0">
                <a:solidFill>
                  <a:schemeClr val="bg1"/>
                </a:solidFill>
              </a:endParaRPr>
            </a:p>
            <a:p>
              <a:pPr marL="457200" lvl="2">
                <a:lnSpc>
                  <a:spcPct val="135000"/>
                </a:lnSpc>
              </a:pPr>
              <a:r>
                <a:rPr lang="zh-CN" altLang="en-US" sz="1600" kern="100" dirty="0" smtClean="0">
                  <a:solidFill>
                    <a:schemeClr val="bg1"/>
                  </a:solidFill>
                </a:rPr>
                <a:t>我犯错的时候，他会如何反应</a:t>
              </a:r>
              <a:endParaRPr lang="en-US" altLang="zh-CN" sz="1600" kern="100" dirty="0" smtClean="0">
                <a:solidFill>
                  <a:schemeClr val="bg1"/>
                </a:solidFill>
              </a:endParaRPr>
            </a:p>
            <a:p>
              <a:pPr marL="457200" lvl="2">
                <a:lnSpc>
                  <a:spcPct val="135000"/>
                </a:lnSpc>
              </a:pPr>
              <a:r>
                <a:rPr lang="zh-CN" altLang="en-US" sz="1600" kern="100" dirty="0" smtClean="0">
                  <a:solidFill>
                    <a:schemeClr val="bg1"/>
                  </a:solidFill>
                </a:rPr>
                <a:t>我在有些骄傲自满的时候，他是怎么泼我冷水的</a:t>
              </a:r>
              <a:endParaRPr lang="en-US" altLang="zh-CN" sz="1600" kern="100" dirty="0" smtClean="0">
                <a:solidFill>
                  <a:schemeClr val="bg1"/>
                </a:solidFill>
              </a:endParaRPr>
            </a:p>
            <a:p>
              <a:pPr marL="457200" lvl="2">
                <a:lnSpc>
                  <a:spcPct val="135000"/>
                </a:lnSpc>
              </a:pPr>
              <a:r>
                <a:rPr lang="zh-CN" altLang="en-US" sz="1600" kern="100" dirty="0" smtClean="0">
                  <a:solidFill>
                    <a:schemeClr val="bg1"/>
                  </a:solidFill>
                </a:rPr>
                <a:t>他是如何将一个时间只做一件事情的大学生培养成能同时处理几件事的白领</a:t>
              </a:r>
              <a:endParaRPr lang="en-US" altLang="zh-CN" sz="1600" kern="100" dirty="0" smtClean="0">
                <a:solidFill>
                  <a:schemeClr val="bg1"/>
                </a:solidFill>
              </a:endParaRPr>
            </a:p>
            <a:p>
              <a:pPr marL="457200" lvl="2">
                <a:lnSpc>
                  <a:spcPct val="135000"/>
                </a:lnSpc>
              </a:pPr>
              <a:r>
                <a:rPr lang="zh-CN" altLang="en-US" sz="1600" kern="100" dirty="0" smtClean="0">
                  <a:solidFill>
                    <a:schemeClr val="bg1"/>
                  </a:solidFill>
                </a:rPr>
                <a:t>他在我遇到人员冲突时，是怎么协调的</a:t>
              </a:r>
              <a:endParaRPr lang="en-US" altLang="zh-CN" sz="1600" kern="100" dirty="0" smtClean="0">
                <a:solidFill>
                  <a:schemeClr val="bg1"/>
                </a:solidFill>
              </a:endParaRPr>
            </a:p>
            <a:p>
              <a:pPr lvl="2"/>
              <a:endParaRPr lang="en-US" altLang="zh-CN" sz="1600" kern="100" dirty="0" smtClean="0">
                <a:solidFill>
                  <a:schemeClr val="bg1"/>
                </a:solidFill>
              </a:endParaRPr>
            </a:p>
            <a:p>
              <a:pPr>
                <a:lnSpc>
                  <a:spcPct val="135000"/>
                </a:lnSpc>
              </a:pPr>
              <a:endParaRPr lang="en-US" altLang="zh-CN" kern="100" dirty="0" smtClean="0"/>
            </a:p>
            <a:p>
              <a:pPr>
                <a:lnSpc>
                  <a:spcPct val="135000"/>
                </a:lnSpc>
              </a:pPr>
              <a:endParaRPr lang="en-US" altLang="zh-CN" sz="1600" kern="100" dirty="0" smtClean="0">
                <a:latin typeface="+mj-ea"/>
                <a:ea typeface="+mj-ea"/>
              </a:endParaRPr>
            </a:p>
            <a:p>
              <a:pPr algn="just"/>
              <a:endParaRPr lang="en-US" altLang="zh-CN" dirty="0" smtClean="0">
                <a:latin typeface="+mj-ea"/>
                <a:ea typeface="+mj-ea"/>
              </a:endParaRPr>
            </a:p>
            <a:p>
              <a:pPr algn="just"/>
              <a:endParaRPr lang="zh-CN" altLang="en-US" dirty="0">
                <a:latin typeface="+mj-ea"/>
                <a:ea typeface="+mj-ea"/>
              </a:endParaRPr>
            </a:p>
          </p:txBody>
        </p:sp>
        <p:sp>
          <p:nvSpPr>
            <p:cNvPr id="37" name="矩形 36"/>
            <p:cNvSpPr/>
            <p:nvPr/>
          </p:nvSpPr>
          <p:spPr>
            <a:xfrm flipH="1">
              <a:off x="1631504" y="3155269"/>
              <a:ext cx="7200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TextBox 21"/>
          <p:cNvSpPr txBox="1"/>
          <p:nvPr/>
        </p:nvSpPr>
        <p:spPr>
          <a:xfrm>
            <a:off x="1559496" y="548680"/>
            <a:ext cx="864096" cy="369332"/>
          </a:xfrm>
          <a:prstGeom prst="rect">
            <a:avLst/>
          </a:prstGeom>
          <a:noFill/>
        </p:spPr>
        <p:txBody>
          <a:bodyPr wrap="square" rtlCol="0">
            <a:spAutoFit/>
          </a:bodyPr>
          <a:lstStyle/>
          <a:p>
            <a:r>
              <a:rPr lang="zh-CN" altLang="en-US" dirty="0" smtClean="0">
                <a:solidFill>
                  <a:schemeClr val="bg1"/>
                </a:solidFill>
                <a:latin typeface="+mj-ea"/>
                <a:ea typeface="+mj-ea"/>
              </a:rPr>
              <a:t>作用</a:t>
            </a:r>
            <a:endParaRPr lang="zh-CN" altLang="en-US" dirty="0">
              <a:solidFill>
                <a:schemeClr val="bg1"/>
              </a:solidFill>
              <a:latin typeface="+mj-ea"/>
              <a:ea typeface="+mj-ea"/>
            </a:endParaRPr>
          </a:p>
        </p:txBody>
      </p:sp>
      <p:sp>
        <p:nvSpPr>
          <p:cNvPr id="24" name="矩形 23"/>
          <p:cNvSpPr/>
          <p:nvPr/>
        </p:nvSpPr>
        <p:spPr>
          <a:xfrm>
            <a:off x="1343472" y="584684"/>
            <a:ext cx="2160240" cy="936104"/>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32"/>
          <p:cNvGrpSpPr/>
          <p:nvPr/>
        </p:nvGrpSpPr>
        <p:grpSpPr>
          <a:xfrm>
            <a:off x="7536160" y="332656"/>
            <a:ext cx="936104" cy="1368152"/>
            <a:chOff x="6384032" y="332656"/>
            <a:chExt cx="936104" cy="1368152"/>
          </a:xfrm>
        </p:grpSpPr>
        <p:sp>
          <p:nvSpPr>
            <p:cNvPr id="34" name="矩形 33"/>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项目经理</a:t>
              </a:r>
              <a:endParaRPr lang="en-US" altLang="zh-CN" sz="2000" b="1" dirty="0" smtClean="0">
                <a:solidFill>
                  <a:schemeClr val="bg1"/>
                </a:solidFill>
                <a:latin typeface="+mj-ea"/>
                <a:ea typeface="+mj-ea"/>
              </a:endParaRPr>
            </a:p>
          </p:txBody>
        </p:sp>
        <p:sp>
          <p:nvSpPr>
            <p:cNvPr id="39" name="直角三角形 38"/>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9" name="组合 39"/>
          <p:cNvGrpSpPr/>
          <p:nvPr/>
        </p:nvGrpSpPr>
        <p:grpSpPr>
          <a:xfrm>
            <a:off x="8688288" y="332656"/>
            <a:ext cx="936104" cy="1368152"/>
            <a:chOff x="6384032" y="332656"/>
            <a:chExt cx="936104" cy="1368152"/>
          </a:xfrm>
        </p:grpSpPr>
        <p:sp>
          <p:nvSpPr>
            <p:cNvPr id="41" name="矩形 40"/>
            <p:cNvSpPr/>
            <p:nvPr/>
          </p:nvSpPr>
          <p:spPr>
            <a:xfrm>
              <a:off x="6672064" y="332656"/>
              <a:ext cx="648072" cy="13681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人员管理</a:t>
              </a:r>
              <a:endParaRPr lang="en-US" altLang="zh-CN" sz="2000" b="1" dirty="0" smtClean="0">
                <a:solidFill>
                  <a:schemeClr val="bg1"/>
                </a:solidFill>
                <a:latin typeface="+mj-ea"/>
                <a:ea typeface="+mj-ea"/>
              </a:endParaRPr>
            </a:p>
          </p:txBody>
        </p:sp>
        <p:sp>
          <p:nvSpPr>
            <p:cNvPr id="42" name="直角三角形 41"/>
            <p:cNvSpPr/>
            <p:nvPr/>
          </p:nvSpPr>
          <p:spPr>
            <a:xfrm flipH="1">
              <a:off x="6384032" y="332656"/>
              <a:ext cx="288032" cy="432048"/>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42"/>
          <p:cNvGrpSpPr/>
          <p:nvPr/>
        </p:nvGrpSpPr>
        <p:grpSpPr>
          <a:xfrm>
            <a:off x="10056440" y="764704"/>
            <a:ext cx="1512168" cy="1152128"/>
            <a:chOff x="10056440" y="764704"/>
            <a:chExt cx="1512168" cy="1152128"/>
          </a:xfrm>
        </p:grpSpPr>
        <p:sp>
          <p:nvSpPr>
            <p:cNvPr id="44" name="矩形 43"/>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岗位学习</a:t>
              </a:r>
              <a:endParaRPr lang="zh-CN" altLang="en-US" sz="2000" b="1" dirty="0">
                <a:solidFill>
                  <a:srgbClr val="C00000"/>
                </a:solidFill>
                <a:latin typeface="+mj-ea"/>
                <a:ea typeface="+mj-ea"/>
              </a:endParaRPr>
            </a:p>
          </p:txBody>
        </p:sp>
        <p:sp>
          <p:nvSpPr>
            <p:cNvPr id="45" name="矩形 44"/>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专业学习</a:t>
              </a:r>
              <a:endParaRPr lang="zh-CN" altLang="en-US" sz="2000" b="1" dirty="0">
                <a:solidFill>
                  <a:schemeClr val="bg1"/>
                </a:solidFill>
                <a:latin typeface="+mj-ea"/>
                <a:ea typeface="+mj-ea"/>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3" name="矩形 2"/>
          <p:cNvSpPr/>
          <p:nvPr/>
        </p:nvSpPr>
        <p:spPr>
          <a:xfrm>
            <a:off x="1199456" y="476672"/>
            <a:ext cx="2664296"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  对换岗或转行</a:t>
            </a:r>
            <a:endParaRPr lang="en-US" altLang="zh-CN" sz="3600" b="1" dirty="0" smtClean="0">
              <a:solidFill>
                <a:schemeClr val="bg1"/>
              </a:solidFill>
              <a:latin typeface="+mj-ea"/>
              <a:ea typeface="+mj-ea"/>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p:nvSpPr>
        <p:spPr>
          <a:xfrm rot="10800000">
            <a:off x="1199456" y="2060848"/>
            <a:ext cx="10297144" cy="4392488"/>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467091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266909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664096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2817380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262229 w 10009112"/>
              <a:gd name="connsiteY9" fmla="*/ 4574402 h 5471343"/>
              <a:gd name="connsiteX10" fmla="*/ 2817380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262229 w 10009112"/>
              <a:gd name="connsiteY9" fmla="*/ 4574402 h 5471343"/>
              <a:gd name="connsiteX10" fmla="*/ 2817380 w 10009112"/>
              <a:gd name="connsiteY10" fmla="*/ 5471343 h 5471343"/>
              <a:gd name="connsiteX11" fmla="*/ 229838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471343">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3262229" y="4574402"/>
                </a:lnTo>
                <a:lnTo>
                  <a:pt x="2817380" y="5471343"/>
                </a:lnTo>
                <a:lnTo>
                  <a:pt x="2298389"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22" name="TextBox 21"/>
          <p:cNvSpPr txBox="1"/>
          <p:nvPr/>
        </p:nvSpPr>
        <p:spPr>
          <a:xfrm>
            <a:off x="1487488" y="548680"/>
            <a:ext cx="864096" cy="369332"/>
          </a:xfrm>
          <a:prstGeom prst="rect">
            <a:avLst/>
          </a:prstGeom>
          <a:noFill/>
        </p:spPr>
        <p:txBody>
          <a:bodyPr wrap="square" rtlCol="0">
            <a:spAutoFit/>
          </a:bodyPr>
          <a:lstStyle/>
          <a:p>
            <a:r>
              <a:rPr lang="zh-CN" altLang="en-US" dirty="0" smtClean="0">
                <a:solidFill>
                  <a:schemeClr val="bg1"/>
                </a:solidFill>
                <a:latin typeface="+mj-ea"/>
                <a:ea typeface="+mj-ea"/>
              </a:rPr>
              <a:t>作用</a:t>
            </a:r>
            <a:endParaRPr lang="zh-CN" altLang="en-US" dirty="0">
              <a:solidFill>
                <a:schemeClr val="bg1"/>
              </a:solidFill>
              <a:latin typeface="+mj-ea"/>
              <a:ea typeface="+mj-ea"/>
            </a:endParaRPr>
          </a:p>
        </p:txBody>
      </p:sp>
      <p:sp>
        <p:nvSpPr>
          <p:cNvPr id="24" name="矩形 23"/>
          <p:cNvSpPr/>
          <p:nvPr/>
        </p:nvSpPr>
        <p:spPr>
          <a:xfrm>
            <a:off x="1343472" y="584684"/>
            <a:ext cx="2376264" cy="936104"/>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42"/>
          <p:cNvGrpSpPr/>
          <p:nvPr/>
        </p:nvGrpSpPr>
        <p:grpSpPr>
          <a:xfrm>
            <a:off x="10056440" y="764704"/>
            <a:ext cx="1512168" cy="1152128"/>
            <a:chOff x="10056440" y="764704"/>
            <a:chExt cx="1512168" cy="1152128"/>
          </a:xfrm>
        </p:grpSpPr>
        <p:sp>
          <p:nvSpPr>
            <p:cNvPr id="44" name="矩形 43"/>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岗位学习</a:t>
              </a:r>
              <a:endParaRPr lang="zh-CN" altLang="en-US" sz="2000" b="1" dirty="0">
                <a:solidFill>
                  <a:srgbClr val="C00000"/>
                </a:solidFill>
                <a:latin typeface="+mj-ea"/>
                <a:ea typeface="+mj-ea"/>
              </a:endParaRPr>
            </a:p>
          </p:txBody>
        </p:sp>
        <p:sp>
          <p:nvSpPr>
            <p:cNvPr id="45" name="矩形 44"/>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专业学习</a:t>
              </a:r>
              <a:endParaRPr lang="zh-CN" altLang="en-US" sz="2000" b="1" dirty="0">
                <a:solidFill>
                  <a:schemeClr val="bg1"/>
                </a:solidFill>
                <a:latin typeface="+mj-ea"/>
                <a:ea typeface="+mj-ea"/>
              </a:endParaRPr>
            </a:p>
          </p:txBody>
        </p:sp>
      </p:grpSp>
      <p:sp>
        <p:nvSpPr>
          <p:cNvPr id="27" name="TextBox 26"/>
          <p:cNvSpPr txBox="1"/>
          <p:nvPr/>
        </p:nvSpPr>
        <p:spPr>
          <a:xfrm>
            <a:off x="1703512" y="3356992"/>
            <a:ext cx="8741560" cy="4452886"/>
          </a:xfrm>
          <a:prstGeom prst="rect">
            <a:avLst/>
          </a:prstGeom>
          <a:noFill/>
        </p:spPr>
        <p:txBody>
          <a:bodyPr wrap="square" rtlCol="0">
            <a:spAutoFit/>
          </a:bodyPr>
          <a:lstStyle/>
          <a:p>
            <a:pPr algn="just">
              <a:lnSpc>
                <a:spcPct val="153000"/>
              </a:lnSpc>
            </a:pPr>
            <a:r>
              <a:rPr lang="zh-CN" altLang="en-US" sz="2800" b="1" kern="100" dirty="0" smtClean="0">
                <a:solidFill>
                  <a:schemeClr val="bg1"/>
                </a:solidFill>
                <a:latin typeface="+mj-ea"/>
                <a:ea typeface="+mj-ea"/>
              </a:rPr>
              <a:t>专业知识</a:t>
            </a:r>
            <a:r>
              <a:rPr lang="en-US" altLang="zh-CN" sz="2800" b="1" kern="100" dirty="0" smtClean="0">
                <a:solidFill>
                  <a:schemeClr val="bg1"/>
                </a:solidFill>
                <a:latin typeface="+mj-ea"/>
                <a:ea typeface="+mj-ea"/>
              </a:rPr>
              <a:t>+</a:t>
            </a:r>
            <a:r>
              <a:rPr lang="zh-CN" altLang="en-US" sz="2800" b="1" kern="100" dirty="0" smtClean="0">
                <a:solidFill>
                  <a:schemeClr val="bg1"/>
                </a:solidFill>
                <a:latin typeface="+mj-ea"/>
                <a:ea typeface="+mj-ea"/>
              </a:rPr>
              <a:t>项目经验</a:t>
            </a:r>
            <a:r>
              <a:rPr lang="en-US" altLang="zh-CN" sz="2800" b="1" kern="100" dirty="0" smtClean="0">
                <a:solidFill>
                  <a:schemeClr val="bg1"/>
                </a:solidFill>
                <a:latin typeface="+mj-ea"/>
                <a:ea typeface="+mj-ea"/>
              </a:rPr>
              <a:t>+</a:t>
            </a:r>
            <a:r>
              <a:rPr lang="zh-CN" altLang="en-US" sz="2800" b="1" kern="100" dirty="0" smtClean="0">
                <a:solidFill>
                  <a:schemeClr val="bg1"/>
                </a:solidFill>
                <a:latin typeface="+mj-ea"/>
                <a:ea typeface="+mj-ea"/>
              </a:rPr>
              <a:t>管理实践 </a:t>
            </a:r>
            <a:r>
              <a:rPr lang="zh-CN" altLang="en-US" sz="1600" kern="100" dirty="0" smtClean="0">
                <a:solidFill>
                  <a:schemeClr val="bg1"/>
                </a:solidFill>
              </a:rPr>
              <a:t>三方面能力的训练，对日后工作加分</a:t>
            </a:r>
            <a:endParaRPr lang="en-US" altLang="zh-CN" sz="1600" kern="100" dirty="0" smtClean="0">
              <a:solidFill>
                <a:schemeClr val="bg1"/>
              </a:solidFill>
            </a:endParaRPr>
          </a:p>
          <a:p>
            <a:pPr lvl="1">
              <a:lnSpc>
                <a:spcPct val="153000"/>
              </a:lnSpc>
            </a:pPr>
            <a:r>
              <a:rPr lang="zh-CN" altLang="en-US" sz="1600" kern="100" dirty="0" smtClean="0">
                <a:solidFill>
                  <a:schemeClr val="bg1"/>
                </a:solidFill>
              </a:rPr>
              <a:t>当有人询问专业问题时，我可以很快对答，或者能很快查找到，给予答复</a:t>
            </a:r>
            <a:endParaRPr lang="en-US" altLang="zh-CN" sz="1600" kern="100" dirty="0" smtClean="0">
              <a:solidFill>
                <a:schemeClr val="bg1"/>
              </a:solidFill>
            </a:endParaRPr>
          </a:p>
          <a:p>
            <a:pPr lvl="1">
              <a:lnSpc>
                <a:spcPct val="153000"/>
              </a:lnSpc>
            </a:pPr>
            <a:r>
              <a:rPr lang="zh-CN" altLang="en-US" sz="1600" kern="100" dirty="0" smtClean="0">
                <a:solidFill>
                  <a:schemeClr val="bg1"/>
                </a:solidFill>
              </a:rPr>
              <a:t>当公司要推行一个项目时，我马上有了清晰的思路，知道下一步要做些什么</a:t>
            </a:r>
            <a:endParaRPr lang="en-US" altLang="zh-CN" sz="1600" kern="100" dirty="0" smtClean="0">
              <a:solidFill>
                <a:schemeClr val="bg1"/>
              </a:solidFill>
            </a:endParaRPr>
          </a:p>
          <a:p>
            <a:pPr lvl="1">
              <a:lnSpc>
                <a:spcPct val="153000"/>
              </a:lnSpc>
            </a:pPr>
            <a:r>
              <a:rPr lang="zh-CN" altLang="en-US" sz="1600" kern="100" dirty="0" smtClean="0">
                <a:solidFill>
                  <a:schemeClr val="bg1"/>
                </a:solidFill>
              </a:rPr>
              <a:t>当被迫进入管理岗位时，我开始模仿以前老板、其他部门老板、总经理的做法，并继续实践和观察学习，调整做法以适应当时的环境</a:t>
            </a:r>
          </a:p>
          <a:p>
            <a:pPr algn="just">
              <a:lnSpc>
                <a:spcPct val="155000"/>
              </a:lnSpc>
            </a:pPr>
            <a:endParaRPr lang="en-US" altLang="zh-CN" sz="2800" kern="100" dirty="0" smtClean="0">
              <a:solidFill>
                <a:schemeClr val="bg1"/>
              </a:solidFill>
            </a:endParaRPr>
          </a:p>
          <a:p>
            <a:pPr algn="just">
              <a:lnSpc>
                <a:spcPct val="155000"/>
              </a:lnSpc>
            </a:pPr>
            <a:endParaRPr lang="en-US" altLang="zh-CN" sz="2800" b="1" kern="100" dirty="0" smtClean="0">
              <a:solidFill>
                <a:schemeClr val="bg1"/>
              </a:solidFill>
              <a:latin typeface="+mj-ea"/>
              <a:ea typeface="+mj-ea"/>
            </a:endParaRPr>
          </a:p>
          <a:p>
            <a:pPr>
              <a:lnSpc>
                <a:spcPct val="155000"/>
              </a:lnSpc>
            </a:pPr>
            <a:endParaRPr lang="zh-CN" altLang="en-US" sz="3600" b="1" dirty="0">
              <a:solidFill>
                <a:schemeClr val="bg1"/>
              </a:solidFill>
              <a:latin typeface="+mj-ea"/>
              <a:ea typeface="+mj-ea"/>
            </a:endParaRPr>
          </a:p>
        </p:txBody>
      </p:sp>
      <p:sp>
        <p:nvSpPr>
          <p:cNvPr id="29" name="矩形 28"/>
          <p:cNvSpPr/>
          <p:nvPr/>
        </p:nvSpPr>
        <p:spPr>
          <a:xfrm flipH="1">
            <a:off x="1631504" y="3573016"/>
            <a:ext cx="72008"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4704"/>
            <a:ext cx="12192000"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endParaRPr>
          </a:p>
        </p:txBody>
      </p:sp>
      <p:sp>
        <p:nvSpPr>
          <p:cNvPr id="3" name="矩形 2"/>
          <p:cNvSpPr/>
          <p:nvPr/>
        </p:nvSpPr>
        <p:spPr>
          <a:xfrm>
            <a:off x="1199456" y="476672"/>
            <a:ext cx="2664296" cy="115212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latin typeface="+mj-ea"/>
                <a:ea typeface="+mj-ea"/>
              </a:rPr>
              <a:t>  对换岗或转行</a:t>
            </a:r>
            <a:endParaRPr lang="en-US" altLang="zh-CN" sz="3600" b="1" dirty="0" smtClean="0">
              <a:solidFill>
                <a:schemeClr val="bg1"/>
              </a:solidFill>
              <a:latin typeface="+mj-ea"/>
              <a:ea typeface="+mj-ea"/>
            </a:endParaRPr>
          </a:p>
        </p:txBody>
      </p:sp>
      <p:sp>
        <p:nvSpPr>
          <p:cNvPr id="5" name="直角三角形 4"/>
          <p:cNvSpPr/>
          <p:nvPr/>
        </p:nvSpPr>
        <p:spPr>
          <a:xfrm flipH="1">
            <a:off x="911424" y="476672"/>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角三角形 7"/>
          <p:cNvSpPr/>
          <p:nvPr/>
        </p:nvSpPr>
        <p:spPr>
          <a:xfrm flipH="1" flipV="1">
            <a:off x="911424" y="1340768"/>
            <a:ext cx="288032" cy="288032"/>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p:nvSpPr>
        <p:spPr>
          <a:xfrm rot="10800000">
            <a:off x="1271464" y="2060848"/>
            <a:ext cx="10297144" cy="4392488"/>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467091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2669097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670919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664096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855362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151928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522636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81220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374353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370707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4077786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4448494 w 10009112"/>
              <a:gd name="connsiteY9" fmla="*/ 4574402 h 5471343"/>
              <a:gd name="connsiteX10" fmla="*/ 2817380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262229 w 10009112"/>
              <a:gd name="connsiteY9" fmla="*/ 4574402 h 5471343"/>
              <a:gd name="connsiteX10" fmla="*/ 2817380 w 10009112"/>
              <a:gd name="connsiteY10" fmla="*/ 5471343 h 5471343"/>
              <a:gd name="connsiteX11" fmla="*/ 2075964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 name="connsiteX0" fmla="*/ 0 w 10009112"/>
              <a:gd name="connsiteY0" fmla="*/ 0 h 5471343"/>
              <a:gd name="connsiteX1" fmla="*/ 1668186 w 10009112"/>
              <a:gd name="connsiteY1" fmla="*/ 0 h 5471343"/>
              <a:gd name="connsiteX2" fmla="*/ 1668186 w 10009112"/>
              <a:gd name="connsiteY2" fmla="*/ 0 h 5471343"/>
              <a:gd name="connsiteX3" fmla="*/ 4170464 w 10009112"/>
              <a:gd name="connsiteY3" fmla="*/ 0 h 5471343"/>
              <a:gd name="connsiteX4" fmla="*/ 10009112 w 10009112"/>
              <a:gd name="connsiteY4" fmla="*/ 0 h 5471343"/>
              <a:gd name="connsiteX5" fmla="*/ 10009112 w 10009112"/>
              <a:gd name="connsiteY5" fmla="*/ 2646294 h 5471343"/>
              <a:gd name="connsiteX6" fmla="*/ 10009112 w 10009112"/>
              <a:gd name="connsiteY6" fmla="*/ 2646294 h 5471343"/>
              <a:gd name="connsiteX7" fmla="*/ 10009112 w 10009112"/>
              <a:gd name="connsiteY7" fmla="*/ 3780420 h 5471343"/>
              <a:gd name="connsiteX8" fmla="*/ 10009112 w 10009112"/>
              <a:gd name="connsiteY8" fmla="*/ 4536504 h 5471343"/>
              <a:gd name="connsiteX9" fmla="*/ 3262229 w 10009112"/>
              <a:gd name="connsiteY9" fmla="*/ 4574402 h 5471343"/>
              <a:gd name="connsiteX10" fmla="*/ 2817380 w 10009112"/>
              <a:gd name="connsiteY10" fmla="*/ 5471343 h 5471343"/>
              <a:gd name="connsiteX11" fmla="*/ 2298389 w 10009112"/>
              <a:gd name="connsiteY11" fmla="*/ 4574402 h 5471343"/>
              <a:gd name="connsiteX12" fmla="*/ 0 w 10009112"/>
              <a:gd name="connsiteY12" fmla="*/ 4536504 h 5471343"/>
              <a:gd name="connsiteX13" fmla="*/ 0 w 10009112"/>
              <a:gd name="connsiteY13" fmla="*/ 3780420 h 5471343"/>
              <a:gd name="connsiteX14" fmla="*/ 0 w 10009112"/>
              <a:gd name="connsiteY14" fmla="*/ 2646294 h 5471343"/>
              <a:gd name="connsiteX15" fmla="*/ 0 w 10009112"/>
              <a:gd name="connsiteY15" fmla="*/ 2646294 h 5471343"/>
              <a:gd name="connsiteX16" fmla="*/ 0 w 10009112"/>
              <a:gd name="connsiteY16" fmla="*/ 0 h 547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471343">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3262229" y="4574402"/>
                </a:lnTo>
                <a:lnTo>
                  <a:pt x="2817380" y="5471343"/>
                </a:lnTo>
                <a:lnTo>
                  <a:pt x="2298389"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22" name="TextBox 21"/>
          <p:cNvSpPr txBox="1"/>
          <p:nvPr/>
        </p:nvSpPr>
        <p:spPr>
          <a:xfrm>
            <a:off x="1487488" y="548680"/>
            <a:ext cx="864096" cy="369332"/>
          </a:xfrm>
          <a:prstGeom prst="rect">
            <a:avLst/>
          </a:prstGeom>
          <a:noFill/>
        </p:spPr>
        <p:txBody>
          <a:bodyPr wrap="square" rtlCol="0">
            <a:spAutoFit/>
          </a:bodyPr>
          <a:lstStyle/>
          <a:p>
            <a:r>
              <a:rPr lang="zh-CN" altLang="en-US" dirty="0" smtClean="0">
                <a:solidFill>
                  <a:schemeClr val="bg1"/>
                </a:solidFill>
                <a:latin typeface="+mj-ea"/>
                <a:ea typeface="+mj-ea"/>
              </a:rPr>
              <a:t>作用</a:t>
            </a:r>
            <a:endParaRPr lang="zh-CN" altLang="en-US" dirty="0">
              <a:solidFill>
                <a:schemeClr val="bg1"/>
              </a:solidFill>
              <a:latin typeface="+mj-ea"/>
              <a:ea typeface="+mj-ea"/>
            </a:endParaRPr>
          </a:p>
        </p:txBody>
      </p:sp>
      <p:sp>
        <p:nvSpPr>
          <p:cNvPr id="24" name="矩形 23"/>
          <p:cNvSpPr/>
          <p:nvPr/>
        </p:nvSpPr>
        <p:spPr>
          <a:xfrm>
            <a:off x="1343472" y="584684"/>
            <a:ext cx="2376264" cy="936104"/>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42"/>
          <p:cNvGrpSpPr/>
          <p:nvPr/>
        </p:nvGrpSpPr>
        <p:grpSpPr>
          <a:xfrm>
            <a:off x="10056440" y="764704"/>
            <a:ext cx="1512168" cy="1152128"/>
            <a:chOff x="10056440" y="764704"/>
            <a:chExt cx="1512168" cy="1152128"/>
          </a:xfrm>
        </p:grpSpPr>
        <p:sp>
          <p:nvSpPr>
            <p:cNvPr id="44" name="矩形 43"/>
            <p:cNvSpPr/>
            <p:nvPr/>
          </p:nvSpPr>
          <p:spPr>
            <a:xfrm>
              <a:off x="10056440" y="764704"/>
              <a:ext cx="1512168"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C00000"/>
                  </a:solidFill>
                  <a:latin typeface="+mj-ea"/>
                  <a:ea typeface="+mj-ea"/>
                </a:rPr>
                <a:t>岗位学习</a:t>
              </a:r>
              <a:endParaRPr lang="zh-CN" altLang="en-US" sz="2000" b="1" dirty="0">
                <a:solidFill>
                  <a:srgbClr val="C00000"/>
                </a:solidFill>
                <a:latin typeface="+mj-ea"/>
                <a:ea typeface="+mj-ea"/>
              </a:endParaRPr>
            </a:p>
          </p:txBody>
        </p:sp>
        <p:sp>
          <p:nvSpPr>
            <p:cNvPr id="45" name="矩形 44"/>
            <p:cNvSpPr/>
            <p:nvPr/>
          </p:nvSpPr>
          <p:spPr>
            <a:xfrm>
              <a:off x="10056440" y="1340768"/>
              <a:ext cx="1512168" cy="57606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mj-ea"/>
                  <a:ea typeface="+mj-ea"/>
                </a:rPr>
                <a:t>专业学习</a:t>
              </a:r>
              <a:endParaRPr lang="zh-CN" altLang="en-US" sz="2000" b="1" dirty="0">
                <a:solidFill>
                  <a:schemeClr val="bg1"/>
                </a:solidFill>
                <a:latin typeface="+mj-ea"/>
                <a:ea typeface="+mj-ea"/>
              </a:endParaRPr>
            </a:p>
          </p:txBody>
        </p:sp>
      </p:grpSp>
      <p:sp>
        <p:nvSpPr>
          <p:cNvPr id="27" name="TextBox 26"/>
          <p:cNvSpPr txBox="1"/>
          <p:nvPr/>
        </p:nvSpPr>
        <p:spPr>
          <a:xfrm>
            <a:off x="1271464" y="3284984"/>
            <a:ext cx="10009112" cy="4818820"/>
          </a:xfrm>
          <a:prstGeom prst="rect">
            <a:avLst/>
          </a:prstGeom>
          <a:noFill/>
        </p:spPr>
        <p:txBody>
          <a:bodyPr wrap="square" rtlCol="0">
            <a:spAutoFit/>
          </a:bodyPr>
          <a:lstStyle/>
          <a:p>
            <a:pPr marL="565200" algn="just"/>
            <a:r>
              <a:rPr lang="en-US" altLang="zh-CN" sz="3600" b="1" kern="100" dirty="0" smtClean="0">
                <a:solidFill>
                  <a:schemeClr val="bg1"/>
                </a:solidFill>
                <a:latin typeface="Cambria"/>
              </a:rPr>
              <a:t>“</a:t>
            </a:r>
            <a:r>
              <a:rPr lang="en-US" altLang="zh-CN" sz="2800" b="1" kern="100" dirty="0" smtClean="0">
                <a:solidFill>
                  <a:schemeClr val="bg1"/>
                </a:solidFill>
                <a:latin typeface="Cambria"/>
              </a:rPr>
              <a:t> </a:t>
            </a:r>
            <a:r>
              <a:rPr lang="zh-CN" altLang="en-US" sz="2800" b="1" kern="100" dirty="0" smtClean="0">
                <a:solidFill>
                  <a:schemeClr val="bg1"/>
                </a:solidFill>
                <a:latin typeface="+mj-ea"/>
                <a:ea typeface="+mj-ea"/>
              </a:rPr>
              <a:t>别人奇怪为什么我在新领域学得快，其实，我的大脑不过在调用过去已经熟练掌握的重复性框架 </a:t>
            </a:r>
            <a:r>
              <a:rPr lang="zh-CN" altLang="en-US" sz="3600" b="1" kern="100" dirty="0" smtClean="0">
                <a:solidFill>
                  <a:schemeClr val="bg1"/>
                </a:solidFill>
                <a:latin typeface="Cambria"/>
              </a:rPr>
              <a:t>”</a:t>
            </a:r>
            <a:endParaRPr lang="en-US" altLang="zh-CN" sz="3600" b="1" kern="100" dirty="0" smtClean="0">
              <a:solidFill>
                <a:schemeClr val="bg1"/>
              </a:solidFill>
              <a:latin typeface="Cambria"/>
            </a:endParaRPr>
          </a:p>
          <a:p>
            <a:pPr marL="565200" lvl="4">
              <a:lnSpc>
                <a:spcPct val="133000"/>
              </a:lnSpc>
            </a:pPr>
            <a:endParaRPr lang="en-US" altLang="zh-CN" sz="600" kern="100" dirty="0" smtClean="0">
              <a:solidFill>
                <a:schemeClr val="bg1"/>
              </a:solidFill>
            </a:endParaRPr>
          </a:p>
          <a:p>
            <a:pPr marL="914400" lvl="4">
              <a:lnSpc>
                <a:spcPct val="133000"/>
              </a:lnSpc>
            </a:pPr>
            <a:r>
              <a:rPr lang="zh-CN" altLang="en-US" sz="1600" kern="100" dirty="0" smtClean="0">
                <a:solidFill>
                  <a:schemeClr val="bg1"/>
                </a:solidFill>
              </a:rPr>
              <a:t>我曾经有过转岗的经验，虽然工作内容不同，但用在原来岗位训练的做事方式和思维方法，能快速了解新岗位，并取得还不错的业绩</a:t>
            </a:r>
            <a:endParaRPr lang="en-US" altLang="zh-CN" sz="1600" kern="100" dirty="0" smtClean="0">
              <a:solidFill>
                <a:schemeClr val="bg1"/>
              </a:solidFill>
            </a:endParaRPr>
          </a:p>
          <a:p>
            <a:pPr marL="914400" lvl="4">
              <a:lnSpc>
                <a:spcPct val="133000"/>
              </a:lnSpc>
            </a:pPr>
            <a:r>
              <a:rPr lang="zh-CN" altLang="en-US" sz="1600" kern="100" dirty="0" smtClean="0">
                <a:solidFill>
                  <a:schemeClr val="bg1"/>
                </a:solidFill>
              </a:rPr>
              <a:t>虽然我现在决定转行，但是我相信之前的积累一定会给我以后的职业生涯加分，我可以用类似的框架更快进入新的轨道。</a:t>
            </a:r>
            <a:endParaRPr lang="en-US" altLang="zh-CN" sz="1600" kern="100" dirty="0" smtClean="0">
              <a:solidFill>
                <a:schemeClr val="bg1"/>
              </a:solidFill>
            </a:endParaRPr>
          </a:p>
          <a:p>
            <a:pPr lvl="1">
              <a:lnSpc>
                <a:spcPct val="153000"/>
              </a:lnSpc>
            </a:pPr>
            <a:endParaRPr lang="en-US" altLang="zh-CN" sz="2800" kern="100" dirty="0" smtClean="0">
              <a:solidFill>
                <a:schemeClr val="bg1"/>
              </a:solidFill>
            </a:endParaRPr>
          </a:p>
          <a:p>
            <a:pPr algn="just">
              <a:lnSpc>
                <a:spcPct val="155000"/>
              </a:lnSpc>
            </a:pPr>
            <a:endParaRPr lang="en-US" altLang="zh-CN" sz="2800" b="1" kern="100" dirty="0" smtClean="0">
              <a:solidFill>
                <a:schemeClr val="bg1"/>
              </a:solidFill>
              <a:latin typeface="+mj-ea"/>
              <a:ea typeface="+mj-ea"/>
            </a:endParaRPr>
          </a:p>
          <a:p>
            <a:pPr>
              <a:lnSpc>
                <a:spcPct val="155000"/>
              </a:lnSpc>
            </a:pPr>
            <a:endParaRPr lang="zh-CN" altLang="en-US" sz="3600" b="1" dirty="0">
              <a:solidFill>
                <a:schemeClr val="bg1"/>
              </a:solidFill>
              <a:latin typeface="+mj-ea"/>
              <a:ea typeface="+mj-ea"/>
            </a:endParaRPr>
          </a:p>
        </p:txBody>
      </p:sp>
      <p:sp>
        <p:nvSpPr>
          <p:cNvPr id="29" name="矩形 28"/>
          <p:cNvSpPr/>
          <p:nvPr/>
        </p:nvSpPr>
        <p:spPr>
          <a:xfrm flipH="1">
            <a:off x="1703512" y="3501008"/>
            <a:ext cx="72008"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
          <p:cNvGrpSpPr/>
          <p:nvPr/>
        </p:nvGrpSpPr>
        <p:grpSpPr>
          <a:xfrm>
            <a:off x="1271464" y="1340768"/>
            <a:ext cx="9721080" cy="4176464"/>
            <a:chOff x="1271464" y="2276872"/>
            <a:chExt cx="9721080" cy="4176464"/>
          </a:xfrm>
        </p:grpSpPr>
        <p:sp>
          <p:nvSpPr>
            <p:cNvPr id="5" name="任意多边形 4"/>
            <p:cNvSpPr/>
            <p:nvPr/>
          </p:nvSpPr>
          <p:spPr>
            <a:xfrm rot="10800000">
              <a:off x="1271464" y="2276872"/>
              <a:ext cx="9721080" cy="4176464"/>
            </a:xfrm>
            <a:custGeom>
              <a:avLst/>
              <a:gdLst>
                <a:gd name="connsiteX0" fmla="*/ 0 w 10009112"/>
                <a:gd name="connsiteY0" fmla="*/ 0 h 4536504"/>
                <a:gd name="connsiteX1" fmla="*/ 1668186 w 10009112"/>
                <a:gd name="connsiteY1" fmla="*/ 0 h 4536504"/>
                <a:gd name="connsiteX2" fmla="*/ 1668186 w 10009112"/>
                <a:gd name="connsiteY2" fmla="*/ 0 h 4536504"/>
                <a:gd name="connsiteX3" fmla="*/ 4170464 w 10009112"/>
                <a:gd name="connsiteY3" fmla="*/ 0 h 4536504"/>
                <a:gd name="connsiteX4" fmla="*/ 10009112 w 10009112"/>
                <a:gd name="connsiteY4" fmla="*/ 0 h 4536504"/>
                <a:gd name="connsiteX5" fmla="*/ 10009112 w 10009112"/>
                <a:gd name="connsiteY5" fmla="*/ 2646294 h 4536504"/>
                <a:gd name="connsiteX6" fmla="*/ 10009112 w 10009112"/>
                <a:gd name="connsiteY6" fmla="*/ 2646294 h 4536504"/>
                <a:gd name="connsiteX7" fmla="*/ 10009112 w 10009112"/>
                <a:gd name="connsiteY7" fmla="*/ 3780420 h 4536504"/>
                <a:gd name="connsiteX8" fmla="*/ 10009112 w 10009112"/>
                <a:gd name="connsiteY8" fmla="*/ 4536504 h 4536504"/>
                <a:gd name="connsiteX9" fmla="*/ 4170464 w 10009112"/>
                <a:gd name="connsiteY9" fmla="*/ 4536504 h 4536504"/>
                <a:gd name="connsiteX10" fmla="*/ 2919358 w 10009112"/>
                <a:gd name="connsiteY10" fmla="*/ 5103567 h 4536504"/>
                <a:gd name="connsiteX11" fmla="*/ 1668186 w 10009112"/>
                <a:gd name="connsiteY11" fmla="*/ 4536504 h 4536504"/>
                <a:gd name="connsiteX12" fmla="*/ 0 w 10009112"/>
                <a:gd name="connsiteY12" fmla="*/ 4536504 h 4536504"/>
                <a:gd name="connsiteX13" fmla="*/ 0 w 10009112"/>
                <a:gd name="connsiteY13" fmla="*/ 3780420 h 4536504"/>
                <a:gd name="connsiteX14" fmla="*/ 0 w 10009112"/>
                <a:gd name="connsiteY14" fmla="*/ 2646294 h 4536504"/>
                <a:gd name="connsiteX15" fmla="*/ 0 w 10009112"/>
                <a:gd name="connsiteY15" fmla="*/ 2646294 h 4536504"/>
                <a:gd name="connsiteX16" fmla="*/ 0 w 10009112"/>
                <a:gd name="connsiteY16" fmla="*/ 0 h 4536504"/>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417046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103567"/>
                <a:gd name="connsiteX1" fmla="*/ 1668186 w 10009112"/>
                <a:gd name="connsiteY1" fmla="*/ 0 h 5103567"/>
                <a:gd name="connsiteX2" fmla="*/ 1668186 w 10009112"/>
                <a:gd name="connsiteY2" fmla="*/ 0 h 5103567"/>
                <a:gd name="connsiteX3" fmla="*/ 4170464 w 10009112"/>
                <a:gd name="connsiteY3" fmla="*/ 0 h 5103567"/>
                <a:gd name="connsiteX4" fmla="*/ 10009112 w 10009112"/>
                <a:gd name="connsiteY4" fmla="*/ 0 h 5103567"/>
                <a:gd name="connsiteX5" fmla="*/ 10009112 w 10009112"/>
                <a:gd name="connsiteY5" fmla="*/ 2646294 h 5103567"/>
                <a:gd name="connsiteX6" fmla="*/ 10009112 w 10009112"/>
                <a:gd name="connsiteY6" fmla="*/ 2646294 h 5103567"/>
                <a:gd name="connsiteX7" fmla="*/ 10009112 w 10009112"/>
                <a:gd name="connsiteY7" fmla="*/ 3780420 h 5103567"/>
                <a:gd name="connsiteX8" fmla="*/ 10009112 w 10009112"/>
                <a:gd name="connsiteY8" fmla="*/ 4536504 h 5103567"/>
                <a:gd name="connsiteX9" fmla="*/ 3096344 w 10009112"/>
                <a:gd name="connsiteY9" fmla="*/ 4536504 h 5103567"/>
                <a:gd name="connsiteX10" fmla="*/ 2919358 w 10009112"/>
                <a:gd name="connsiteY10" fmla="*/ 5103567 h 5103567"/>
                <a:gd name="connsiteX11" fmla="*/ 2304256 w 10009112"/>
                <a:gd name="connsiteY11" fmla="*/ 4608512 h 5103567"/>
                <a:gd name="connsiteX12" fmla="*/ 0 w 10009112"/>
                <a:gd name="connsiteY12" fmla="*/ 4536504 h 5103567"/>
                <a:gd name="connsiteX13" fmla="*/ 0 w 10009112"/>
                <a:gd name="connsiteY13" fmla="*/ 3780420 h 5103567"/>
                <a:gd name="connsiteX14" fmla="*/ 0 w 10009112"/>
                <a:gd name="connsiteY14" fmla="*/ 2646294 h 5103567"/>
                <a:gd name="connsiteX15" fmla="*/ 0 w 10009112"/>
                <a:gd name="connsiteY15" fmla="*/ 2646294 h 5103567"/>
                <a:gd name="connsiteX16" fmla="*/ 0 w 10009112"/>
                <a:gd name="connsiteY16" fmla="*/ 0 h 5103567"/>
                <a:gd name="connsiteX0" fmla="*/ 0 w 10009112"/>
                <a:gd name="connsiteY0" fmla="*/ 0 h 5328592"/>
                <a:gd name="connsiteX1" fmla="*/ 1668186 w 10009112"/>
                <a:gd name="connsiteY1" fmla="*/ 0 h 5328592"/>
                <a:gd name="connsiteX2" fmla="*/ 1668186 w 10009112"/>
                <a:gd name="connsiteY2" fmla="*/ 0 h 5328592"/>
                <a:gd name="connsiteX3" fmla="*/ 4170464 w 10009112"/>
                <a:gd name="connsiteY3" fmla="*/ 0 h 5328592"/>
                <a:gd name="connsiteX4" fmla="*/ 10009112 w 10009112"/>
                <a:gd name="connsiteY4" fmla="*/ 0 h 5328592"/>
                <a:gd name="connsiteX5" fmla="*/ 10009112 w 10009112"/>
                <a:gd name="connsiteY5" fmla="*/ 2646294 h 5328592"/>
                <a:gd name="connsiteX6" fmla="*/ 10009112 w 10009112"/>
                <a:gd name="connsiteY6" fmla="*/ 2646294 h 5328592"/>
                <a:gd name="connsiteX7" fmla="*/ 10009112 w 10009112"/>
                <a:gd name="connsiteY7" fmla="*/ 3780420 h 5328592"/>
                <a:gd name="connsiteX8" fmla="*/ 10009112 w 10009112"/>
                <a:gd name="connsiteY8" fmla="*/ 4536504 h 5328592"/>
                <a:gd name="connsiteX9" fmla="*/ 3096344 w 10009112"/>
                <a:gd name="connsiteY9" fmla="*/ 4536504 h 5328592"/>
                <a:gd name="connsiteX10" fmla="*/ 2592288 w 10009112"/>
                <a:gd name="connsiteY10" fmla="*/ 5328592 h 5328592"/>
                <a:gd name="connsiteX11" fmla="*/ 2304256 w 10009112"/>
                <a:gd name="connsiteY11" fmla="*/ 4608512 h 5328592"/>
                <a:gd name="connsiteX12" fmla="*/ 0 w 10009112"/>
                <a:gd name="connsiteY12" fmla="*/ 4536504 h 5328592"/>
                <a:gd name="connsiteX13" fmla="*/ 0 w 10009112"/>
                <a:gd name="connsiteY13" fmla="*/ 3780420 h 5328592"/>
                <a:gd name="connsiteX14" fmla="*/ 0 w 10009112"/>
                <a:gd name="connsiteY14" fmla="*/ 2646294 h 5328592"/>
                <a:gd name="connsiteX15" fmla="*/ 0 w 10009112"/>
                <a:gd name="connsiteY15" fmla="*/ 2646294 h 5328592"/>
                <a:gd name="connsiteX16" fmla="*/ 0 w 10009112"/>
                <a:gd name="connsiteY16" fmla="*/ 0 h 5328592"/>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3096344 w 10009112"/>
                <a:gd name="connsiteY9" fmla="*/ 4536504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400599"/>
                <a:gd name="connsiteX1" fmla="*/ 1668186 w 10009112"/>
                <a:gd name="connsiteY1" fmla="*/ 0 h 5400599"/>
                <a:gd name="connsiteX2" fmla="*/ 1668186 w 10009112"/>
                <a:gd name="connsiteY2" fmla="*/ 0 h 5400599"/>
                <a:gd name="connsiteX3" fmla="*/ 4170464 w 10009112"/>
                <a:gd name="connsiteY3" fmla="*/ 0 h 5400599"/>
                <a:gd name="connsiteX4" fmla="*/ 10009112 w 10009112"/>
                <a:gd name="connsiteY4" fmla="*/ 0 h 5400599"/>
                <a:gd name="connsiteX5" fmla="*/ 10009112 w 10009112"/>
                <a:gd name="connsiteY5" fmla="*/ 2646294 h 5400599"/>
                <a:gd name="connsiteX6" fmla="*/ 10009112 w 10009112"/>
                <a:gd name="connsiteY6" fmla="*/ 2646294 h 5400599"/>
                <a:gd name="connsiteX7" fmla="*/ 10009112 w 10009112"/>
                <a:gd name="connsiteY7" fmla="*/ 3780420 h 5400599"/>
                <a:gd name="connsiteX8" fmla="*/ 10009112 w 10009112"/>
                <a:gd name="connsiteY8" fmla="*/ 4536504 h 5400599"/>
                <a:gd name="connsiteX9" fmla="*/ 2952328 w 10009112"/>
                <a:gd name="connsiteY9" fmla="*/ 4536503 h 5400599"/>
                <a:gd name="connsiteX10" fmla="*/ 2736304 w 10009112"/>
                <a:gd name="connsiteY10" fmla="*/ 5400599 h 5400599"/>
                <a:gd name="connsiteX11" fmla="*/ 2304256 w 10009112"/>
                <a:gd name="connsiteY11" fmla="*/ 4608512 h 5400599"/>
                <a:gd name="connsiteX12" fmla="*/ 0 w 10009112"/>
                <a:gd name="connsiteY12" fmla="*/ 4536504 h 5400599"/>
                <a:gd name="connsiteX13" fmla="*/ 0 w 10009112"/>
                <a:gd name="connsiteY13" fmla="*/ 3780420 h 5400599"/>
                <a:gd name="connsiteX14" fmla="*/ 0 w 10009112"/>
                <a:gd name="connsiteY14" fmla="*/ 2646294 h 5400599"/>
                <a:gd name="connsiteX15" fmla="*/ 0 w 10009112"/>
                <a:gd name="connsiteY15" fmla="*/ 2646294 h 5400599"/>
                <a:gd name="connsiteX16" fmla="*/ 0 w 10009112"/>
                <a:gd name="connsiteY16" fmla="*/ 0 h 5400599"/>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664296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2952328 w 10009112"/>
                <a:gd name="connsiteY9" fmla="*/ 4536503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112567"/>
                <a:gd name="connsiteX1" fmla="*/ 1668186 w 10009112"/>
                <a:gd name="connsiteY1" fmla="*/ 0 h 5112567"/>
                <a:gd name="connsiteX2" fmla="*/ 1668186 w 10009112"/>
                <a:gd name="connsiteY2" fmla="*/ 0 h 5112567"/>
                <a:gd name="connsiteX3" fmla="*/ 4170464 w 10009112"/>
                <a:gd name="connsiteY3" fmla="*/ 0 h 5112567"/>
                <a:gd name="connsiteX4" fmla="*/ 10009112 w 10009112"/>
                <a:gd name="connsiteY4" fmla="*/ 0 h 5112567"/>
                <a:gd name="connsiteX5" fmla="*/ 10009112 w 10009112"/>
                <a:gd name="connsiteY5" fmla="*/ 2646294 h 5112567"/>
                <a:gd name="connsiteX6" fmla="*/ 10009112 w 10009112"/>
                <a:gd name="connsiteY6" fmla="*/ 2646294 h 5112567"/>
                <a:gd name="connsiteX7" fmla="*/ 10009112 w 10009112"/>
                <a:gd name="connsiteY7" fmla="*/ 3780420 h 5112567"/>
                <a:gd name="connsiteX8" fmla="*/ 10009112 w 10009112"/>
                <a:gd name="connsiteY8" fmla="*/ 4536504 h 5112567"/>
                <a:gd name="connsiteX9" fmla="*/ 3262229 w 10009112"/>
                <a:gd name="connsiteY9" fmla="*/ 4484708 h 5112567"/>
                <a:gd name="connsiteX10" fmla="*/ 2592288 w 10009112"/>
                <a:gd name="connsiteY10" fmla="*/ 5112567 h 5112567"/>
                <a:gd name="connsiteX11" fmla="*/ 2304256 w 10009112"/>
                <a:gd name="connsiteY11" fmla="*/ 4608512 h 5112567"/>
                <a:gd name="connsiteX12" fmla="*/ 0 w 10009112"/>
                <a:gd name="connsiteY12" fmla="*/ 4536504 h 5112567"/>
                <a:gd name="connsiteX13" fmla="*/ 0 w 10009112"/>
                <a:gd name="connsiteY13" fmla="*/ 3780420 h 5112567"/>
                <a:gd name="connsiteX14" fmla="*/ 0 w 10009112"/>
                <a:gd name="connsiteY14" fmla="*/ 2646294 h 5112567"/>
                <a:gd name="connsiteX15" fmla="*/ 0 w 10009112"/>
                <a:gd name="connsiteY15" fmla="*/ 2646294 h 5112567"/>
                <a:gd name="connsiteX16" fmla="*/ 0 w 10009112"/>
                <a:gd name="connsiteY16" fmla="*/ 0 h 5112567"/>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304256 w 10009112"/>
                <a:gd name="connsiteY11" fmla="*/ 460851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20813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484708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113946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891521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594955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664096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743238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484708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 name="connsiteX0" fmla="*/ 0 w 10009112"/>
                <a:gd name="connsiteY0" fmla="*/ 0 h 5202261"/>
                <a:gd name="connsiteX1" fmla="*/ 1668186 w 10009112"/>
                <a:gd name="connsiteY1" fmla="*/ 0 h 5202261"/>
                <a:gd name="connsiteX2" fmla="*/ 1668186 w 10009112"/>
                <a:gd name="connsiteY2" fmla="*/ 0 h 5202261"/>
                <a:gd name="connsiteX3" fmla="*/ 4170464 w 10009112"/>
                <a:gd name="connsiteY3" fmla="*/ 0 h 5202261"/>
                <a:gd name="connsiteX4" fmla="*/ 10009112 w 10009112"/>
                <a:gd name="connsiteY4" fmla="*/ 0 h 5202261"/>
                <a:gd name="connsiteX5" fmla="*/ 10009112 w 10009112"/>
                <a:gd name="connsiteY5" fmla="*/ 2646294 h 5202261"/>
                <a:gd name="connsiteX6" fmla="*/ 10009112 w 10009112"/>
                <a:gd name="connsiteY6" fmla="*/ 2646294 h 5202261"/>
                <a:gd name="connsiteX7" fmla="*/ 10009112 w 10009112"/>
                <a:gd name="connsiteY7" fmla="*/ 3780420 h 5202261"/>
                <a:gd name="connsiteX8" fmla="*/ 10009112 w 10009112"/>
                <a:gd name="connsiteY8" fmla="*/ 4536504 h 5202261"/>
                <a:gd name="connsiteX9" fmla="*/ 3262229 w 10009112"/>
                <a:gd name="connsiteY9" fmla="*/ 4574402 h 5202261"/>
                <a:gd name="connsiteX10" fmla="*/ 2965663 w 10009112"/>
                <a:gd name="connsiteY10" fmla="*/ 5202261 h 5202261"/>
                <a:gd name="connsiteX11" fmla="*/ 2669097 w 10009112"/>
                <a:gd name="connsiteY11" fmla="*/ 4574402 h 5202261"/>
                <a:gd name="connsiteX12" fmla="*/ 0 w 10009112"/>
                <a:gd name="connsiteY12" fmla="*/ 4536504 h 5202261"/>
                <a:gd name="connsiteX13" fmla="*/ 0 w 10009112"/>
                <a:gd name="connsiteY13" fmla="*/ 3780420 h 5202261"/>
                <a:gd name="connsiteX14" fmla="*/ 0 w 10009112"/>
                <a:gd name="connsiteY14" fmla="*/ 2646294 h 5202261"/>
                <a:gd name="connsiteX15" fmla="*/ 0 w 10009112"/>
                <a:gd name="connsiteY15" fmla="*/ 2646294 h 5202261"/>
                <a:gd name="connsiteX16" fmla="*/ 0 w 10009112"/>
                <a:gd name="connsiteY16" fmla="*/ 0 h 5202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9112" h="5202261">
                  <a:moveTo>
                    <a:pt x="0" y="0"/>
                  </a:moveTo>
                  <a:lnTo>
                    <a:pt x="1668186" y="0"/>
                  </a:lnTo>
                  <a:lnTo>
                    <a:pt x="1668186" y="0"/>
                  </a:lnTo>
                  <a:lnTo>
                    <a:pt x="4170464" y="0"/>
                  </a:lnTo>
                  <a:lnTo>
                    <a:pt x="10009112" y="0"/>
                  </a:lnTo>
                  <a:lnTo>
                    <a:pt x="10009112" y="2646294"/>
                  </a:lnTo>
                  <a:lnTo>
                    <a:pt x="10009112" y="2646294"/>
                  </a:lnTo>
                  <a:lnTo>
                    <a:pt x="10009112" y="3780420"/>
                  </a:lnTo>
                  <a:lnTo>
                    <a:pt x="10009112" y="4536504"/>
                  </a:lnTo>
                  <a:lnTo>
                    <a:pt x="3262229" y="4574402"/>
                  </a:lnTo>
                  <a:lnTo>
                    <a:pt x="2965663" y="5202261"/>
                  </a:lnTo>
                  <a:lnTo>
                    <a:pt x="2669097" y="4574402"/>
                  </a:lnTo>
                  <a:lnTo>
                    <a:pt x="0" y="4536504"/>
                  </a:lnTo>
                  <a:lnTo>
                    <a:pt x="0" y="3780420"/>
                  </a:lnTo>
                  <a:lnTo>
                    <a:pt x="0" y="2646294"/>
                  </a:lnTo>
                  <a:lnTo>
                    <a:pt x="0" y="2646294"/>
                  </a:lnTo>
                  <a:lnTo>
                    <a:pt x="0" y="0"/>
                  </a:lnTo>
                  <a:close/>
                </a:path>
              </a:pathLst>
            </a:custGeom>
            <a:solidFill>
              <a:srgbClr val="C00000"/>
            </a:solidFill>
            <a:ln w="190500" cmpd="thickThi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6" name="矩形 5"/>
            <p:cNvSpPr/>
            <p:nvPr/>
          </p:nvSpPr>
          <p:spPr>
            <a:xfrm>
              <a:off x="1415480" y="2996952"/>
              <a:ext cx="9433048" cy="3240360"/>
            </a:xfrm>
            <a:prstGeom prst="rect">
              <a:avLst/>
            </a:prstGeom>
            <a:noFill/>
            <a:ln w="63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TextBox 7"/>
          <p:cNvSpPr txBox="1"/>
          <p:nvPr/>
        </p:nvSpPr>
        <p:spPr>
          <a:xfrm>
            <a:off x="3287688" y="2852936"/>
            <a:ext cx="5760640" cy="1446550"/>
          </a:xfrm>
          <a:prstGeom prst="rect">
            <a:avLst/>
          </a:prstGeom>
          <a:noFill/>
        </p:spPr>
        <p:txBody>
          <a:bodyPr wrap="square" rtlCol="0">
            <a:spAutoFit/>
          </a:bodyPr>
          <a:lstStyle/>
          <a:p>
            <a:pPr algn="ctr"/>
            <a:r>
              <a:rPr lang="en-US" altLang="zh-CN" sz="8800" b="1" dirty="0" smtClean="0">
                <a:solidFill>
                  <a:schemeClr val="bg1"/>
                </a:solidFill>
                <a:latin typeface="+mj-ea"/>
                <a:ea typeface="+mj-ea"/>
              </a:rPr>
              <a:t>THE END</a:t>
            </a:r>
            <a:endParaRPr lang="zh-CN" altLang="en-US" sz="8800" b="1" dirty="0">
              <a:solidFill>
                <a:schemeClr val="bg1"/>
              </a:solidFill>
              <a:latin typeface="+mj-ea"/>
              <a:ea typeface="+mj-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488" y="249768"/>
            <a:ext cx="9480376" cy="3107224"/>
          </a:xfrm>
          <a:prstGeom prst="rect">
            <a:avLst/>
          </a:prstGeom>
          <a:effectLst>
            <a:outerShdw blurRad="50800" dist="38100" dir="5400000" algn="t" rotWithShape="0">
              <a:prstClr val="black">
                <a:alpha val="40000"/>
              </a:prstClr>
            </a:outerShdw>
          </a:effectLst>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488" y="3573016"/>
            <a:ext cx="9480376" cy="310722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714805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10302" y="1474220"/>
            <a:ext cx="6171396" cy="341632"/>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1620" dirty="0">
                <a:solidFill>
                  <a:prstClr val="black"/>
                </a:solidFill>
                <a:latin typeface="微软雅黑" pitchFamily="34" charset="-122"/>
                <a:ea typeface="微软雅黑" pitchFamily="34" charset="-122"/>
              </a:rPr>
              <a:t>你也想免费得到出版社赠书做</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读书笔记？</a:t>
            </a:r>
          </a:p>
        </p:txBody>
      </p:sp>
      <p:sp>
        <p:nvSpPr>
          <p:cNvPr id="9" name="右箭头 8"/>
          <p:cNvSpPr/>
          <p:nvPr/>
        </p:nvSpPr>
        <p:spPr>
          <a:xfrm>
            <a:off x="4549976" y="2943657"/>
            <a:ext cx="97201" cy="180855"/>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10" name="右箭头 9"/>
          <p:cNvSpPr/>
          <p:nvPr/>
        </p:nvSpPr>
        <p:spPr>
          <a:xfrm>
            <a:off x="6040249" y="2943657"/>
            <a:ext cx="97201" cy="180855"/>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11" name="右箭头 10"/>
          <p:cNvSpPr/>
          <p:nvPr/>
        </p:nvSpPr>
        <p:spPr>
          <a:xfrm>
            <a:off x="7595462" y="2943657"/>
            <a:ext cx="97201" cy="180855"/>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12" name="TextBox 11"/>
          <p:cNvSpPr txBox="1"/>
          <p:nvPr/>
        </p:nvSpPr>
        <p:spPr>
          <a:xfrm>
            <a:off x="3082774" y="3896367"/>
            <a:ext cx="6171396" cy="1488869"/>
          </a:xfrm>
          <a:prstGeom prst="rect">
            <a:avLst/>
          </a:prstGeom>
          <a:noFill/>
          <a:effectLst/>
        </p:spPr>
        <p:txBody>
          <a:bodyPr wrap="square" rtlCol="0" anchor="ctr">
            <a:spAutoFit/>
          </a:bodyPr>
          <a:lstStyle/>
          <a:p>
            <a:pPr>
              <a:spcBef>
                <a:spcPts val="1215"/>
              </a:spcBef>
            </a:pPr>
            <a:r>
              <a:rPr lang="zh-CN" altLang="en-US" sz="1215" dirty="0">
                <a:solidFill>
                  <a:prstClr val="black"/>
                </a:solidFill>
                <a:latin typeface="微软雅黑" pitchFamily="34" charset="-122"/>
                <a:ea typeface="微软雅黑" pitchFamily="34" charset="-122"/>
              </a:rPr>
              <a:t>  友情提示：马上就去新浪微博</a:t>
            </a:r>
            <a:endParaRPr lang="en-US" altLang="zh-CN" sz="1215" dirty="0">
              <a:solidFill>
                <a:prstClr val="black"/>
              </a:solidFill>
              <a:latin typeface="微软雅黑" pitchFamily="34" charset="-122"/>
              <a:ea typeface="微软雅黑" pitchFamily="34" charset="-122"/>
            </a:endParaRPr>
          </a:p>
          <a:p>
            <a:pPr>
              <a:spcBef>
                <a:spcPts val="1215"/>
              </a:spcBef>
            </a:pPr>
            <a:r>
              <a:rPr lang="en-US" altLang="zh-CN" sz="1215" dirty="0">
                <a:solidFill>
                  <a:prstClr val="black"/>
                </a:solidFill>
                <a:latin typeface="微软雅黑" pitchFamily="34" charset="-122"/>
                <a:ea typeface="微软雅黑" pitchFamily="34" charset="-122"/>
              </a:rPr>
              <a:t>  1</a:t>
            </a:r>
            <a:r>
              <a:rPr lang="zh-CN" altLang="en-US" sz="1215" dirty="0">
                <a:solidFill>
                  <a:prstClr val="black"/>
                </a:solidFill>
                <a:latin typeface="微软雅黑" pitchFamily="34" charset="-122"/>
                <a:ea typeface="微软雅黑" pitchFamily="34" charset="-122"/>
              </a:rPr>
              <a:t>、关注</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时间卡片  ，可以看到其它学员读书</a:t>
            </a:r>
            <a:r>
              <a:rPr lang="en-US" altLang="zh-CN" sz="1215" dirty="0">
                <a:solidFill>
                  <a:prstClr val="black"/>
                </a:solidFill>
                <a:latin typeface="微软雅黑" pitchFamily="34" charset="-122"/>
                <a:ea typeface="微软雅黑" pitchFamily="34" charset="-122"/>
              </a:rPr>
              <a:t>PPT</a:t>
            </a:r>
            <a:r>
              <a:rPr lang="zh-CN" altLang="en-US" sz="1215" dirty="0">
                <a:solidFill>
                  <a:prstClr val="black"/>
                </a:solidFill>
                <a:latin typeface="微软雅黑" pitchFamily="34" charset="-122"/>
                <a:ea typeface="微软雅黑" pitchFamily="34" charset="-122"/>
              </a:rPr>
              <a:t>制作约定</a:t>
            </a:r>
            <a:endParaRPr lang="en-US" altLang="zh-CN" sz="1215" dirty="0">
              <a:solidFill>
                <a:prstClr val="black"/>
              </a:solidFill>
              <a:latin typeface="微软雅黑" pitchFamily="34" charset="-122"/>
              <a:ea typeface="微软雅黑" pitchFamily="34" charset="-122"/>
            </a:endParaRPr>
          </a:p>
          <a:p>
            <a:pPr>
              <a:spcBef>
                <a:spcPts val="810"/>
              </a:spcBef>
            </a:pPr>
            <a:r>
              <a:rPr lang="en-US" altLang="zh-CN" sz="1215" dirty="0">
                <a:solidFill>
                  <a:prstClr val="black"/>
                </a:solidFill>
                <a:latin typeface="微软雅黑" pitchFamily="34" charset="-122"/>
                <a:ea typeface="微软雅黑" pitchFamily="34" charset="-122"/>
              </a:rPr>
              <a:t>  2</a:t>
            </a:r>
            <a:r>
              <a:rPr lang="zh-CN" altLang="en-US" sz="1215" dirty="0">
                <a:solidFill>
                  <a:prstClr val="black"/>
                </a:solidFill>
                <a:latin typeface="微软雅黑" pitchFamily="34" charset="-122"/>
                <a:ea typeface="微软雅黑" pitchFamily="34" charset="-122"/>
              </a:rPr>
              <a:t>、关注</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读书笔记</a:t>
            </a:r>
            <a:r>
              <a:rPr lang="en-US" altLang="zh-CN" sz="1215" dirty="0">
                <a:solidFill>
                  <a:prstClr val="black"/>
                </a:solidFill>
                <a:latin typeface="微软雅黑" pitchFamily="34" charset="-122"/>
                <a:ea typeface="微软雅黑" pitchFamily="34" charset="-122"/>
              </a:rPr>
              <a:t>PPT</a:t>
            </a:r>
            <a:r>
              <a:rPr lang="zh-CN" altLang="en-US" sz="1215" dirty="0">
                <a:solidFill>
                  <a:prstClr val="black"/>
                </a:solidFill>
                <a:latin typeface="微软雅黑" pitchFamily="34" charset="-122"/>
                <a:ea typeface="微软雅黑" pitchFamily="34" charset="-122"/>
              </a:rPr>
              <a:t>，可以看到其它学员已经提交的读书</a:t>
            </a:r>
            <a:r>
              <a:rPr lang="en-US" altLang="zh-CN" sz="1215" dirty="0">
                <a:solidFill>
                  <a:prstClr val="black"/>
                </a:solidFill>
                <a:latin typeface="微软雅黑" pitchFamily="34" charset="-122"/>
                <a:ea typeface="微软雅黑" pitchFamily="34" charset="-122"/>
              </a:rPr>
              <a:t>PPT</a:t>
            </a:r>
          </a:p>
          <a:p>
            <a:pPr>
              <a:spcBef>
                <a:spcPts val="810"/>
              </a:spcBef>
            </a:pPr>
            <a:r>
              <a:rPr lang="en-US" altLang="zh-CN" sz="1215" dirty="0">
                <a:solidFill>
                  <a:prstClr val="black"/>
                </a:solidFill>
                <a:latin typeface="微软雅黑" pitchFamily="34" charset="-122"/>
                <a:ea typeface="微软雅黑" pitchFamily="34" charset="-122"/>
              </a:rPr>
              <a:t>  3</a:t>
            </a:r>
            <a:r>
              <a:rPr lang="zh-CN" altLang="en-US" sz="1215" dirty="0">
                <a:solidFill>
                  <a:prstClr val="black"/>
                </a:solidFill>
                <a:latin typeface="微软雅黑" pitchFamily="34" charset="-122"/>
                <a:ea typeface="微软雅黑" pitchFamily="34" charset="-122"/>
              </a:rPr>
              <a:t>、搜</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和秋叶一起学</a:t>
            </a:r>
            <a:r>
              <a:rPr lang="en-US" altLang="zh-CN" sz="1215" dirty="0">
                <a:solidFill>
                  <a:prstClr val="black"/>
                </a:solidFill>
                <a:latin typeface="微软雅黑" pitchFamily="34" charset="-122"/>
                <a:ea typeface="微软雅黑" pitchFamily="34" charset="-122"/>
              </a:rPr>
              <a:t>PPT#</a:t>
            </a:r>
            <a:r>
              <a:rPr lang="zh-CN" altLang="en-US" sz="1215" dirty="0">
                <a:solidFill>
                  <a:prstClr val="black"/>
                </a:solidFill>
                <a:latin typeface="微软雅黑" pitchFamily="34" charset="-122"/>
                <a:ea typeface="微软雅黑" pitchFamily="34" charset="-122"/>
              </a:rPr>
              <a:t>标签，可以看到其它学员已经提交的作业</a:t>
            </a:r>
            <a:r>
              <a:rPr lang="en-US" altLang="zh-CN" sz="1215" dirty="0">
                <a:solidFill>
                  <a:prstClr val="black"/>
                </a:solidFill>
                <a:latin typeface="微软雅黑" pitchFamily="34" charset="-122"/>
                <a:ea typeface="微软雅黑" pitchFamily="34" charset="-122"/>
              </a:rPr>
              <a:t>PPT</a:t>
            </a:r>
          </a:p>
          <a:p>
            <a:pPr>
              <a:spcBef>
                <a:spcPts val="810"/>
              </a:spcBef>
            </a:pPr>
            <a:r>
              <a:rPr lang="en-US" altLang="zh-CN" sz="1215" dirty="0">
                <a:solidFill>
                  <a:prstClr val="black"/>
                </a:solidFill>
                <a:latin typeface="微软雅黑" pitchFamily="34" charset="-122"/>
                <a:ea typeface="微软雅黑" pitchFamily="34" charset="-122"/>
              </a:rPr>
              <a:t>  4</a:t>
            </a:r>
            <a:r>
              <a:rPr lang="zh-CN" altLang="en-US" sz="1215" dirty="0">
                <a:solidFill>
                  <a:prstClr val="black"/>
                </a:solidFill>
                <a:latin typeface="微软雅黑" pitchFamily="34" charset="-122"/>
                <a:ea typeface="微软雅黑" pitchFamily="34" charset="-122"/>
              </a:rPr>
              <a:t>、国内主流出版社都已经和</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3228577" y="4158007"/>
            <a:ext cx="573485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3082774" y="2481294"/>
            <a:ext cx="1312212" cy="905311"/>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15">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67913"/>
            </a:xfrm>
            <a:prstGeom prst="rect">
              <a:avLst/>
            </a:prstGeom>
          </p:spPr>
          <p:txBody>
            <a:bodyPr wrap="square">
              <a:spAutoFit/>
            </a:bodyPr>
            <a:lstStyle/>
            <a:p>
              <a:pPr algn="ctr"/>
              <a:r>
                <a:rPr lang="zh-CN" altLang="en-US" sz="1215" dirty="0">
                  <a:solidFill>
                    <a:prstClr val="white"/>
                  </a:solidFill>
                  <a:latin typeface="微软雅黑" pitchFamily="34" charset="-122"/>
                  <a:ea typeface="微软雅黑" pitchFamily="34" charset="-122"/>
                </a:rPr>
                <a:t>购买</a:t>
              </a:r>
              <a:r>
                <a:rPr lang="en-US" altLang="zh-CN" sz="1215" dirty="0">
                  <a:solidFill>
                    <a:prstClr val="white"/>
                  </a:solidFill>
                  <a:latin typeface="微软雅黑" pitchFamily="34" charset="-122"/>
                  <a:ea typeface="微软雅黑" pitchFamily="34" charset="-122"/>
                </a:rPr>
                <a:t>99</a:t>
              </a:r>
              <a:r>
                <a:rPr lang="zh-CN" altLang="en-US" sz="1215" dirty="0">
                  <a:solidFill>
                    <a:prstClr val="white"/>
                  </a:solidFill>
                  <a:latin typeface="微软雅黑" pitchFamily="34" charset="-122"/>
                  <a:ea typeface="微软雅黑" pitchFamily="34" charset="-122"/>
                </a:rPr>
                <a:t>元</a:t>
              </a:r>
              <a:endParaRPr lang="en-US" altLang="zh-CN" sz="1215" dirty="0">
                <a:solidFill>
                  <a:prstClr val="white"/>
                </a:solidFill>
                <a:latin typeface="微软雅黑" pitchFamily="34" charset="-122"/>
                <a:ea typeface="微软雅黑" pitchFamily="34" charset="-122"/>
              </a:endParaRPr>
            </a:p>
            <a:p>
              <a:pPr algn="ctr"/>
              <a:r>
                <a:rPr lang="zh-CN" altLang="en-US" sz="1215" dirty="0">
                  <a:solidFill>
                    <a:prstClr val="white"/>
                  </a:solidFill>
                  <a:latin typeface="微软雅黑" pitchFamily="34" charset="-122"/>
                  <a:ea typeface="微软雅黑" pitchFamily="34" charset="-122"/>
                </a:rPr>
                <a:t>网易云课堂</a:t>
              </a:r>
              <a:endParaRPr lang="en-US" altLang="zh-CN" sz="1215" dirty="0">
                <a:solidFill>
                  <a:prstClr val="white"/>
                </a:solidFill>
                <a:latin typeface="微软雅黑" pitchFamily="34" charset="-122"/>
                <a:ea typeface="微软雅黑" pitchFamily="34" charset="-122"/>
              </a:endParaRPr>
            </a:p>
            <a:p>
              <a:pPr algn="ctr"/>
              <a:r>
                <a:rPr lang="en-US" altLang="zh-CN" sz="1215" dirty="0">
                  <a:solidFill>
                    <a:prstClr val="white"/>
                  </a:solidFill>
                  <a:latin typeface="微软雅黑" pitchFamily="34" charset="-122"/>
                  <a:ea typeface="微软雅黑" pitchFamily="34" charset="-122"/>
                </a:rPr>
                <a:t>PPT</a:t>
              </a:r>
              <a:r>
                <a:rPr lang="zh-CN" altLang="en-US" sz="1215" dirty="0">
                  <a:solidFill>
                    <a:prstClr val="white"/>
                  </a:solidFill>
                  <a:latin typeface="微软雅黑" pitchFamily="34" charset="-122"/>
                  <a:ea typeface="微软雅黑" pitchFamily="34" charset="-122"/>
                </a:rPr>
                <a:t>在线课程</a:t>
              </a:r>
              <a:endParaRPr lang="en-US" altLang="zh-CN" sz="1215"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413842"/>
            </a:xfrm>
            <a:prstGeom prst="rect">
              <a:avLst/>
            </a:prstGeom>
          </p:spPr>
          <p:txBody>
            <a:bodyPr wrap="square">
              <a:spAutoFit/>
            </a:bodyPr>
            <a:lstStyle/>
            <a:p>
              <a:pPr algn="ctr"/>
              <a:r>
                <a:rPr lang="en-US" altLang="zh-CN" sz="1215"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617366" y="2481296"/>
            <a:ext cx="1312212" cy="1081437"/>
            <a:chOff x="107380" y="2024805"/>
            <a:chExt cx="1944270" cy="160233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15">
                <a:solidFill>
                  <a:prstClr val="white"/>
                </a:solidFill>
                <a:latin typeface="微软雅黑" pitchFamily="34" charset="-122"/>
                <a:ea typeface="微软雅黑" pitchFamily="34" charset="-122"/>
              </a:endParaRPr>
            </a:p>
          </p:txBody>
        </p:sp>
        <p:sp>
          <p:nvSpPr>
            <p:cNvPr id="22" name="矩形 21"/>
            <p:cNvSpPr/>
            <p:nvPr/>
          </p:nvSpPr>
          <p:spPr>
            <a:xfrm>
              <a:off x="323411" y="2382195"/>
              <a:ext cx="1728239" cy="1244946"/>
            </a:xfrm>
            <a:prstGeom prst="rect">
              <a:avLst/>
            </a:prstGeom>
          </p:spPr>
          <p:txBody>
            <a:bodyPr wrap="square">
              <a:spAutoFit/>
            </a:bodyPr>
            <a:lstStyle/>
            <a:p>
              <a:pPr algn="ctr"/>
              <a:r>
                <a:rPr lang="zh-CN" altLang="en-US" sz="1215" dirty="0">
                  <a:solidFill>
                    <a:prstClr val="white"/>
                  </a:solidFill>
                  <a:latin typeface="微软雅黑" pitchFamily="34" charset="-122"/>
                  <a:ea typeface="微软雅黑" pitchFamily="34" charset="-122"/>
                </a:rPr>
                <a:t>购买后去微博私信</a:t>
              </a:r>
              <a:r>
                <a:rPr lang="en-US" altLang="zh-CN" sz="1215" dirty="0">
                  <a:solidFill>
                    <a:prstClr val="white"/>
                  </a:solidFill>
                  <a:latin typeface="微软雅黑" pitchFamily="34" charset="-122"/>
                  <a:ea typeface="微软雅黑" pitchFamily="34" charset="-122"/>
                </a:rPr>
                <a:t>@</a:t>
              </a:r>
              <a:r>
                <a:rPr lang="zh-CN" altLang="en-US" sz="1215" dirty="0">
                  <a:solidFill>
                    <a:prstClr val="white"/>
                  </a:solidFill>
                  <a:latin typeface="微软雅黑" pitchFamily="34" charset="-122"/>
                  <a:ea typeface="微软雅黑" pitchFamily="34" charset="-122"/>
                </a:rPr>
                <a:t>秋叶</a:t>
              </a:r>
              <a:endParaRPr lang="en-US" altLang="zh-CN" sz="1215" dirty="0">
                <a:solidFill>
                  <a:prstClr val="white"/>
                </a:solidFill>
                <a:latin typeface="微软雅黑" pitchFamily="34" charset="-122"/>
                <a:ea typeface="微软雅黑" pitchFamily="34" charset="-122"/>
              </a:endParaRPr>
            </a:p>
            <a:p>
              <a:pPr algn="ctr"/>
              <a:r>
                <a:rPr lang="zh-CN" altLang="en-US" sz="1215" dirty="0">
                  <a:solidFill>
                    <a:prstClr val="white"/>
                  </a:solidFill>
                  <a:latin typeface="微软雅黑" pitchFamily="34" charset="-122"/>
                  <a:ea typeface="微软雅黑" pitchFamily="34" charset="-122"/>
                </a:rPr>
                <a:t>要福利</a:t>
              </a:r>
              <a:r>
                <a:rPr lang="en-US" altLang="zh-CN" sz="1215" dirty="0">
                  <a:solidFill>
                    <a:prstClr val="white"/>
                  </a:solidFill>
                  <a:latin typeface="微软雅黑" pitchFamily="34" charset="-122"/>
                  <a:ea typeface="微软雅黑" pitchFamily="34" charset="-122"/>
                </a:rPr>
                <a:t>QQ</a:t>
              </a:r>
              <a:r>
                <a:rPr lang="zh-CN" altLang="en-US" sz="1215" dirty="0">
                  <a:solidFill>
                    <a:prstClr val="white"/>
                  </a:solidFill>
                  <a:latin typeface="微软雅黑" pitchFamily="34" charset="-122"/>
                  <a:ea typeface="微软雅黑" pitchFamily="34" charset="-122"/>
                </a:rPr>
                <a:t>群号</a:t>
              </a:r>
              <a:endParaRPr lang="en-US" altLang="zh-CN" sz="1215"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413842"/>
            </a:xfrm>
            <a:prstGeom prst="rect">
              <a:avLst/>
            </a:prstGeom>
          </p:spPr>
          <p:txBody>
            <a:bodyPr wrap="square">
              <a:spAutoFit/>
            </a:bodyPr>
            <a:lstStyle/>
            <a:p>
              <a:pPr algn="ctr"/>
              <a:r>
                <a:rPr lang="en-US" altLang="zh-CN" sz="1215"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26825" y="2481294"/>
            <a:ext cx="1312212" cy="905311"/>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15">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67913"/>
            </a:xfrm>
            <a:prstGeom prst="rect">
              <a:avLst/>
            </a:prstGeom>
          </p:spPr>
          <p:txBody>
            <a:bodyPr wrap="square">
              <a:spAutoFit/>
            </a:bodyPr>
            <a:lstStyle/>
            <a:p>
              <a:pPr algn="ctr"/>
              <a:r>
                <a:rPr lang="zh-CN" altLang="en-US" sz="1215" dirty="0">
                  <a:solidFill>
                    <a:prstClr val="white"/>
                  </a:solidFill>
                  <a:latin typeface="微软雅黑" pitchFamily="34" charset="-122"/>
                  <a:ea typeface="微软雅黑" pitchFamily="34" charset="-122"/>
                </a:rPr>
                <a:t>新浪微博晒作业被老师肯定奖励内部选书</a:t>
              </a:r>
              <a:endParaRPr lang="en-US" altLang="zh-CN" sz="1215"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413842"/>
            </a:xfrm>
            <a:prstGeom prst="rect">
              <a:avLst/>
            </a:prstGeom>
          </p:spPr>
          <p:txBody>
            <a:bodyPr wrap="square">
              <a:spAutoFit/>
            </a:bodyPr>
            <a:lstStyle/>
            <a:p>
              <a:pPr algn="ctr"/>
              <a:r>
                <a:rPr lang="en-US" altLang="zh-CN" sz="1215"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644059" y="2481294"/>
            <a:ext cx="1312212" cy="905311"/>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15">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67913"/>
            </a:xfrm>
            <a:prstGeom prst="rect">
              <a:avLst/>
            </a:prstGeom>
          </p:spPr>
          <p:txBody>
            <a:bodyPr wrap="square">
              <a:spAutoFit/>
            </a:bodyPr>
            <a:lstStyle/>
            <a:p>
              <a:pPr algn="ctr"/>
              <a:r>
                <a:rPr lang="zh-CN" altLang="en-US" sz="1215" dirty="0">
                  <a:solidFill>
                    <a:prstClr val="white"/>
                  </a:solidFill>
                  <a:latin typeface="微软雅黑" pitchFamily="34" charset="-122"/>
                  <a:ea typeface="微软雅黑" pitchFamily="34" charset="-122"/>
                </a:rPr>
                <a:t>出版社寄书到后约</a:t>
              </a:r>
              <a:r>
                <a:rPr lang="en-US" altLang="zh-CN" sz="1215" dirty="0">
                  <a:solidFill>
                    <a:prstClr val="white"/>
                  </a:solidFill>
                  <a:latin typeface="微软雅黑" pitchFamily="34" charset="-122"/>
                  <a:ea typeface="微软雅黑" pitchFamily="34" charset="-122"/>
                </a:rPr>
                <a:t>@</a:t>
              </a:r>
              <a:r>
                <a:rPr lang="zh-CN" altLang="en-US" sz="1215" dirty="0">
                  <a:solidFill>
                    <a:prstClr val="white"/>
                  </a:solidFill>
                  <a:latin typeface="微软雅黑" pitchFamily="34" charset="-122"/>
                  <a:ea typeface="微软雅黑" pitchFamily="34" charset="-122"/>
                </a:rPr>
                <a:t>时间卡片 晒读书</a:t>
              </a:r>
              <a:r>
                <a:rPr lang="en-US" altLang="zh-CN" sz="1215"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413842"/>
            </a:xfrm>
            <a:prstGeom prst="rect">
              <a:avLst/>
            </a:prstGeom>
          </p:spPr>
          <p:txBody>
            <a:bodyPr wrap="square">
              <a:spAutoFit/>
            </a:bodyPr>
            <a:lstStyle/>
            <a:p>
              <a:pPr algn="ctr"/>
              <a:r>
                <a:rPr lang="en-US" altLang="zh-CN" sz="1215"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1127713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012990" y="3866394"/>
            <a:ext cx="6188273" cy="1084816"/>
            <a:chOff x="0" y="3359571"/>
            <a:chExt cx="9169004" cy="1607344"/>
          </a:xfrm>
        </p:grpSpPr>
        <p:sp>
          <p:nvSpPr>
            <p:cNvPr id="5" name="矩形 4"/>
            <p:cNvSpPr/>
            <p:nvPr/>
          </p:nvSpPr>
          <p:spPr>
            <a:xfrm>
              <a:off x="1245140" y="3973769"/>
              <a:ext cx="4572000" cy="567751"/>
            </a:xfrm>
            <a:prstGeom prst="rect">
              <a:avLst/>
            </a:prstGeom>
          </p:spPr>
          <p:txBody>
            <a:bodyPr>
              <a:spAutoFit/>
            </a:bodyPr>
            <a:lstStyle/>
            <a:p>
              <a:pPr defTabSz="62086">
                <a:defRPr/>
              </a:pPr>
              <a:r>
                <a:rPr lang="en-US" altLang="zh-CN" sz="945" kern="0" dirty="0">
                  <a:solidFill>
                    <a:prstClr val="black"/>
                  </a:solidFill>
                </a:rPr>
                <a:t/>
              </a:r>
              <a:br>
                <a:rPr lang="en-US" altLang="zh-CN" sz="945" kern="0" dirty="0">
                  <a:solidFill>
                    <a:prstClr val="black"/>
                  </a:solidFill>
                </a:rPr>
              </a:br>
              <a:endParaRPr lang="en-US" altLang="zh-CN" sz="945"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462857" fontAlgn="base">
                <a:spcBef>
                  <a:spcPct val="0"/>
                </a:spcBef>
                <a:spcAft>
                  <a:spcPct val="0"/>
                </a:spcAft>
                <a:defRPr/>
              </a:pPr>
              <a:endParaRPr lang="zh-CN" altLang="en-US" sz="912"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2" y="3613174"/>
              <a:ext cx="594123" cy="59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fontAlgn="base">
                <a:lnSpc>
                  <a:spcPct val="100000"/>
                </a:lnSpc>
                <a:spcBef>
                  <a:spcPct val="0"/>
                </a:spcBef>
                <a:spcAft>
                  <a:spcPct val="0"/>
                </a:spcAft>
                <a:buNone/>
                <a:defRPr/>
              </a:pPr>
              <a:r>
                <a:rPr lang="zh-CN" altLang="en-US" sz="2025"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04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2"/>
              <a:ext cx="3591670" cy="95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fontAlgn="base">
                <a:lnSpc>
                  <a:spcPct val="100000"/>
                </a:lnSpc>
                <a:spcBef>
                  <a:spcPct val="0"/>
                </a:spcBef>
                <a:spcAft>
                  <a:spcPct val="0"/>
                </a:spcAft>
                <a:buNone/>
                <a:defRPr/>
              </a:pPr>
              <a:r>
                <a:rPr lang="zh-CN" altLang="en-US"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62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038"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62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462857" fontAlgn="base">
                <a:lnSpc>
                  <a:spcPct val="100000"/>
                </a:lnSpc>
                <a:spcBef>
                  <a:spcPct val="0"/>
                </a:spcBef>
                <a:spcAft>
                  <a:spcPct val="0"/>
                </a:spcAft>
                <a:buNone/>
                <a:defRPr/>
              </a:pPr>
              <a:endParaRPr lang="zh-CN" altLang="en-US" sz="532"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grpSp>
        <p:sp>
          <p:nvSpPr>
            <p:cNvPr id="12" name="文本框 11"/>
            <p:cNvSpPr txBox="1">
              <a:spLocks noChangeArrowheads="1"/>
            </p:cNvSpPr>
            <p:nvPr/>
          </p:nvSpPr>
          <p:spPr bwMode="auto">
            <a:xfrm>
              <a:off x="5229222" y="4188246"/>
              <a:ext cx="1787129" cy="46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eaLnBrk="0" fontAlgn="base" hangingPunct="0">
                <a:lnSpc>
                  <a:spcPct val="100000"/>
                </a:lnSpc>
                <a:spcBef>
                  <a:spcPct val="0"/>
                </a:spcBef>
                <a:spcAft>
                  <a:spcPct val="0"/>
                </a:spcAft>
                <a:buNone/>
                <a:defRPr/>
              </a:pPr>
              <a:r>
                <a:rPr lang="zh-CN" altLang="en-US" sz="1418" kern="0" dirty="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grpSp>
        <p:sp>
          <p:nvSpPr>
            <p:cNvPr id="15" name="文本框 14"/>
            <p:cNvSpPr txBox="1">
              <a:spLocks noChangeArrowheads="1"/>
            </p:cNvSpPr>
            <p:nvPr/>
          </p:nvSpPr>
          <p:spPr bwMode="auto">
            <a:xfrm>
              <a:off x="7008019" y="4183483"/>
              <a:ext cx="757239" cy="78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eaLnBrk="0" fontAlgn="base" hangingPunct="0">
                <a:lnSpc>
                  <a:spcPct val="100000"/>
                </a:lnSpc>
                <a:spcBef>
                  <a:spcPct val="0"/>
                </a:spcBef>
                <a:spcAft>
                  <a:spcPct val="0"/>
                </a:spcAft>
                <a:buNone/>
                <a:defRPr/>
              </a:pPr>
              <a:r>
                <a:rPr lang="zh-CN" altLang="en-US" sz="1418"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912"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912"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59396" cy="36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fontAlgn="base">
                <a:lnSpc>
                  <a:spcPct val="100000"/>
                </a:lnSpc>
                <a:spcBef>
                  <a:spcPct val="0"/>
                </a:spcBef>
                <a:spcAft>
                  <a:spcPct val="0"/>
                </a:spcAft>
                <a:buNone/>
                <a:defRPr/>
              </a:pPr>
              <a:r>
                <a:rPr lang="zh-CN" altLang="en-US" sz="1013"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933260" y="1728034"/>
            <a:ext cx="4325484" cy="1976438"/>
          </a:xfrm>
          <a:prstGeom prst="rect">
            <a:avLst/>
          </a:prstGeom>
          <a:noFill/>
        </p:spPr>
        <p:txBody>
          <a:bodyPr wrap="square" rtlCol="0">
            <a:spAutoFit/>
          </a:bodyPr>
          <a:lstStyle/>
          <a:p>
            <a:pPr algn="ctr"/>
            <a:r>
              <a:rPr lang="en-US" altLang="zh-CN" sz="2430" b="1" dirty="0">
                <a:solidFill>
                  <a:srgbClr val="E50515"/>
                </a:solidFill>
                <a:latin typeface="微软雅黑" panose="020B0503020204020204" pitchFamily="34" charset="-122"/>
                <a:ea typeface="微软雅黑" panose="020B0503020204020204" pitchFamily="34" charset="-122"/>
              </a:rPr>
              <a:t>#</a:t>
            </a:r>
            <a:r>
              <a:rPr lang="zh-CN" altLang="en-US" sz="2430" b="1" dirty="0">
                <a:solidFill>
                  <a:srgbClr val="E50515"/>
                </a:solidFill>
                <a:latin typeface="微软雅黑" panose="020B0503020204020204" pitchFamily="34" charset="-122"/>
                <a:ea typeface="微软雅黑" panose="020B0503020204020204" pitchFamily="34" charset="-122"/>
              </a:rPr>
              <a:t>和秋叶一起学</a:t>
            </a:r>
            <a:r>
              <a:rPr lang="en-US" altLang="zh-CN" sz="2430" b="1" dirty="0">
                <a:solidFill>
                  <a:srgbClr val="E50515"/>
                </a:solidFill>
                <a:latin typeface="微软雅黑" panose="020B0503020204020204" pitchFamily="34" charset="-122"/>
                <a:ea typeface="微软雅黑" panose="020B0503020204020204" pitchFamily="34" charset="-122"/>
              </a:rPr>
              <a:t>PPT#</a:t>
            </a:r>
          </a:p>
          <a:p>
            <a:pPr algn="ctr">
              <a:spcBef>
                <a:spcPts val="2025"/>
              </a:spcBef>
            </a:pPr>
            <a:r>
              <a:rPr lang="zh-CN" altLang="en-US" sz="2970" b="1" dirty="0">
                <a:solidFill>
                  <a:prstClr val="black"/>
                </a:solidFill>
                <a:latin typeface="微软雅黑" panose="020B0503020204020204" pitchFamily="34" charset="-122"/>
                <a:ea typeface="微软雅黑" panose="020B0503020204020204" pitchFamily="34" charset="-122"/>
              </a:rPr>
              <a:t>学员寒假读书笔记</a:t>
            </a:r>
            <a:r>
              <a:rPr lang="en-US" altLang="zh-CN" sz="2970" b="1" smtClean="0">
                <a:solidFill>
                  <a:prstClr val="black"/>
                </a:solidFill>
                <a:latin typeface="微软雅黑" panose="020B0503020204020204" pitchFamily="34" charset="-122"/>
                <a:ea typeface="微软雅黑" panose="020B0503020204020204" pitchFamily="34" charset="-122"/>
              </a:rPr>
              <a:t>051</a:t>
            </a:r>
            <a:r>
              <a:rPr lang="zh-CN" altLang="en-US" sz="2970" b="1" smtClean="0">
                <a:solidFill>
                  <a:prstClr val="black"/>
                </a:solidFill>
                <a:latin typeface="微软雅黑" panose="020B0503020204020204" pitchFamily="34" charset="-122"/>
                <a:ea typeface="微软雅黑" panose="020B0503020204020204" pitchFamily="34" charset="-122"/>
              </a:rPr>
              <a:t>号</a:t>
            </a:r>
            <a:endParaRPr lang="en-US" altLang="zh-CN" sz="2970" b="1" dirty="0">
              <a:solidFill>
                <a:prstClr val="black"/>
              </a:solidFill>
              <a:latin typeface="微软雅黑" panose="020B0503020204020204" pitchFamily="34" charset="-122"/>
              <a:ea typeface="微软雅黑" panose="020B0503020204020204" pitchFamily="34" charset="-122"/>
            </a:endParaRPr>
          </a:p>
          <a:p>
            <a:pPr algn="ctr">
              <a:spcBef>
                <a:spcPts val="2025"/>
              </a:spcBef>
            </a:pPr>
            <a:r>
              <a:rPr lang="zh-CN" altLang="en-US" sz="1890" b="1" dirty="0">
                <a:solidFill>
                  <a:prstClr val="black"/>
                </a:solidFill>
                <a:latin typeface="微软雅黑" panose="020B0503020204020204" pitchFamily="34" charset="-122"/>
                <a:ea typeface="微软雅黑" panose="020B0503020204020204" pitchFamily="34" charset="-122"/>
              </a:rPr>
              <a:t>你也想做？请马上</a:t>
            </a:r>
            <a:r>
              <a:rPr lang="en-US" altLang="zh-CN" sz="1890" b="1" dirty="0">
                <a:solidFill>
                  <a:prstClr val="black"/>
                </a:solidFill>
                <a:latin typeface="微软雅黑" panose="020B0503020204020204" pitchFamily="34" charset="-122"/>
                <a:ea typeface="微软雅黑" panose="020B0503020204020204" pitchFamily="34" charset="-122"/>
              </a:rPr>
              <a:t>@</a:t>
            </a:r>
            <a:r>
              <a:rPr lang="zh-CN" altLang="en-US" sz="1890" b="1" dirty="0">
                <a:solidFill>
                  <a:prstClr val="black"/>
                </a:solidFill>
                <a:latin typeface="微软雅黑" panose="020B0503020204020204" pitchFamily="34" charset="-122"/>
                <a:ea typeface="微软雅黑" panose="020B0503020204020204" pitchFamily="34" charset="-122"/>
              </a:rPr>
              <a:t>时间卡片 约定</a:t>
            </a:r>
            <a:endParaRPr lang="en-US" altLang="zh-CN" sz="1890" b="1" dirty="0">
              <a:solidFill>
                <a:prstClr val="black"/>
              </a:solidFill>
              <a:latin typeface="微软雅黑" panose="020B0503020204020204" pitchFamily="34" charset="-122"/>
              <a:ea typeface="微软雅黑" panose="020B0503020204020204" pitchFamily="34" charset="-122"/>
            </a:endParaRPr>
          </a:p>
          <a:p>
            <a:pPr algn="ctr"/>
            <a:r>
              <a:rPr lang="zh-CN" altLang="en-US" sz="162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620" b="1" dirty="0">
                <a:solidFill>
                  <a:prstClr val="black"/>
                </a:solidFill>
                <a:latin typeface="微软雅黑" panose="020B0503020204020204" pitchFamily="34" charset="-122"/>
                <a:ea typeface="微软雅黑" panose="020B0503020204020204" pitchFamily="34" charset="-122"/>
              </a:rPr>
              <a:t>PPT</a:t>
            </a:r>
            <a:r>
              <a:rPr lang="zh-CN" altLang="en-US" sz="162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9957392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Aspect</Template>
  <TotalTime>706</TotalTime>
  <Words>1644</Words>
  <Application>Microsoft Office PowerPoint</Application>
  <PresentationFormat>宽屏</PresentationFormat>
  <Paragraphs>240</Paragraphs>
  <Slides>21</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21</vt:i4>
      </vt:variant>
    </vt:vector>
  </HeadingPairs>
  <TitlesOfParts>
    <vt:vector size="34" baseType="lpstr">
      <vt:lpstr>方正正黑简体</vt:lpstr>
      <vt:lpstr>方正正中黑简体</vt:lpstr>
      <vt:lpstr>黑体</vt:lpstr>
      <vt:lpstr>宋体</vt:lpstr>
      <vt:lpstr>微软雅黑</vt:lpstr>
      <vt:lpstr>Arial</vt:lpstr>
      <vt:lpstr>Calibri</vt:lpstr>
      <vt:lpstr>Cambria</vt:lpstr>
      <vt:lpstr>Franklin Gothic Book</vt:lpstr>
      <vt:lpstr>Franklin Gothic Medium</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2014-1-23</dc:title>
  <dc:creator>helen</dc:creator>
  <cp:lastModifiedBy>小巴</cp:lastModifiedBy>
  <cp:revision>274</cp:revision>
  <dcterms:created xsi:type="dcterms:W3CDTF">2014-01-24T05:33:20Z</dcterms:created>
  <dcterms:modified xsi:type="dcterms:W3CDTF">2014-03-12T14:30:10Z</dcterms:modified>
</cp:coreProperties>
</file>