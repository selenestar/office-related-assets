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7" r:id="rId3"/>
    <p:sldId id="256" r:id="rId4"/>
    <p:sldId id="273" r:id="rId5"/>
    <p:sldId id="258" r:id="rId6"/>
    <p:sldId id="267" r:id="rId7"/>
    <p:sldId id="260" r:id="rId8"/>
    <p:sldId id="275" r:id="rId9"/>
    <p:sldId id="268" r:id="rId10"/>
    <p:sldId id="269" r:id="rId11"/>
    <p:sldId id="271" r:id="rId12"/>
    <p:sldId id="276" r:id="rId13"/>
    <p:sldId id="272" r:id="rId14"/>
    <p:sldId id="274" r:id="rId15"/>
    <p:sldId id="277" r:id="rId16"/>
    <p:sldId id="278" r:id="rId1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3735"/>
    <a:srgbClr val="D99694"/>
    <a:srgbClr val="312E35"/>
    <a:srgbClr val="757575"/>
    <a:srgbClr val="C5C5C5"/>
    <a:srgbClr val="DA0000"/>
    <a:srgbClr val="B6B6B6"/>
    <a:srgbClr val="E72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98" d="100"/>
          <a:sy n="98" d="100"/>
        </p:scale>
        <p:origin x="600" y="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F894DD-3B37-45A1-9113-5362DF6EF38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EA7EAD6-E29B-458A-B072-A05BA9BEA01D}">
      <dgm:prSet phldrT="[文本]" custT="1"/>
      <dgm:spPr>
        <a:solidFill>
          <a:srgbClr val="B6B6B6">
            <a:alpha val="34902"/>
          </a:srgbClr>
        </a:solidFill>
        <a:ln>
          <a:noFill/>
        </a:ln>
      </dgm:spPr>
      <dgm:t>
        <a:bodyPr/>
        <a:lstStyle/>
        <a:p>
          <a:r>
            <a:rPr lang="zh-CN" altLang="en-US" sz="1800" b="0" spc="200" baseline="0" dirty="0" smtClean="0">
              <a:solidFill>
                <a:srgbClr val="953735"/>
              </a:solidFill>
              <a:effectLst/>
              <a:latin typeface="造字工房尚雅体演示版常规体" pitchFamily="50" charset="-122"/>
              <a:ea typeface="造字工房尚雅体演示版常规体" pitchFamily="50" charset="-122"/>
            </a:rPr>
            <a:t>标明产品关键词</a:t>
          </a:r>
          <a:endParaRPr lang="zh-CN" altLang="en-US" sz="1800" b="0" spc="200" baseline="0" dirty="0">
            <a:solidFill>
              <a:srgbClr val="953735"/>
            </a:solidFill>
            <a:effectLst/>
            <a:latin typeface="造字工房尚雅体演示版常规体" pitchFamily="50" charset="-122"/>
            <a:ea typeface="造字工房尚雅体演示版常规体" pitchFamily="50" charset="-122"/>
          </a:endParaRPr>
        </a:p>
      </dgm:t>
    </dgm:pt>
    <dgm:pt modelId="{E89EAE23-6446-460A-9044-926397DD838B}" type="parTrans" cxnId="{685A847B-CD4B-42E5-8419-B821B720DBC9}">
      <dgm:prSet/>
      <dgm:spPr/>
      <dgm:t>
        <a:bodyPr/>
        <a:lstStyle/>
        <a:p>
          <a:endParaRPr lang="zh-CN" altLang="en-US"/>
        </a:p>
      </dgm:t>
    </dgm:pt>
    <dgm:pt modelId="{76F5D873-396E-45BD-9E2D-14AE0BC99438}" type="sibTrans" cxnId="{685A847B-CD4B-42E5-8419-B821B720DBC9}">
      <dgm:prSet/>
      <dgm:spPr>
        <a:solidFill>
          <a:schemeClr val="tx1">
            <a:lumMod val="65000"/>
            <a:lumOff val="35000"/>
          </a:schemeClr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7A48B34A-4B36-470C-9AC5-4B94531B842E}">
      <dgm:prSet phldrT="[文本]" custT="1"/>
      <dgm:spPr>
        <a:solidFill>
          <a:schemeClr val="tx1">
            <a:lumMod val="50000"/>
            <a:lumOff val="50000"/>
            <a:alpha val="70000"/>
          </a:schemeClr>
        </a:solidFill>
        <a:ln>
          <a:noFill/>
        </a:ln>
      </dgm:spPr>
      <dgm:t>
        <a:bodyPr/>
        <a:lstStyle/>
        <a:p>
          <a:r>
            <a:rPr lang="zh-CN" altLang="en-US" sz="1800" b="0" spc="200" baseline="0" dirty="0" smtClean="0">
              <a:solidFill>
                <a:srgbClr val="953735"/>
              </a:solidFill>
              <a:effectLst/>
              <a:latin typeface="造字工房尚雅体演示版常规体" pitchFamily="50" charset="-122"/>
              <a:ea typeface="造字工房尚雅体演示版常规体" pitchFamily="50" charset="-122"/>
            </a:rPr>
            <a:t>引起读者的好奇心</a:t>
          </a:r>
          <a:endParaRPr lang="zh-CN" altLang="en-US" sz="1800" b="0" spc="200" baseline="0" dirty="0">
            <a:solidFill>
              <a:srgbClr val="953735"/>
            </a:solidFill>
            <a:effectLst/>
            <a:latin typeface="造字工房尚雅体演示版常规体" pitchFamily="50" charset="-122"/>
            <a:ea typeface="造字工房尚雅体演示版常规体" pitchFamily="50" charset="-122"/>
          </a:endParaRPr>
        </a:p>
      </dgm:t>
    </dgm:pt>
    <dgm:pt modelId="{A04D0D63-5BEB-482C-AA69-FF3626163E16}" type="parTrans" cxnId="{AAF28077-D0D9-4241-B1C5-4FFC5581695E}">
      <dgm:prSet/>
      <dgm:spPr/>
      <dgm:t>
        <a:bodyPr/>
        <a:lstStyle/>
        <a:p>
          <a:endParaRPr lang="zh-CN" altLang="en-US"/>
        </a:p>
      </dgm:t>
    </dgm:pt>
    <dgm:pt modelId="{AFB0CB59-251E-435C-A586-65AD1B448EA3}" type="sibTrans" cxnId="{AAF28077-D0D9-4241-B1C5-4FFC5581695E}">
      <dgm:prSet/>
      <dgm:spPr/>
      <dgm:t>
        <a:bodyPr/>
        <a:lstStyle/>
        <a:p>
          <a:endParaRPr lang="zh-CN" altLang="en-US"/>
        </a:p>
      </dgm:t>
    </dgm:pt>
    <dgm:pt modelId="{78903871-1806-4706-BD4B-DDD652DB68AA}">
      <dgm:prSet phldrT="[文本]" custT="1"/>
      <dgm:spPr>
        <a:solidFill>
          <a:schemeClr val="tx1">
            <a:lumMod val="65000"/>
            <a:lumOff val="35000"/>
            <a:alpha val="70000"/>
          </a:schemeClr>
        </a:solidFill>
        <a:ln>
          <a:noFill/>
        </a:ln>
      </dgm:spPr>
      <dgm:t>
        <a:bodyPr/>
        <a:lstStyle/>
        <a:p>
          <a:r>
            <a:rPr lang="zh-CN" altLang="en-US" sz="1800" b="0" spc="200" baseline="0" dirty="0" smtClean="0">
              <a:solidFill>
                <a:srgbClr val="953735"/>
              </a:solidFill>
              <a:effectLst/>
              <a:latin typeface="造字工房尚雅体演示版常规体" pitchFamily="50" charset="-122"/>
              <a:ea typeface="造字工房尚雅体演示版常规体" pitchFamily="50" charset="-122"/>
            </a:rPr>
            <a:t>写进品牌名称</a:t>
          </a:r>
          <a:endParaRPr lang="zh-CN" altLang="en-US" sz="1800" b="0" spc="200" baseline="0" dirty="0">
            <a:solidFill>
              <a:srgbClr val="953735"/>
            </a:solidFill>
            <a:effectLst/>
            <a:latin typeface="造字工房尚雅体演示版常规体" pitchFamily="50" charset="-122"/>
            <a:ea typeface="造字工房尚雅体演示版常规体" pitchFamily="50" charset="-122"/>
          </a:endParaRPr>
        </a:p>
      </dgm:t>
    </dgm:pt>
    <dgm:pt modelId="{941852CF-38EE-4C56-982E-BBFCD33F827E}" type="parTrans" cxnId="{423238D6-F696-4826-896D-D9655E64C2BD}">
      <dgm:prSet/>
      <dgm:spPr/>
      <dgm:t>
        <a:bodyPr/>
        <a:lstStyle/>
        <a:p>
          <a:endParaRPr lang="zh-CN" altLang="en-US"/>
        </a:p>
      </dgm:t>
    </dgm:pt>
    <dgm:pt modelId="{1B195ED8-2A2E-4134-B8B9-A0EB7D854A34}" type="sibTrans" cxnId="{423238D6-F696-4826-896D-D9655E64C2BD}">
      <dgm:prSet/>
      <dgm:spPr/>
      <dgm:t>
        <a:bodyPr/>
        <a:lstStyle/>
        <a:p>
          <a:endParaRPr lang="zh-CN" altLang="en-US"/>
        </a:p>
      </dgm:t>
    </dgm:pt>
    <dgm:pt modelId="{A1E6D12B-59F1-4921-BA5D-B6C2247701D6}">
      <dgm:prSet phldrT="[文本]" custT="1"/>
      <dgm:spPr>
        <a:solidFill>
          <a:schemeClr val="bg1">
            <a:lumMod val="50000"/>
            <a:alpha val="60000"/>
          </a:schemeClr>
        </a:solidFill>
        <a:ln>
          <a:noFill/>
        </a:ln>
      </dgm:spPr>
      <dgm:t>
        <a:bodyPr/>
        <a:lstStyle/>
        <a:p>
          <a:r>
            <a:rPr lang="zh-CN" altLang="en-US" sz="1800" b="0" spc="200" baseline="0" dirty="0" smtClean="0">
              <a:solidFill>
                <a:srgbClr val="953735"/>
              </a:solidFill>
              <a:effectLst/>
              <a:latin typeface="造字工房尚雅体演示版常规体" pitchFamily="50" charset="-122"/>
              <a:ea typeface="造字工房尚雅体演示版常规体" pitchFamily="50" charset="-122"/>
            </a:rPr>
            <a:t>加入新信息以及改进</a:t>
          </a:r>
          <a:endParaRPr lang="zh-CN" altLang="en-US" sz="1800" b="0" spc="200" baseline="0" dirty="0">
            <a:solidFill>
              <a:srgbClr val="953735"/>
            </a:solidFill>
            <a:effectLst/>
            <a:latin typeface="造字工房尚雅体演示版常规体" pitchFamily="50" charset="-122"/>
            <a:ea typeface="造字工房尚雅体演示版常规体" pitchFamily="50" charset="-122"/>
          </a:endParaRPr>
        </a:p>
      </dgm:t>
    </dgm:pt>
    <dgm:pt modelId="{F94CDBFC-FC07-4843-BC9C-07C7B19C7231}" type="parTrans" cxnId="{495A184D-7CF2-40A3-93DE-0DA8551CE797}">
      <dgm:prSet/>
      <dgm:spPr/>
      <dgm:t>
        <a:bodyPr/>
        <a:lstStyle/>
        <a:p>
          <a:endParaRPr lang="zh-CN" altLang="en-US"/>
        </a:p>
      </dgm:t>
    </dgm:pt>
    <dgm:pt modelId="{5D3D4D5B-DF48-4149-BB33-7BC411B40EA8}" type="sibTrans" cxnId="{495A184D-7CF2-40A3-93DE-0DA8551CE797}">
      <dgm:prSet/>
      <dgm:spPr/>
      <dgm:t>
        <a:bodyPr/>
        <a:lstStyle/>
        <a:p>
          <a:endParaRPr lang="zh-CN" altLang="en-US"/>
        </a:p>
      </dgm:t>
    </dgm:pt>
    <dgm:pt modelId="{9D5AB902-2F87-4B18-AD1A-AB5B4FFCD87A}">
      <dgm:prSet phldrT="[文本]" custT="1"/>
      <dgm:spPr>
        <a:solidFill>
          <a:schemeClr val="bg1">
            <a:lumMod val="65000"/>
            <a:alpha val="50000"/>
          </a:schemeClr>
        </a:solidFill>
        <a:ln>
          <a:noFill/>
        </a:ln>
      </dgm:spPr>
      <dgm:t>
        <a:bodyPr/>
        <a:lstStyle/>
        <a:p>
          <a:r>
            <a:rPr lang="zh-CN" altLang="en-US" sz="1800" b="0" spc="200" baseline="0" dirty="0" smtClean="0">
              <a:solidFill>
                <a:srgbClr val="953735"/>
              </a:solidFill>
              <a:effectLst/>
              <a:latin typeface="造字工房尚雅体演示版常规体" pitchFamily="50" charset="-122"/>
              <a:ea typeface="造字工房尚雅体演示版常规体" pitchFamily="50" charset="-122"/>
            </a:rPr>
            <a:t>向客户承诺潜在利益</a:t>
          </a:r>
          <a:endParaRPr lang="zh-CN" altLang="en-US" sz="1800" b="0" spc="200" baseline="0" dirty="0">
            <a:solidFill>
              <a:srgbClr val="953735"/>
            </a:solidFill>
            <a:effectLst/>
            <a:latin typeface="造字工房尚雅体演示版常规体" pitchFamily="50" charset="-122"/>
            <a:ea typeface="造字工房尚雅体演示版常规体" pitchFamily="50" charset="-122"/>
          </a:endParaRPr>
        </a:p>
      </dgm:t>
    </dgm:pt>
    <dgm:pt modelId="{4CE8D645-A712-4C31-8181-2861B597D553}" type="parTrans" cxnId="{B73FDED9-8268-4B05-A440-E712E928B81F}">
      <dgm:prSet/>
      <dgm:spPr/>
      <dgm:t>
        <a:bodyPr/>
        <a:lstStyle/>
        <a:p>
          <a:endParaRPr lang="zh-CN" altLang="en-US"/>
        </a:p>
      </dgm:t>
    </dgm:pt>
    <dgm:pt modelId="{DFDF1924-AA08-4ABA-984A-38A9A3E5C670}" type="sibTrans" cxnId="{B73FDED9-8268-4B05-A440-E712E928B81F}">
      <dgm:prSet/>
      <dgm:spPr/>
      <dgm:t>
        <a:bodyPr/>
        <a:lstStyle/>
        <a:p>
          <a:endParaRPr lang="zh-CN" altLang="en-US"/>
        </a:p>
      </dgm:t>
    </dgm:pt>
    <dgm:pt modelId="{2DDB9450-5F74-46F6-A50B-0036F19CA8F6}" type="pres">
      <dgm:prSet presAssocID="{41F894DD-3B37-45A1-9113-5362DF6EF389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F0E432E8-458E-4F02-BAFB-573A81434C56}" type="pres">
      <dgm:prSet presAssocID="{41F894DD-3B37-45A1-9113-5362DF6EF389}" presName="Name1" presStyleCnt="0"/>
      <dgm:spPr/>
    </dgm:pt>
    <dgm:pt modelId="{E64883DC-6420-49D2-899B-DD7A4E7A3FD1}" type="pres">
      <dgm:prSet presAssocID="{41F894DD-3B37-45A1-9113-5362DF6EF389}" presName="cycle" presStyleCnt="0"/>
      <dgm:spPr/>
    </dgm:pt>
    <dgm:pt modelId="{48F029C9-9ED9-46F6-B9DD-80782A667D1E}" type="pres">
      <dgm:prSet presAssocID="{41F894DD-3B37-45A1-9113-5362DF6EF389}" presName="srcNode" presStyleLbl="node1" presStyleIdx="0" presStyleCnt="5"/>
      <dgm:spPr/>
    </dgm:pt>
    <dgm:pt modelId="{D369F104-967E-44D4-A0B7-3B0430FAAC4D}" type="pres">
      <dgm:prSet presAssocID="{41F894DD-3B37-45A1-9113-5362DF6EF389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4C41BFEE-F788-4EDD-B677-9FD73F2A8707}" type="pres">
      <dgm:prSet presAssocID="{41F894DD-3B37-45A1-9113-5362DF6EF389}" presName="extraNode" presStyleLbl="node1" presStyleIdx="0" presStyleCnt="5"/>
      <dgm:spPr/>
    </dgm:pt>
    <dgm:pt modelId="{51EDF453-BAB1-429B-8EDB-6AF8CEDC0619}" type="pres">
      <dgm:prSet presAssocID="{41F894DD-3B37-45A1-9113-5362DF6EF389}" presName="dstNode" presStyleLbl="node1" presStyleIdx="0" presStyleCnt="5"/>
      <dgm:spPr/>
    </dgm:pt>
    <dgm:pt modelId="{236E1343-9464-4954-BE30-5571A1569449}" type="pres">
      <dgm:prSet presAssocID="{6EA7EAD6-E29B-458A-B072-A05BA9BEA01D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5FBE4ED-FC52-4B30-A0F4-F66CE2CDF807}" type="pres">
      <dgm:prSet presAssocID="{6EA7EAD6-E29B-458A-B072-A05BA9BEA01D}" presName="accent_1" presStyleCnt="0"/>
      <dgm:spPr/>
    </dgm:pt>
    <dgm:pt modelId="{2922DA23-3091-42F3-84F1-6B6DA7BF0E29}" type="pres">
      <dgm:prSet presAssocID="{6EA7EAD6-E29B-458A-B072-A05BA9BEA01D}" presName="accentRepeatNode" presStyleLbl="solidFgAcc1" presStyleIdx="0" presStyleCnt="5" custLinFactNeighborX="153" custLinFactNeighborY="-1526"/>
      <dgm:spPr>
        <a:solidFill>
          <a:schemeClr val="bg1"/>
        </a:solidFill>
        <a:ln>
          <a:noFill/>
        </a:ln>
      </dgm:spPr>
    </dgm:pt>
    <dgm:pt modelId="{14A5CDC8-9951-4364-A0C0-9A7A3F0E5F71}" type="pres">
      <dgm:prSet presAssocID="{9D5AB902-2F87-4B18-AD1A-AB5B4FFCD87A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D6E9249-97EB-44A5-B28D-920E1D7BAE2F}" type="pres">
      <dgm:prSet presAssocID="{9D5AB902-2F87-4B18-AD1A-AB5B4FFCD87A}" presName="accent_2" presStyleCnt="0"/>
      <dgm:spPr/>
    </dgm:pt>
    <dgm:pt modelId="{D376D846-3B66-4026-A5DB-D3109B34EFA0}" type="pres">
      <dgm:prSet presAssocID="{9D5AB902-2F87-4B18-AD1A-AB5B4FFCD87A}" presName="accentRepeatNode" presStyleLbl="solidFgAcc1" presStyleIdx="1" presStyleCnt="5"/>
      <dgm:spPr>
        <a:solidFill>
          <a:schemeClr val="bg1"/>
        </a:solidFill>
        <a:ln>
          <a:noFill/>
        </a:ln>
      </dgm:spPr>
    </dgm:pt>
    <dgm:pt modelId="{50FE05A5-4898-49FE-96CC-6776BDE5FF99}" type="pres">
      <dgm:prSet presAssocID="{A1E6D12B-59F1-4921-BA5D-B6C2247701D6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FCBAE19-A928-4D69-A2DC-5C71ED5FAFB2}" type="pres">
      <dgm:prSet presAssocID="{A1E6D12B-59F1-4921-BA5D-B6C2247701D6}" presName="accent_3" presStyleCnt="0"/>
      <dgm:spPr/>
    </dgm:pt>
    <dgm:pt modelId="{0CEB2184-9B94-465F-A186-6BDF6AEF014D}" type="pres">
      <dgm:prSet presAssocID="{A1E6D12B-59F1-4921-BA5D-B6C2247701D6}" presName="accentRepeatNode" presStyleLbl="solidFgAcc1" presStyleIdx="2" presStyleCnt="5"/>
      <dgm:spPr>
        <a:ln>
          <a:noFill/>
        </a:ln>
      </dgm:spPr>
    </dgm:pt>
    <dgm:pt modelId="{B501C8D9-42ED-46D9-9801-42529FC77545}" type="pres">
      <dgm:prSet presAssocID="{7A48B34A-4B36-470C-9AC5-4B94531B842E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8E67357-9146-46F9-9EB9-F3D133BBEBF9}" type="pres">
      <dgm:prSet presAssocID="{7A48B34A-4B36-470C-9AC5-4B94531B842E}" presName="accent_4" presStyleCnt="0"/>
      <dgm:spPr/>
    </dgm:pt>
    <dgm:pt modelId="{42694B50-7DA7-4F34-8D17-52C3909C8E59}" type="pres">
      <dgm:prSet presAssocID="{7A48B34A-4B36-470C-9AC5-4B94531B842E}" presName="accentRepeatNode" presStyleLbl="solidFgAcc1" presStyleIdx="3" presStyleCnt="5" custScaleX="93813" custScaleY="93813"/>
      <dgm:spPr>
        <a:ln>
          <a:noFill/>
        </a:ln>
      </dgm:spPr>
    </dgm:pt>
    <dgm:pt modelId="{2A3CEB20-7B23-431B-8B05-A7584E5734F8}" type="pres">
      <dgm:prSet presAssocID="{78903871-1806-4706-BD4B-DDD652DB68AA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03EAC70-4BF8-423A-93F5-70325688C9A9}" type="pres">
      <dgm:prSet presAssocID="{78903871-1806-4706-BD4B-DDD652DB68AA}" presName="accent_5" presStyleCnt="0"/>
      <dgm:spPr/>
    </dgm:pt>
    <dgm:pt modelId="{4546203B-E4CD-4A2C-8CC0-754D7342B15A}" type="pres">
      <dgm:prSet presAssocID="{78903871-1806-4706-BD4B-DDD652DB68AA}" presName="accentRepeatNode" presStyleLbl="solidFgAcc1" presStyleIdx="4" presStyleCnt="5"/>
      <dgm:spPr>
        <a:ln>
          <a:noFill/>
        </a:ln>
      </dgm:spPr>
    </dgm:pt>
  </dgm:ptLst>
  <dgm:cxnLst>
    <dgm:cxn modelId="{AAF28077-D0D9-4241-B1C5-4FFC5581695E}" srcId="{41F894DD-3B37-45A1-9113-5362DF6EF389}" destId="{7A48B34A-4B36-470C-9AC5-4B94531B842E}" srcOrd="3" destOrd="0" parTransId="{A04D0D63-5BEB-482C-AA69-FF3626163E16}" sibTransId="{AFB0CB59-251E-435C-A586-65AD1B448EA3}"/>
    <dgm:cxn modelId="{423238D6-F696-4826-896D-D9655E64C2BD}" srcId="{41F894DD-3B37-45A1-9113-5362DF6EF389}" destId="{78903871-1806-4706-BD4B-DDD652DB68AA}" srcOrd="4" destOrd="0" parTransId="{941852CF-38EE-4C56-982E-BBFCD33F827E}" sibTransId="{1B195ED8-2A2E-4134-B8B9-A0EB7D854A34}"/>
    <dgm:cxn modelId="{9A174E1A-5393-4AE6-BA97-45D5A35392C9}" type="presOf" srcId="{A1E6D12B-59F1-4921-BA5D-B6C2247701D6}" destId="{50FE05A5-4898-49FE-96CC-6776BDE5FF99}" srcOrd="0" destOrd="0" presId="urn:microsoft.com/office/officeart/2008/layout/VerticalCurvedList"/>
    <dgm:cxn modelId="{4A8A406F-00F3-435D-B32D-2CF23D6C3A00}" type="presOf" srcId="{6EA7EAD6-E29B-458A-B072-A05BA9BEA01D}" destId="{236E1343-9464-4954-BE30-5571A1569449}" srcOrd="0" destOrd="0" presId="urn:microsoft.com/office/officeart/2008/layout/VerticalCurvedList"/>
    <dgm:cxn modelId="{21989B7C-1E9E-45AA-99F3-1EFA1D9ADB9E}" type="presOf" srcId="{9D5AB902-2F87-4B18-AD1A-AB5B4FFCD87A}" destId="{14A5CDC8-9951-4364-A0C0-9A7A3F0E5F71}" srcOrd="0" destOrd="0" presId="urn:microsoft.com/office/officeart/2008/layout/VerticalCurvedList"/>
    <dgm:cxn modelId="{B73FDED9-8268-4B05-A440-E712E928B81F}" srcId="{41F894DD-3B37-45A1-9113-5362DF6EF389}" destId="{9D5AB902-2F87-4B18-AD1A-AB5B4FFCD87A}" srcOrd="1" destOrd="0" parTransId="{4CE8D645-A712-4C31-8181-2861B597D553}" sibTransId="{DFDF1924-AA08-4ABA-984A-38A9A3E5C670}"/>
    <dgm:cxn modelId="{75E5B62E-2A1D-457A-A202-A81F360D212D}" type="presOf" srcId="{76F5D873-396E-45BD-9E2D-14AE0BC99438}" destId="{D369F104-967E-44D4-A0B7-3B0430FAAC4D}" srcOrd="0" destOrd="0" presId="urn:microsoft.com/office/officeart/2008/layout/VerticalCurvedList"/>
    <dgm:cxn modelId="{1B6D5EEA-A2E1-449E-8388-0C0C613B51E4}" type="presOf" srcId="{7A48B34A-4B36-470C-9AC5-4B94531B842E}" destId="{B501C8D9-42ED-46D9-9801-42529FC77545}" srcOrd="0" destOrd="0" presId="urn:microsoft.com/office/officeart/2008/layout/VerticalCurvedList"/>
    <dgm:cxn modelId="{EE5EAF1A-E5F8-4305-BF27-7AE9EF1C8DF2}" type="presOf" srcId="{78903871-1806-4706-BD4B-DDD652DB68AA}" destId="{2A3CEB20-7B23-431B-8B05-A7584E5734F8}" srcOrd="0" destOrd="0" presId="urn:microsoft.com/office/officeart/2008/layout/VerticalCurvedList"/>
    <dgm:cxn modelId="{495A184D-7CF2-40A3-93DE-0DA8551CE797}" srcId="{41F894DD-3B37-45A1-9113-5362DF6EF389}" destId="{A1E6D12B-59F1-4921-BA5D-B6C2247701D6}" srcOrd="2" destOrd="0" parTransId="{F94CDBFC-FC07-4843-BC9C-07C7B19C7231}" sibTransId="{5D3D4D5B-DF48-4149-BB33-7BC411B40EA8}"/>
    <dgm:cxn modelId="{2779F77B-5DF1-4DCF-B74B-17ADFAE2C66F}" type="presOf" srcId="{41F894DD-3B37-45A1-9113-5362DF6EF389}" destId="{2DDB9450-5F74-46F6-A50B-0036F19CA8F6}" srcOrd="0" destOrd="0" presId="urn:microsoft.com/office/officeart/2008/layout/VerticalCurvedList"/>
    <dgm:cxn modelId="{685A847B-CD4B-42E5-8419-B821B720DBC9}" srcId="{41F894DD-3B37-45A1-9113-5362DF6EF389}" destId="{6EA7EAD6-E29B-458A-B072-A05BA9BEA01D}" srcOrd="0" destOrd="0" parTransId="{E89EAE23-6446-460A-9044-926397DD838B}" sibTransId="{76F5D873-396E-45BD-9E2D-14AE0BC99438}"/>
    <dgm:cxn modelId="{BB6E9D38-FEED-4EC8-804D-F558FD329F43}" type="presParOf" srcId="{2DDB9450-5F74-46F6-A50B-0036F19CA8F6}" destId="{F0E432E8-458E-4F02-BAFB-573A81434C56}" srcOrd="0" destOrd="0" presId="urn:microsoft.com/office/officeart/2008/layout/VerticalCurvedList"/>
    <dgm:cxn modelId="{C19B863A-B94B-4052-857E-253DE7BA8737}" type="presParOf" srcId="{F0E432E8-458E-4F02-BAFB-573A81434C56}" destId="{E64883DC-6420-49D2-899B-DD7A4E7A3FD1}" srcOrd="0" destOrd="0" presId="urn:microsoft.com/office/officeart/2008/layout/VerticalCurvedList"/>
    <dgm:cxn modelId="{07B552DB-DAA3-476D-AFED-2516EE372D12}" type="presParOf" srcId="{E64883DC-6420-49D2-899B-DD7A4E7A3FD1}" destId="{48F029C9-9ED9-46F6-B9DD-80782A667D1E}" srcOrd="0" destOrd="0" presId="urn:microsoft.com/office/officeart/2008/layout/VerticalCurvedList"/>
    <dgm:cxn modelId="{EF81C51F-219A-4744-B01F-113392C8B3DA}" type="presParOf" srcId="{E64883DC-6420-49D2-899B-DD7A4E7A3FD1}" destId="{D369F104-967E-44D4-A0B7-3B0430FAAC4D}" srcOrd="1" destOrd="0" presId="urn:microsoft.com/office/officeart/2008/layout/VerticalCurvedList"/>
    <dgm:cxn modelId="{E7DE0F1D-E29A-4D56-8B2F-9CB7CB312B0F}" type="presParOf" srcId="{E64883DC-6420-49D2-899B-DD7A4E7A3FD1}" destId="{4C41BFEE-F788-4EDD-B677-9FD73F2A8707}" srcOrd="2" destOrd="0" presId="urn:microsoft.com/office/officeart/2008/layout/VerticalCurvedList"/>
    <dgm:cxn modelId="{0259AED0-2D74-4CE4-BDE0-D62EC7C54A60}" type="presParOf" srcId="{E64883DC-6420-49D2-899B-DD7A4E7A3FD1}" destId="{51EDF453-BAB1-429B-8EDB-6AF8CEDC0619}" srcOrd="3" destOrd="0" presId="urn:microsoft.com/office/officeart/2008/layout/VerticalCurvedList"/>
    <dgm:cxn modelId="{4905911C-2EE0-472D-9A5A-FAC4F0E62B8C}" type="presParOf" srcId="{F0E432E8-458E-4F02-BAFB-573A81434C56}" destId="{236E1343-9464-4954-BE30-5571A1569449}" srcOrd="1" destOrd="0" presId="urn:microsoft.com/office/officeart/2008/layout/VerticalCurvedList"/>
    <dgm:cxn modelId="{14BEEE02-E315-4B2E-AC7B-5B6D870BB6B4}" type="presParOf" srcId="{F0E432E8-458E-4F02-BAFB-573A81434C56}" destId="{55FBE4ED-FC52-4B30-A0F4-F66CE2CDF807}" srcOrd="2" destOrd="0" presId="urn:microsoft.com/office/officeart/2008/layout/VerticalCurvedList"/>
    <dgm:cxn modelId="{76506AC8-DC58-4623-8513-DB33988068D7}" type="presParOf" srcId="{55FBE4ED-FC52-4B30-A0F4-F66CE2CDF807}" destId="{2922DA23-3091-42F3-84F1-6B6DA7BF0E29}" srcOrd="0" destOrd="0" presId="urn:microsoft.com/office/officeart/2008/layout/VerticalCurvedList"/>
    <dgm:cxn modelId="{382F3DF7-59C2-49F8-AE67-9451D2E23CC7}" type="presParOf" srcId="{F0E432E8-458E-4F02-BAFB-573A81434C56}" destId="{14A5CDC8-9951-4364-A0C0-9A7A3F0E5F71}" srcOrd="3" destOrd="0" presId="urn:microsoft.com/office/officeart/2008/layout/VerticalCurvedList"/>
    <dgm:cxn modelId="{4C3540B1-9AB9-4DD2-9269-F1F5F68962F7}" type="presParOf" srcId="{F0E432E8-458E-4F02-BAFB-573A81434C56}" destId="{6D6E9249-97EB-44A5-B28D-920E1D7BAE2F}" srcOrd="4" destOrd="0" presId="urn:microsoft.com/office/officeart/2008/layout/VerticalCurvedList"/>
    <dgm:cxn modelId="{DADA4E72-9E93-4D88-BB00-BE0BFFF62BB8}" type="presParOf" srcId="{6D6E9249-97EB-44A5-B28D-920E1D7BAE2F}" destId="{D376D846-3B66-4026-A5DB-D3109B34EFA0}" srcOrd="0" destOrd="0" presId="urn:microsoft.com/office/officeart/2008/layout/VerticalCurvedList"/>
    <dgm:cxn modelId="{C0084466-348E-4588-84BA-9306C1810AAD}" type="presParOf" srcId="{F0E432E8-458E-4F02-BAFB-573A81434C56}" destId="{50FE05A5-4898-49FE-96CC-6776BDE5FF99}" srcOrd="5" destOrd="0" presId="urn:microsoft.com/office/officeart/2008/layout/VerticalCurvedList"/>
    <dgm:cxn modelId="{CFABC690-610C-41BE-A6E4-E12DB650B762}" type="presParOf" srcId="{F0E432E8-458E-4F02-BAFB-573A81434C56}" destId="{4FCBAE19-A928-4D69-A2DC-5C71ED5FAFB2}" srcOrd="6" destOrd="0" presId="urn:microsoft.com/office/officeart/2008/layout/VerticalCurvedList"/>
    <dgm:cxn modelId="{3AD8A8E6-FD8C-47EE-A9A9-F9A1A10936B6}" type="presParOf" srcId="{4FCBAE19-A928-4D69-A2DC-5C71ED5FAFB2}" destId="{0CEB2184-9B94-465F-A186-6BDF6AEF014D}" srcOrd="0" destOrd="0" presId="urn:microsoft.com/office/officeart/2008/layout/VerticalCurvedList"/>
    <dgm:cxn modelId="{40622082-A855-46DE-A797-D161EE09BB10}" type="presParOf" srcId="{F0E432E8-458E-4F02-BAFB-573A81434C56}" destId="{B501C8D9-42ED-46D9-9801-42529FC77545}" srcOrd="7" destOrd="0" presId="urn:microsoft.com/office/officeart/2008/layout/VerticalCurvedList"/>
    <dgm:cxn modelId="{F35FE198-075B-48B0-91A3-E53492C051E5}" type="presParOf" srcId="{F0E432E8-458E-4F02-BAFB-573A81434C56}" destId="{08E67357-9146-46F9-9EB9-F3D133BBEBF9}" srcOrd="8" destOrd="0" presId="urn:microsoft.com/office/officeart/2008/layout/VerticalCurvedList"/>
    <dgm:cxn modelId="{054F6C8C-23CA-417F-A818-70D19CC9A7BB}" type="presParOf" srcId="{08E67357-9146-46F9-9EB9-F3D133BBEBF9}" destId="{42694B50-7DA7-4F34-8D17-52C3909C8E59}" srcOrd="0" destOrd="0" presId="urn:microsoft.com/office/officeart/2008/layout/VerticalCurvedList"/>
    <dgm:cxn modelId="{D1ECB470-3A71-466D-A2F4-76A0B78A8EED}" type="presParOf" srcId="{F0E432E8-458E-4F02-BAFB-573A81434C56}" destId="{2A3CEB20-7B23-431B-8B05-A7584E5734F8}" srcOrd="9" destOrd="0" presId="urn:microsoft.com/office/officeart/2008/layout/VerticalCurvedList"/>
    <dgm:cxn modelId="{7FCB4F81-F3FE-4E57-B02E-E1E3AF2A0E16}" type="presParOf" srcId="{F0E432E8-458E-4F02-BAFB-573A81434C56}" destId="{A03EAC70-4BF8-423A-93F5-70325688C9A9}" srcOrd="10" destOrd="0" presId="urn:microsoft.com/office/officeart/2008/layout/VerticalCurvedList"/>
    <dgm:cxn modelId="{709A8A23-AE0C-4CA3-8710-3058ABD7B793}" type="presParOf" srcId="{A03EAC70-4BF8-423A-93F5-70325688C9A9}" destId="{4546203B-E4CD-4A2C-8CC0-754D7342B15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8B9C9-9B85-44CB-BF33-6B0FAB2A4BB1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F4654-702C-4A71-9241-2DDAC13A3A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83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F4654-702C-4A71-9241-2DDAC13A3A9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490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F4654-702C-4A71-9241-2DDAC13A3A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016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F4654-702C-4A71-9241-2DDAC13A3A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203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3"/>
            <a:ext cx="6858000" cy="17907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620"/>
            </a:lvl1pPr>
            <a:lvl2pPr marL="308610" indent="0" algn="ctr">
              <a:buNone/>
              <a:defRPr sz="1350"/>
            </a:lvl2pPr>
            <a:lvl3pPr marL="617220" indent="0" algn="ctr">
              <a:buNone/>
              <a:defRPr sz="1215"/>
            </a:lvl3pPr>
            <a:lvl4pPr marL="925830" indent="0" algn="ctr">
              <a:buNone/>
              <a:defRPr sz="1080"/>
            </a:lvl4pPr>
            <a:lvl5pPr marL="1234440" indent="0" algn="ctr">
              <a:buNone/>
              <a:defRPr sz="1080"/>
            </a:lvl5pPr>
            <a:lvl6pPr marL="1543050" indent="0" algn="ctr">
              <a:buNone/>
              <a:defRPr sz="1080"/>
            </a:lvl6pPr>
            <a:lvl7pPr marL="1851660" indent="0" algn="ctr">
              <a:buNone/>
              <a:defRPr sz="1080"/>
            </a:lvl7pPr>
            <a:lvl8pPr marL="2160270" indent="0" algn="ctr">
              <a:buNone/>
              <a:defRPr sz="1080"/>
            </a:lvl8pPr>
            <a:lvl9pPr marL="2468880" indent="0" algn="ctr">
              <a:buNone/>
              <a:defRPr sz="108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142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122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2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1pPr>
            <a:lvl2pPr marL="3086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874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20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20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4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3"/>
            <a:ext cx="3868340" cy="617935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260873"/>
            <a:ext cx="3887391" cy="617935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878807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014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7915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114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1"/>
            <a:ext cx="2949178" cy="1200151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2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871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1"/>
            <a:ext cx="2949178" cy="1200151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2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01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5369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71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85000"/>
            </a:schemeClr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2014/8/15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20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206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17220" rtl="0" eaLnBrk="1" latinLnBrk="0" hangingPunct="1">
        <a:lnSpc>
          <a:spcPct val="90000"/>
        </a:lnSpc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305" indent="-154305" algn="l" defTabSz="61722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6291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77152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38874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4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hdphoto" Target="../media/hdphoto3.wdp"/><Relationship Id="rId5" Type="http://schemas.openxmlformats.org/officeDocument/2006/relationships/diagramColors" Target="../diagrams/colors1.xml"/><Relationship Id="rId15" Type="http://schemas.microsoft.com/office/2007/relationships/hdphoto" Target="../media/hdphoto5.wdp"/><Relationship Id="rId10" Type="http://schemas.openxmlformats.org/officeDocument/2006/relationships/image" Target="../media/image7.png"/><Relationship Id="rId4" Type="http://schemas.openxmlformats.org/officeDocument/2006/relationships/diagramQuickStyle" Target="../diagrams/quickStyle1.xml"/><Relationship Id="rId9" Type="http://schemas.microsoft.com/office/2007/relationships/hdphoto" Target="../media/hdphoto2.wdp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3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96136" y="1203597"/>
            <a:ext cx="3347864" cy="2832979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1" name="Picture 3" descr="C:\Documents and Settings\Administrator\桌面\一个广告人的自白\图片\David-Ogilv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03598"/>
            <a:ext cx="5796135" cy="283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580112" y="1248311"/>
            <a:ext cx="33843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一个广告人的</a:t>
            </a:r>
            <a:r>
              <a:rPr lang="zh-CN" altLang="en-US" sz="4400" b="1" spc="-15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自白</a:t>
            </a:r>
            <a:endParaRPr lang="zh-CN" altLang="en-US" sz="4400" b="1" spc="-15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造字工房尚雅体演示版常规体" pitchFamily="50" charset="-122"/>
              <a:ea typeface="造字工房尚雅体演示版常规体" pitchFamily="5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84268" y="3435846"/>
            <a:ext cx="2052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itchFamily="2" charset="-122"/>
                <a:ea typeface="方正姚体" pitchFamily="2" charset="-122"/>
              </a:rPr>
              <a:t>大卫</a:t>
            </a:r>
            <a:r>
              <a:rPr lang="en-US" altLang="zh-CN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itchFamily="2" charset="-122"/>
                <a:ea typeface="方正姚体" pitchFamily="2" charset="-122"/>
              </a:rPr>
              <a:t>·</a:t>
            </a:r>
            <a:r>
              <a:rPr lang="zh-CN" altLang="en-US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itchFamily="2" charset="-122"/>
                <a:ea typeface="方正姚体" pitchFamily="2" charset="-122"/>
              </a:rPr>
              <a:t>奥格威 著</a:t>
            </a:r>
            <a:endParaRPr lang="en-US" altLang="zh-CN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itchFamily="2" charset="-122"/>
              <a:ea typeface="方正姚体" pitchFamily="2" charset="-122"/>
            </a:endParaRPr>
          </a:p>
          <a:p>
            <a:pPr algn="r"/>
            <a:r>
              <a:rPr lang="zh-CN" altLang="en-US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itchFamily="2" charset="-122"/>
                <a:ea typeface="方正姚体" pitchFamily="2" charset="-122"/>
              </a:rPr>
              <a:t>林桦 译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itchFamily="2" charset="-122"/>
              <a:ea typeface="方正姚体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7668344" y="3435846"/>
            <a:ext cx="1224136" cy="108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1059582"/>
            <a:ext cx="9144000" cy="0"/>
          </a:xfrm>
          <a:prstGeom prst="line">
            <a:avLst/>
          </a:prstGeom>
          <a:ln w="114300" cmpd="thickThin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0" y="4155926"/>
            <a:ext cx="9144000" cy="0"/>
          </a:xfrm>
          <a:prstGeom prst="line">
            <a:avLst/>
          </a:prstGeom>
          <a:ln w="152400" cmpd="thinThick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920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491880" y="2139702"/>
            <a:ext cx="4392488" cy="1944216"/>
          </a:xfrm>
          <a:prstGeom prst="rect">
            <a:avLst/>
          </a:prstGeom>
          <a:solidFill>
            <a:srgbClr val="953735"/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C:\Documents and Settings\Administrator\桌面\一个广告人的自白\图片\f9dcd100baa1cd1146aad68eb912c8fcc3ce2d7b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" r="23461"/>
          <a:stretch/>
        </p:blipFill>
        <p:spPr bwMode="auto">
          <a:xfrm>
            <a:off x="1115616" y="2139702"/>
            <a:ext cx="1872208" cy="1872208"/>
          </a:xfrm>
          <a:prstGeom prst="ellipse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sp>
        <p:nvSpPr>
          <p:cNvPr id="6" name="TextBox 5"/>
          <p:cNvSpPr txBox="1"/>
          <p:nvPr/>
        </p:nvSpPr>
        <p:spPr>
          <a:xfrm>
            <a:off x="3563888" y="2139702"/>
            <a:ext cx="4248472" cy="1902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      现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代广告教皇大卫</a:t>
            </a:r>
            <a:r>
              <a:rPr lang="en-US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-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奥格威在</a:t>
            </a:r>
            <a:r>
              <a:rPr lang="zh-CN" altLang="en-US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纽约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创办奥美广告公司的时间是</a:t>
            </a:r>
            <a:r>
              <a:rPr lang="en-US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1948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年，那一年</a:t>
            </a:r>
            <a:r>
              <a:rPr lang="zh-CN" altLang="en-US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，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奥格威</a:t>
            </a:r>
            <a:r>
              <a:rPr lang="en-US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38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岁。那时，他没有文凭、没有客户、银行账户里只有</a:t>
            </a:r>
            <a:r>
              <a:rPr lang="en-US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6000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美元。</a:t>
            </a:r>
            <a:endParaRPr lang="en-US" altLang="zh-CN" sz="1400" dirty="0" smtClean="0">
              <a:solidFill>
                <a:schemeClr val="bg1"/>
              </a:solidFill>
              <a:latin typeface="造字工房尚雅体演示版常规体" pitchFamily="50" charset="-122"/>
              <a:ea typeface="造字工房尚雅体演示版常规体" pitchFamily="50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      10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年过后，奥美公司成为全球最大的</a:t>
            </a:r>
            <a:r>
              <a:rPr lang="en-US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5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家广告代理商之一，在</a:t>
            </a:r>
            <a:r>
              <a:rPr lang="en-US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29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个国家设有分公司，拥有</a:t>
            </a:r>
            <a:r>
              <a:rPr lang="en-US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1000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个客户，营业额</a:t>
            </a:r>
            <a:r>
              <a:rPr lang="en-US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8</a:t>
            </a:r>
            <a:r>
              <a:rPr lang="zh-CN" altLang="zh-CN" sz="1400" dirty="0" smtClean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亿美元。</a:t>
            </a:r>
            <a:endParaRPr lang="zh-CN" altLang="zh-CN" sz="1400" dirty="0">
              <a:solidFill>
                <a:schemeClr val="bg1"/>
              </a:solidFill>
              <a:latin typeface="造字工房尚雅体演示版常规体" pitchFamily="50" charset="-122"/>
              <a:ea typeface="造字工房尚雅体演示版常规体" pitchFamily="50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115616" y="0"/>
            <a:ext cx="6712570" cy="1058054"/>
            <a:chOff x="1243806" y="-20538"/>
            <a:chExt cx="6712570" cy="1058054"/>
          </a:xfrm>
        </p:grpSpPr>
        <p:grpSp>
          <p:nvGrpSpPr>
            <p:cNvPr id="32" name="组合 31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41" name="圆角矩形 40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9" name="TextBox 38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/>
            <p:cNvGrpSpPr/>
            <p:nvPr/>
          </p:nvGrpSpPr>
          <p:grpSpPr>
            <a:xfrm>
              <a:off x="1243806" y="483518"/>
              <a:ext cx="3846804" cy="553998"/>
              <a:chOff x="1097746" y="427768"/>
              <a:chExt cx="3846804" cy="553998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1097746" y="427768"/>
                <a:ext cx="3846804" cy="553998"/>
                <a:chOff x="1097746" y="427768"/>
                <a:chExt cx="3846804" cy="553998"/>
              </a:xfrm>
            </p:grpSpPr>
            <p:sp>
              <p:nvSpPr>
                <p:cNvPr id="36" name="矩形 35"/>
                <p:cNvSpPr/>
                <p:nvPr/>
              </p:nvSpPr>
              <p:spPr>
                <a:xfrm>
                  <a:off x="1187624" y="427768"/>
                  <a:ext cx="3756926" cy="553998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6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Author</a:t>
                  </a:r>
                  <a:r>
                    <a:rPr lang="en-US" altLang="zh-CN" sz="16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bio</a:t>
                  </a:r>
                  <a:endParaRPr lang="zh-CN" altLang="en-US" sz="16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  <a:p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5" name="直接连接符 34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6384369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243806" y="-20538"/>
            <a:ext cx="6712570" cy="842610"/>
            <a:chOff x="1243806" y="-20538"/>
            <a:chExt cx="6712570" cy="842610"/>
          </a:xfrm>
        </p:grpSpPr>
        <p:grpSp>
          <p:nvGrpSpPr>
            <p:cNvPr id="2" name="组合 1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6" name="圆角矩形 5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" name="TextBox 3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</p:txBody>
          </p:sp>
          <p:cxnSp>
            <p:nvCxnSpPr>
              <p:cNvPr id="5" name="直接连接符 4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/>
            <p:cNvGrpSpPr/>
            <p:nvPr/>
          </p:nvGrpSpPr>
          <p:grpSpPr>
            <a:xfrm>
              <a:off x="1243806" y="483518"/>
              <a:ext cx="3604751" cy="338554"/>
              <a:chOff x="1097746" y="427768"/>
              <a:chExt cx="3604751" cy="338554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097746" y="427768"/>
                <a:ext cx="3604751" cy="338554"/>
                <a:chOff x="1097746" y="427768"/>
                <a:chExt cx="3604751" cy="338554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1187624" y="427768"/>
                  <a:ext cx="3514873" cy="338554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6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endParaRPr lang="zh-CN" altLang="en-US" sz="16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矩形 13"/>
          <p:cNvSpPr/>
          <p:nvPr/>
        </p:nvSpPr>
        <p:spPr>
          <a:xfrm>
            <a:off x="3563888" y="1617606"/>
            <a:ext cx="4500500" cy="2754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第一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经营广告公司</a:t>
            </a:r>
            <a:b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第二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争取客户</a:t>
            </a:r>
            <a:b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第三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维系客户</a:t>
            </a:r>
            <a:b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第四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当一个好客户</a:t>
            </a:r>
            <a:b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第五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创作高水平的广告</a:t>
            </a:r>
            <a:b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b="1" dirty="0">
                <a:solidFill>
                  <a:srgbClr val="95373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第六</a:t>
            </a:r>
            <a:r>
              <a:rPr lang="zh-CN" altLang="en-US" b="1" dirty="0" smtClean="0">
                <a:solidFill>
                  <a:srgbClr val="95373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b="1" dirty="0">
                <a:solidFill>
                  <a:srgbClr val="95373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写有效力的文案</a:t>
            </a:r>
            <a:r>
              <a:rPr lang="zh-CN" altLang="en-US" sz="1400" dirty="0">
                <a:solidFill>
                  <a:srgbClr val="953735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/>
            </a:r>
            <a:br>
              <a:rPr lang="zh-CN" altLang="en-US" sz="1400" dirty="0">
                <a:solidFill>
                  <a:srgbClr val="953735"/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第七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使用插圈和编排文案</a:t>
            </a:r>
            <a:b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第八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制作上乘的电视广告</a:t>
            </a:r>
            <a:b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第九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为食品、旅游地和专利药品制作优良广告</a:t>
            </a:r>
            <a:b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怎样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才能功成名就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-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一对年轻人的进言</a:t>
            </a:r>
            <a:b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</a:b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第十一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章 广告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是否应予废止</a:t>
            </a:r>
          </a:p>
        </p:txBody>
      </p:sp>
      <p:sp>
        <p:nvSpPr>
          <p:cNvPr id="15" name="矩形 14"/>
          <p:cNvSpPr/>
          <p:nvPr/>
        </p:nvSpPr>
        <p:spPr>
          <a:xfrm>
            <a:off x="3563888" y="1621719"/>
            <a:ext cx="4500500" cy="2727477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7" name="Picture 5" descr="C:\Documents and Settings\Administrator\桌面\一个广告人的自白\图片\b2696dcf8eef4c32bcc34e96e11b486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35646"/>
            <a:ext cx="1915413" cy="273630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55965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051720" y="1766595"/>
            <a:ext cx="3816424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53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  <a:cs typeface="经典繁仿圆" pitchFamily="49" charset="-122"/>
              </a:rPr>
              <a:t>怎样写出</a:t>
            </a:r>
            <a:endParaRPr lang="en-US" altLang="zh-CN" sz="5300" dirty="0" smtClean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造字工房尚雅体演示版常规体" pitchFamily="50" charset="-122"/>
              <a:ea typeface="造字工房尚雅体演示版常规体" pitchFamily="50" charset="-122"/>
              <a:cs typeface="经典繁仿圆" pitchFamily="49" charset="-122"/>
            </a:endParaRPr>
          </a:p>
          <a:p>
            <a:r>
              <a:rPr lang="zh-CN" altLang="en-US" sz="53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  <a:cs typeface="经典繁仿圆" pitchFamily="49" charset="-122"/>
              </a:rPr>
              <a:t>有效力的</a:t>
            </a:r>
            <a:endParaRPr lang="en-US" altLang="zh-CN" sz="5300" dirty="0" smtClean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造字工房尚雅体演示版常规体" pitchFamily="50" charset="-122"/>
              <a:ea typeface="造字工房尚雅体演示版常规体" pitchFamily="50" charset="-122"/>
              <a:cs typeface="经典繁仿圆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16016" y="1707654"/>
            <a:ext cx="3384376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7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  <a:cs typeface="经典繁仿圆" pitchFamily="49" charset="-122"/>
              </a:rPr>
              <a:t>文案</a:t>
            </a:r>
            <a:endParaRPr lang="zh-CN" altLang="en-US" sz="117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造字工房尚雅体演示版常规体" pitchFamily="50" charset="-122"/>
              <a:ea typeface="造字工房尚雅体演示版常规体" pitchFamily="50" charset="-122"/>
              <a:cs typeface="经典繁仿圆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35696" y="1419622"/>
            <a:ext cx="6081302" cy="2448272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1243806" y="-20538"/>
            <a:ext cx="6712570" cy="811833"/>
            <a:chOff x="1243806" y="-20538"/>
            <a:chExt cx="6712570" cy="811833"/>
          </a:xfrm>
        </p:grpSpPr>
        <p:grpSp>
          <p:nvGrpSpPr>
            <p:cNvPr id="27" name="组合 26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36" name="圆角矩形 35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4" name="TextBox 33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</p:txBody>
          </p:sp>
          <p:cxnSp>
            <p:nvCxnSpPr>
              <p:cNvPr id="35" name="直接连接符 34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/>
            <p:nvPr/>
          </p:nvGrpSpPr>
          <p:grpSpPr>
            <a:xfrm>
              <a:off x="1243806" y="483518"/>
              <a:ext cx="3800317" cy="307777"/>
              <a:chOff x="1097746" y="427768"/>
              <a:chExt cx="3800317" cy="307777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1097746" y="427768"/>
                <a:ext cx="3800317" cy="307777"/>
                <a:chOff x="1097746" y="427768"/>
                <a:chExt cx="3800317" cy="307777"/>
              </a:xfrm>
            </p:grpSpPr>
            <p:sp>
              <p:nvSpPr>
                <p:cNvPr id="31" name="矩形 30"/>
                <p:cNvSpPr/>
                <p:nvPr/>
              </p:nvSpPr>
              <p:spPr>
                <a:xfrm>
                  <a:off x="1187624" y="427768"/>
                  <a:ext cx="3710439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six</a:t>
                  </a:r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0" name="直接连接符 29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组合 3"/>
          <p:cNvGrpSpPr/>
          <p:nvPr/>
        </p:nvGrpSpPr>
        <p:grpSpPr>
          <a:xfrm>
            <a:off x="1187625" y="1419622"/>
            <a:ext cx="504048" cy="2448272"/>
            <a:chOff x="1259640" y="1419622"/>
            <a:chExt cx="504048" cy="2448272"/>
          </a:xfrm>
        </p:grpSpPr>
        <p:sp>
          <p:nvSpPr>
            <p:cNvPr id="2" name="矩形 1"/>
            <p:cNvSpPr/>
            <p:nvPr/>
          </p:nvSpPr>
          <p:spPr>
            <a:xfrm>
              <a:off x="1333684" y="1419622"/>
              <a:ext cx="430004" cy="244827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259640" y="1923678"/>
              <a:ext cx="492443" cy="14993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000" b="1" spc="6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第六章</a:t>
              </a:r>
              <a:endParaRPr lang="zh-CN" altLang="en-US" sz="2000" b="1" spc="600" dirty="0">
                <a:solidFill>
                  <a:schemeClr val="bg1">
                    <a:lumMod val="9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16801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243806" y="-20538"/>
            <a:ext cx="6712570" cy="811833"/>
            <a:chOff x="1243806" y="-20538"/>
            <a:chExt cx="6712570" cy="811833"/>
          </a:xfrm>
        </p:grpSpPr>
        <p:grpSp>
          <p:nvGrpSpPr>
            <p:cNvPr id="2" name="组合 1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6" name="圆角矩形 5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" name="TextBox 3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</p:txBody>
          </p:sp>
          <p:cxnSp>
            <p:nvCxnSpPr>
              <p:cNvPr id="5" name="直接连接符 4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/>
            <p:cNvGrpSpPr/>
            <p:nvPr/>
          </p:nvGrpSpPr>
          <p:grpSpPr>
            <a:xfrm>
              <a:off x="1243806" y="483518"/>
              <a:ext cx="3800317" cy="307777"/>
              <a:chOff x="1097746" y="427768"/>
              <a:chExt cx="3800317" cy="307777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097746" y="427768"/>
                <a:ext cx="3800317" cy="307777"/>
                <a:chOff x="1097746" y="427768"/>
                <a:chExt cx="3800317" cy="307777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1187624" y="427768"/>
                  <a:ext cx="3710439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six</a:t>
                  </a:r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/>
          <p:cNvSpPr txBox="1"/>
          <p:nvPr/>
        </p:nvSpPr>
        <p:spPr>
          <a:xfrm>
            <a:off x="1887526" y="2499742"/>
            <a:ext cx="66226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标题</a:t>
            </a:r>
            <a:r>
              <a:rPr lang="zh-CN" altLang="en-US" sz="4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为什么很重要</a:t>
            </a:r>
            <a:r>
              <a:rPr lang="zh-CN" altLang="en-US" sz="4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书体坊米芾体" pitchFamily="2" charset="-122"/>
                <a:ea typeface="书体坊米芾体" pitchFamily="2" charset="-122"/>
              </a:rPr>
              <a:t>？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书体坊米芾体" pitchFamily="2" charset="-122"/>
              <a:ea typeface="书体坊米芾体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31640" y="2427734"/>
            <a:ext cx="6637189" cy="1224136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0485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6657499" y="1791419"/>
            <a:ext cx="1234110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正文正文</a:t>
            </a:r>
            <a:r>
              <a:rPr lang="zh-CN" altLang="en-US" sz="1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</a:t>
            </a:r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正文正文正文</a:t>
            </a:r>
          </a:p>
          <a:p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正文正文正文</a:t>
            </a:r>
          </a:p>
          <a:p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正文正文正文</a:t>
            </a:r>
          </a:p>
          <a:p>
            <a:endParaRPr lang="en-US" altLang="zh-CN" sz="135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35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35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</a:t>
            </a:r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正文正文</a:t>
            </a:r>
          </a:p>
          <a:p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正文正文正文</a:t>
            </a:r>
          </a:p>
          <a:p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正文正文正文</a:t>
            </a:r>
          </a:p>
          <a:p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正文正文</a:t>
            </a:r>
            <a:r>
              <a:rPr lang="zh-CN" altLang="en-US" sz="1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正文</a:t>
            </a:r>
            <a:endParaRPr lang="zh-CN" altLang="en-US" sz="135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626482" y="1707654"/>
            <a:ext cx="1296144" cy="2448272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 smtClean="0"/>
              <a:t>20%</a:t>
            </a:r>
            <a:endParaRPr lang="zh-CN" altLang="en-US" sz="4800" dirty="0"/>
          </a:p>
        </p:txBody>
      </p:sp>
      <p:sp>
        <p:nvSpPr>
          <p:cNvPr id="14" name="矩形 13"/>
          <p:cNvSpPr/>
          <p:nvPr/>
        </p:nvSpPr>
        <p:spPr>
          <a:xfrm>
            <a:off x="1279810" y="1707654"/>
            <a:ext cx="5346672" cy="2448272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4800" dirty="0" smtClean="0"/>
              <a:t>80%</a:t>
            </a:r>
            <a:endParaRPr lang="zh-CN" altLang="en-US" sz="4800" dirty="0"/>
          </a:p>
        </p:txBody>
      </p:sp>
      <p:sp>
        <p:nvSpPr>
          <p:cNvPr id="16" name="TextBox 15"/>
          <p:cNvSpPr txBox="1"/>
          <p:nvPr/>
        </p:nvSpPr>
        <p:spPr>
          <a:xfrm>
            <a:off x="1403648" y="1923678"/>
            <a:ext cx="46085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800" spc="600" dirty="0" smtClean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标题</a:t>
            </a:r>
            <a:endParaRPr lang="zh-CN" altLang="en-US" sz="13800" spc="600" dirty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造字工房尚雅体演示版常规体" pitchFamily="50" charset="-122"/>
              <a:ea typeface="造字工房尚雅体演示版常规体" pitchFamily="5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3608" y="1338322"/>
            <a:ext cx="474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 【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读标题的人为读正文的人的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5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倍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】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造字工房尚雅体演示版常规体" pitchFamily="50" charset="-122"/>
              <a:ea typeface="造字工房尚雅体演示版常规体" pitchFamily="50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243806" y="-20538"/>
            <a:ext cx="6712570" cy="811833"/>
            <a:chOff x="1243806" y="-20538"/>
            <a:chExt cx="6712570" cy="811833"/>
          </a:xfrm>
        </p:grpSpPr>
        <p:grpSp>
          <p:nvGrpSpPr>
            <p:cNvPr id="23" name="组合 22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32" name="圆角矩形 31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0" name="TextBox 29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243806" y="483518"/>
              <a:ext cx="3800317" cy="307777"/>
              <a:chOff x="1097746" y="427768"/>
              <a:chExt cx="3800317" cy="307777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097746" y="427768"/>
                <a:ext cx="3800317" cy="307777"/>
                <a:chOff x="1097746" y="427768"/>
                <a:chExt cx="3800317" cy="307777"/>
              </a:xfrm>
            </p:grpSpPr>
            <p:sp>
              <p:nvSpPr>
                <p:cNvPr id="27" name="矩形 26"/>
                <p:cNvSpPr/>
                <p:nvPr/>
              </p:nvSpPr>
              <p:spPr>
                <a:xfrm>
                  <a:off x="1187624" y="427768"/>
                  <a:ext cx="3710439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six</a:t>
                  </a:r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6" name="直接连接符 25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5016801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5" grpId="0" animBg="1"/>
      <p:bldP spid="14" grpId="0" animBg="1"/>
      <p:bldP spid="16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1259632" y="2787774"/>
            <a:ext cx="7884368" cy="864096"/>
          </a:xfrm>
          <a:prstGeom prst="rect">
            <a:avLst/>
          </a:prstGeom>
          <a:solidFill>
            <a:srgbClr val="953735"/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243806" y="-20538"/>
            <a:ext cx="6712570" cy="811833"/>
            <a:chOff x="1243806" y="-20538"/>
            <a:chExt cx="6712570" cy="811833"/>
          </a:xfrm>
        </p:grpSpPr>
        <p:grpSp>
          <p:nvGrpSpPr>
            <p:cNvPr id="3" name="组合 2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12" name="圆角矩形 11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/>
            <p:cNvGrpSpPr/>
            <p:nvPr/>
          </p:nvGrpSpPr>
          <p:grpSpPr>
            <a:xfrm>
              <a:off x="1243806" y="483518"/>
              <a:ext cx="3800317" cy="307777"/>
              <a:chOff x="1097746" y="427768"/>
              <a:chExt cx="3800317" cy="307777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1097746" y="427768"/>
                <a:ext cx="3800317" cy="307777"/>
                <a:chOff x="1097746" y="427768"/>
                <a:chExt cx="3800317" cy="307777"/>
              </a:xfrm>
            </p:grpSpPr>
            <p:sp>
              <p:nvSpPr>
                <p:cNvPr id="7" name="矩形 6"/>
                <p:cNvSpPr/>
                <p:nvPr/>
              </p:nvSpPr>
              <p:spPr>
                <a:xfrm>
                  <a:off x="1187624" y="427768"/>
                  <a:ext cx="3710439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six</a:t>
                  </a:r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26" name="Picture 2" descr="C:\Documents and Settings\Administrator\桌面\QQ图片20140809121556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203598"/>
            <a:ext cx="2637613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4427984" y="2283718"/>
            <a:ext cx="4104456" cy="2455823"/>
            <a:chOff x="4211960" y="1707654"/>
            <a:chExt cx="4104456" cy="2455823"/>
          </a:xfrm>
        </p:grpSpPr>
        <p:sp>
          <p:nvSpPr>
            <p:cNvPr id="14" name="TextBox 13"/>
            <p:cNvSpPr txBox="1"/>
            <p:nvPr/>
          </p:nvSpPr>
          <p:spPr>
            <a:xfrm>
              <a:off x="4211960" y="2211710"/>
              <a:ext cx="4104456" cy="86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 </a:t>
              </a:r>
              <a:r>
                <a:rPr lang="zh-CN" altLang="en-US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   在时速</a:t>
              </a:r>
              <a:r>
                <a:rPr lang="en-US" altLang="zh-CN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60</a:t>
              </a:r>
              <a:r>
                <a:rPr lang="zh-CN" altLang="en-US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英里时，这款新的劳斯莱斯汽车上最大的噪音来自电子钟。</a:t>
              </a:r>
              <a:endParaRPr lang="zh-CN" altLang="en-US" dirty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27984" y="1707654"/>
              <a:ext cx="100811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dirty="0" smtClean="0">
                  <a:solidFill>
                    <a:srgbClr val="C5C5C5"/>
                  </a:solidFill>
                  <a:latin typeface="Modern Edge" pitchFamily="2" charset="0"/>
                  <a:ea typeface="Modern Edge" pitchFamily="2" charset="0"/>
                </a:rPr>
                <a:t>“</a:t>
              </a:r>
              <a:endParaRPr lang="zh-CN" altLang="en-US" sz="6000" dirty="0">
                <a:solidFill>
                  <a:srgbClr val="C5C5C5"/>
                </a:solidFill>
                <a:latin typeface="Modern Edge" pitchFamily="2" charset="0"/>
                <a:ea typeface="Modern Edge" pitchFamily="2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24328" y="3147814"/>
              <a:ext cx="61206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dirty="0" smtClean="0">
                  <a:solidFill>
                    <a:srgbClr val="C5C5C5"/>
                  </a:solidFill>
                  <a:latin typeface="Modern Edge" pitchFamily="2" charset="0"/>
                  <a:ea typeface="Modern Edge" pitchFamily="2" charset="0"/>
                </a:rPr>
                <a:t>”</a:t>
              </a:r>
              <a:endParaRPr lang="zh-CN" altLang="en-US" sz="6000" dirty="0">
                <a:solidFill>
                  <a:srgbClr val="C5C5C5"/>
                </a:solidFill>
                <a:latin typeface="Modern Edge" pitchFamily="2" charset="0"/>
                <a:ea typeface="Modern Edg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663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bg1">
              <a:lumMod val="85000"/>
            </a:schemeClr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243806" y="-20538"/>
            <a:ext cx="6712570" cy="811833"/>
            <a:chOff x="1243806" y="-20538"/>
            <a:chExt cx="6712570" cy="811833"/>
          </a:xfrm>
        </p:grpSpPr>
        <p:grpSp>
          <p:nvGrpSpPr>
            <p:cNvPr id="2" name="组合 1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6" name="圆角矩形 5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" name="TextBox 3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ctr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方正姚体" pitchFamily="2" charset="-122"/>
                    <a:ea typeface="方正姚体" pitchFamily="2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方正姚体" pitchFamily="2" charset="-122"/>
                    <a:ea typeface="方正姚体" pitchFamily="2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方正姚体" pitchFamily="2" charset="-122"/>
                    <a:ea typeface="方正姚体" pitchFamily="2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方正姚体" pitchFamily="2" charset="-122"/>
                  <a:ea typeface="方正姚体" pitchFamily="2" charset="-122"/>
                </a:endParaRPr>
              </a:p>
            </p:txBody>
          </p:sp>
          <p:cxnSp>
            <p:nvCxnSpPr>
              <p:cNvPr id="5" name="直接连接符 4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/>
            <p:cNvGrpSpPr/>
            <p:nvPr/>
          </p:nvGrpSpPr>
          <p:grpSpPr>
            <a:xfrm>
              <a:off x="1243806" y="483518"/>
              <a:ext cx="3800317" cy="307777"/>
              <a:chOff x="1097746" y="427768"/>
              <a:chExt cx="3800317" cy="307777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097746" y="427768"/>
                <a:ext cx="3800317" cy="307777"/>
                <a:chOff x="1097746" y="427768"/>
                <a:chExt cx="3800317" cy="307777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1187624" y="427768"/>
                  <a:ext cx="3710439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six</a:t>
                  </a:r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0" name="图示 19"/>
          <p:cNvGraphicFramePr/>
          <p:nvPr>
            <p:extLst>
              <p:ext uri="{D42A27DB-BD31-4B8C-83A1-F6EECF244321}">
                <p14:modId xmlns:p14="http://schemas.microsoft.com/office/powerpoint/2010/main" val="1981367525"/>
              </p:ext>
            </p:extLst>
          </p:nvPr>
        </p:nvGraphicFramePr>
        <p:xfrm>
          <a:off x="4141996" y="1203598"/>
          <a:ext cx="3761073" cy="3165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4160565" y="1306879"/>
            <a:ext cx="915491" cy="2921055"/>
            <a:chOff x="4160565" y="1306879"/>
            <a:chExt cx="915491" cy="2921055"/>
          </a:xfrm>
        </p:grpSpPr>
        <p:pic>
          <p:nvPicPr>
            <p:cNvPr id="21" name="Picture 3" descr="F:\ppt 电子书 工作设计\工作设计\ppt素材\Metro icon PNG\Others\Black\MB_0003_Favs1.png"/>
            <p:cNvPicPr>
              <a:picLocks noChangeAspect="1" noChangeArrowheads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0565" y="1306879"/>
              <a:ext cx="554276" cy="5542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4" descr="F:\ppt 电子书 工作设计\工作设计\ppt素材\Metro icon PNG\Others\Black\MB_0015_currency-e-j.png"/>
            <p:cNvPicPr>
              <a:picLocks noChangeAspect="1" noChangeArrowheads="1"/>
            </p:cNvPicPr>
            <p:nvPr/>
          </p:nvPicPr>
          <p:blipFill>
            <a:blip r:embed="rId8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0"/>
                      </a14:imgEffect>
                      <a14:imgEffect>
                        <a14:brightnessContrast bright="92000" contras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0071" y="1934670"/>
              <a:ext cx="533977" cy="533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F:\ppt 电子书 工作设计\工作设计\ppt素材\Metro icon PNG\Others\Black\MB_0004_favs2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33000" contrast="-8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1027" y="2518503"/>
              <a:ext cx="525029" cy="525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5" descr="F:\ppt 电子书 工作设计\工作设计\ppt素材\Metro icon PNG\Others\Black\MB_0020_light.pn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-7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5031" y="3147814"/>
              <a:ext cx="504056" cy="504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7" descr="F:\ppt 电子书 工作设计\工作设计\ppt素材\Metro icon PNG\Others\Black\MB_0028_iBOOKS.png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contrast="-6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215" y="3723878"/>
              <a:ext cx="504056" cy="504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/>
          <p:cNvSpPr txBox="1"/>
          <p:nvPr/>
        </p:nvSpPr>
        <p:spPr>
          <a:xfrm>
            <a:off x="1249913" y="2283718"/>
            <a:ext cx="33220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造字工房尚雅体演示版常规体" pitchFamily="50" charset="-122"/>
                <a:ea typeface="造字工房尚雅体演示版常规体" pitchFamily="50" charset="-122"/>
              </a:rPr>
              <a:t>如何写出</a:t>
            </a:r>
            <a:r>
              <a:rPr lang="zh-CN" altLang="en-US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好</a:t>
            </a:r>
            <a:r>
              <a:rPr lang="zh-CN" alt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标题</a:t>
            </a:r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书体坊米芾体" pitchFamily="2" charset="-122"/>
                <a:ea typeface="书体坊米芾体" pitchFamily="2" charset="-122"/>
              </a:rPr>
              <a:t>？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书体坊米芾体" pitchFamily="2" charset="-122"/>
              <a:ea typeface="书体坊米芾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301397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AsOne/>
      </p:bldGraphic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243806" y="-20538"/>
            <a:ext cx="6712570" cy="811833"/>
            <a:chOff x="1243806" y="-20538"/>
            <a:chExt cx="6712570" cy="811833"/>
          </a:xfrm>
        </p:grpSpPr>
        <p:grpSp>
          <p:nvGrpSpPr>
            <p:cNvPr id="2" name="组合 1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6" name="圆角矩形 5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" name="TextBox 3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ctr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方正姚体" pitchFamily="2" charset="-122"/>
                    <a:ea typeface="方正姚体" pitchFamily="2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方正姚体" pitchFamily="2" charset="-122"/>
                    <a:ea typeface="方正姚体" pitchFamily="2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方正姚体" pitchFamily="2" charset="-122"/>
                    <a:ea typeface="方正姚体" pitchFamily="2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方正姚体" pitchFamily="2" charset="-122"/>
                  <a:ea typeface="方正姚体" pitchFamily="2" charset="-122"/>
                </a:endParaRPr>
              </a:p>
            </p:txBody>
          </p:sp>
          <p:cxnSp>
            <p:nvCxnSpPr>
              <p:cNvPr id="5" name="直接连接符 4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/>
            <p:cNvGrpSpPr/>
            <p:nvPr/>
          </p:nvGrpSpPr>
          <p:grpSpPr>
            <a:xfrm>
              <a:off x="1243806" y="483518"/>
              <a:ext cx="3800317" cy="307777"/>
              <a:chOff x="1097746" y="427768"/>
              <a:chExt cx="3800317" cy="307777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097746" y="427768"/>
                <a:ext cx="3800317" cy="307777"/>
                <a:chOff x="1097746" y="427768"/>
                <a:chExt cx="3800317" cy="307777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1187624" y="427768"/>
                  <a:ext cx="3710439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six</a:t>
                  </a:r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Box 20"/>
          <p:cNvSpPr txBox="1"/>
          <p:nvPr/>
        </p:nvSpPr>
        <p:spPr>
          <a:xfrm>
            <a:off x="1331640" y="1995686"/>
            <a:ext cx="66226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正文 </a:t>
            </a:r>
            <a:r>
              <a:rPr lang="zh-CN" altLang="en-US" sz="4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应该怎样写</a:t>
            </a:r>
            <a:r>
              <a:rPr lang="zh-CN" altLang="en-US" sz="4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书体坊米芾体" pitchFamily="2" charset="-122"/>
                <a:ea typeface="书体坊米芾体" pitchFamily="2" charset="-122"/>
              </a:rPr>
              <a:t>？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书体坊米芾体" pitchFamily="2" charset="-122"/>
              <a:ea typeface="书体坊米芾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79810" y="1923678"/>
            <a:ext cx="6637189" cy="1224136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01397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1279810" y="3094863"/>
            <a:ext cx="2140062" cy="52322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279810" y="2407047"/>
            <a:ext cx="2140062" cy="52322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279810" y="1707654"/>
            <a:ext cx="2140062" cy="52322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243806" y="-20538"/>
            <a:ext cx="6712570" cy="811833"/>
            <a:chOff x="1243806" y="-20538"/>
            <a:chExt cx="6712570" cy="811833"/>
          </a:xfrm>
        </p:grpSpPr>
        <p:grpSp>
          <p:nvGrpSpPr>
            <p:cNvPr id="2" name="组合 1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6" name="圆角矩形 5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" name="TextBox 3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</p:txBody>
          </p:sp>
          <p:cxnSp>
            <p:nvCxnSpPr>
              <p:cNvPr id="5" name="直接连接符 4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/>
            <p:cNvGrpSpPr/>
            <p:nvPr/>
          </p:nvGrpSpPr>
          <p:grpSpPr>
            <a:xfrm>
              <a:off x="1243806" y="483518"/>
              <a:ext cx="3800317" cy="307777"/>
              <a:chOff x="1097746" y="427768"/>
              <a:chExt cx="3800317" cy="307777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097746" y="427768"/>
                <a:ext cx="3800317" cy="307777"/>
                <a:chOff x="1097746" y="427768"/>
                <a:chExt cx="3800317" cy="307777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1187624" y="427768"/>
                  <a:ext cx="3710439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six</a:t>
                  </a:r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/>
          <p:cNvSpPr txBox="1"/>
          <p:nvPr/>
        </p:nvSpPr>
        <p:spPr>
          <a:xfrm>
            <a:off x="1049767" y="1050290"/>
            <a:ext cx="5178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设想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这是你把产品推销给客户的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唯一机会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… …】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2025" y="1779662"/>
            <a:ext cx="3624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差不多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还可以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也行吧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新蒂小丸子小学版" pitchFamily="66" charset="-122"/>
              <a:ea typeface="新蒂小丸子小学版" pitchFamily="66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96030" y="2560935"/>
            <a:ext cx="3300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最好用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最独特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最合适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新蒂小丸子小学版" pitchFamily="66" charset="-122"/>
              <a:ea typeface="新蒂小丸子小学版" pitchFamily="66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96030" y="3238696"/>
            <a:ext cx="308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世界第一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无法超越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…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新蒂小丸子小学版" pitchFamily="66" charset="-122"/>
              <a:ea typeface="新蒂小丸子小学版" pitchFamily="66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31640" y="168849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含糊其辞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造字工房尚雅体演示版常规体" pitchFamily="50" charset="-122"/>
              <a:ea typeface="造字工房尚雅体演示版常规体" pitchFamily="5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79680" y="2407047"/>
            <a:ext cx="2061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最高级形容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造字工房尚雅体演示版常规体" pitchFamily="50" charset="-122"/>
              <a:ea typeface="造字工房尚雅体演示版常规体" pitchFamily="5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31640" y="3094863"/>
            <a:ext cx="1762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>
                    <a:lumMod val="9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自吹自擂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造字工房尚雅体演示版常规体" pitchFamily="50" charset="-122"/>
              <a:ea typeface="造字工房尚雅体演示版常规体" pitchFamily="50" charset="-122"/>
            </a:endParaRPr>
          </a:p>
        </p:txBody>
      </p:sp>
      <p:sp>
        <p:nvSpPr>
          <p:cNvPr id="29" name="乘号 28"/>
          <p:cNvSpPr/>
          <p:nvPr/>
        </p:nvSpPr>
        <p:spPr>
          <a:xfrm>
            <a:off x="3347864" y="1203598"/>
            <a:ext cx="4932547" cy="2889612"/>
          </a:xfrm>
          <a:prstGeom prst="mathMultiply">
            <a:avLst/>
          </a:prstGeom>
          <a:solidFill>
            <a:srgbClr val="95373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279810" y="1707654"/>
            <a:ext cx="6640562" cy="52322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279810" y="2408570"/>
            <a:ext cx="6636556" cy="52322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279810" y="3089230"/>
            <a:ext cx="6636556" cy="52322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01397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"/>
                            </p:stCondLst>
                            <p:childTnLst>
                              <p:par>
                                <p:cTn id="5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5" grpId="0" animBg="1"/>
      <p:bldP spid="22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9" grpId="0" animBg="1"/>
      <p:bldP spid="29" grpId="1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43806" y="-20538"/>
            <a:ext cx="6712570" cy="811833"/>
            <a:chOff x="1243806" y="-20538"/>
            <a:chExt cx="6712570" cy="811833"/>
          </a:xfrm>
        </p:grpSpPr>
        <p:grpSp>
          <p:nvGrpSpPr>
            <p:cNvPr id="3" name="组合 2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12" name="圆角矩形 11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ctr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方正姚体" pitchFamily="2" charset="-122"/>
                    <a:ea typeface="方正姚体" pitchFamily="2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方正姚体" pitchFamily="2" charset="-122"/>
                    <a:ea typeface="方正姚体" pitchFamily="2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方正姚体" pitchFamily="2" charset="-122"/>
                    <a:ea typeface="方正姚体" pitchFamily="2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方正姚体" pitchFamily="2" charset="-122"/>
                  <a:ea typeface="方正姚体" pitchFamily="2" charset="-122"/>
                </a:endParaRPr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"/>
            <p:cNvGrpSpPr/>
            <p:nvPr/>
          </p:nvGrpSpPr>
          <p:grpSpPr>
            <a:xfrm>
              <a:off x="1243806" y="483518"/>
              <a:ext cx="3800317" cy="307777"/>
              <a:chOff x="1097746" y="427768"/>
              <a:chExt cx="3800317" cy="307777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1097746" y="427768"/>
                <a:ext cx="3800317" cy="307777"/>
                <a:chOff x="1097746" y="427768"/>
                <a:chExt cx="3800317" cy="307777"/>
              </a:xfrm>
            </p:grpSpPr>
            <p:sp>
              <p:nvSpPr>
                <p:cNvPr id="7" name="矩形 6"/>
                <p:cNvSpPr/>
                <p:nvPr/>
              </p:nvSpPr>
              <p:spPr>
                <a:xfrm>
                  <a:off x="1187624" y="427768"/>
                  <a:ext cx="3710439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six</a:t>
                  </a:r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矩形 21"/>
          <p:cNvSpPr/>
          <p:nvPr/>
        </p:nvSpPr>
        <p:spPr>
          <a:xfrm>
            <a:off x="1271375" y="2643758"/>
            <a:ext cx="7884368" cy="1152128"/>
          </a:xfrm>
          <a:prstGeom prst="rect">
            <a:avLst/>
          </a:prstGeom>
          <a:solidFill>
            <a:srgbClr val="953735"/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 descr="C:\Documents and Settings\Administrator\My Documents\Downloads\P40809-13035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347614"/>
            <a:ext cx="2485341" cy="321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4427984" y="2139702"/>
            <a:ext cx="3960440" cy="2599839"/>
            <a:chOff x="4427984" y="2139702"/>
            <a:chExt cx="3960440" cy="2599839"/>
          </a:xfrm>
        </p:grpSpPr>
        <p:grpSp>
          <p:nvGrpSpPr>
            <p:cNvPr id="18" name="组合 17"/>
            <p:cNvGrpSpPr/>
            <p:nvPr/>
          </p:nvGrpSpPr>
          <p:grpSpPr>
            <a:xfrm>
              <a:off x="4427984" y="2139702"/>
              <a:ext cx="3924436" cy="2599839"/>
              <a:chOff x="4463988" y="2003237"/>
              <a:chExt cx="3924436" cy="2599839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4463988" y="2003237"/>
                <a:ext cx="100811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0" dirty="0" smtClean="0">
                    <a:solidFill>
                      <a:srgbClr val="C5C5C5"/>
                    </a:solidFill>
                    <a:latin typeface="Modern Edge" pitchFamily="2" charset="0"/>
                    <a:ea typeface="Modern Edge" pitchFamily="2" charset="0"/>
                  </a:rPr>
                  <a:t>“</a:t>
                </a:r>
                <a:endParaRPr lang="zh-CN" altLang="en-US" sz="6000" dirty="0">
                  <a:solidFill>
                    <a:srgbClr val="C5C5C5"/>
                  </a:solidFill>
                  <a:latin typeface="Modern Edge" pitchFamily="2" charset="0"/>
                  <a:ea typeface="Modern Edge" pitchFamily="2" charset="0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776356" y="3587413"/>
                <a:ext cx="61206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0" dirty="0" smtClean="0">
                    <a:solidFill>
                      <a:srgbClr val="C5C5C5"/>
                    </a:solidFill>
                    <a:latin typeface="Modern Edge" pitchFamily="2" charset="0"/>
                    <a:ea typeface="Modern Edge" pitchFamily="2" charset="0"/>
                  </a:rPr>
                  <a:t>”</a:t>
                </a:r>
                <a:endParaRPr lang="zh-CN" altLang="en-US" sz="6000" dirty="0">
                  <a:solidFill>
                    <a:srgbClr val="C5C5C5"/>
                  </a:solidFill>
                  <a:latin typeface="Modern Edge" pitchFamily="2" charset="0"/>
                  <a:ea typeface="Modern Edge" pitchFamily="2" charset="0"/>
                </a:endParaRP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4427984" y="2643758"/>
              <a:ext cx="3960440" cy="1126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4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 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       健力士黑啤酒广告 </a:t>
              </a:r>
              <a:r>
                <a:rPr lang="en-US" altLang="zh-CN" sz="1600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: 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生蚝食用指南。介绍了</a:t>
              </a:r>
              <a:r>
                <a:rPr lang="en-US" altLang="zh-CN" sz="1600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9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种不同肉质和味道的蚝 </a:t>
              </a:r>
              <a:r>
                <a:rPr lang="en-US" altLang="zh-CN" sz="1600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, 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因为吃蚝最好是喝健力士黑啤酒。</a:t>
              </a:r>
              <a:endParaRPr lang="zh-CN" altLang="en-US" sz="1600" dirty="0">
                <a:solidFill>
                  <a:schemeClr val="bg1"/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33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243806" y="-20538"/>
            <a:ext cx="6712570" cy="811833"/>
            <a:chOff x="1243806" y="-20538"/>
            <a:chExt cx="6712570" cy="811833"/>
          </a:xfrm>
        </p:grpSpPr>
        <p:grpSp>
          <p:nvGrpSpPr>
            <p:cNvPr id="2" name="组合 1"/>
            <p:cNvGrpSpPr/>
            <p:nvPr/>
          </p:nvGrpSpPr>
          <p:grpSpPr>
            <a:xfrm>
              <a:off x="7020272" y="-20538"/>
              <a:ext cx="936104" cy="754053"/>
              <a:chOff x="6912260" y="-20538"/>
              <a:chExt cx="936104" cy="754053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948264" y="-1"/>
                <a:ext cx="864096" cy="704479"/>
                <a:chOff x="683568" y="555526"/>
                <a:chExt cx="1440160" cy="627534"/>
              </a:xfrm>
            </p:grpSpPr>
            <p:sp>
              <p:nvSpPr>
                <p:cNvPr id="6" name="圆角矩形 5"/>
                <p:cNvSpPr/>
                <p:nvPr/>
              </p:nvSpPr>
              <p:spPr>
                <a:xfrm>
                  <a:off x="683568" y="771550"/>
                  <a:ext cx="1440160" cy="411510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683568" y="555526"/>
                  <a:ext cx="1440160" cy="28803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" name="TextBox 3"/>
              <p:cNvSpPr txBox="1"/>
              <p:nvPr/>
            </p:nvSpPr>
            <p:spPr>
              <a:xfrm>
                <a:off x="6912260" y="-20538"/>
                <a:ext cx="936104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一个广告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/>
                <a:r>
                  <a:rPr lang="zh-CN" altLang="en-US" sz="140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人的自白</a:t>
                </a:r>
                <a:endParaRPr lang="en-US" altLang="zh-CN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  <a:p>
                <a:pPr algn="dist">
                  <a:lnSpc>
                    <a:spcPct val="150000"/>
                  </a:lnSpc>
                </a:pP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大卫</a:t>
                </a:r>
                <a:r>
                  <a:rPr lang="en-US" altLang="zh-CN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·</a:t>
                </a:r>
                <a:r>
                  <a:rPr lang="zh-CN" altLang="en-US" sz="1000" spc="-150" dirty="0" smtClean="0">
                    <a:solidFill>
                      <a:schemeClr val="bg1">
                        <a:lumMod val="95000"/>
                      </a:schemeClr>
                    </a:solidFill>
                    <a:latin typeface="造字工房尚雅体演示版常规体" pitchFamily="50" charset="-122"/>
                    <a:ea typeface="造字工房尚雅体演示版常规体" pitchFamily="50" charset="-122"/>
                  </a:rPr>
                  <a:t>奥格威</a:t>
                </a:r>
                <a:endParaRPr lang="zh-CN" altLang="en-US" sz="1000" spc="-150" dirty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endParaRPr>
              </a:p>
            </p:txBody>
          </p:sp>
          <p:cxnSp>
            <p:nvCxnSpPr>
              <p:cNvPr id="5" name="直接连接符 4"/>
              <p:cNvCxnSpPr/>
              <p:nvPr/>
            </p:nvCxnSpPr>
            <p:spPr>
              <a:xfrm flipV="1">
                <a:off x="7020272" y="473494"/>
                <a:ext cx="720080" cy="2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/>
            <p:cNvGrpSpPr/>
            <p:nvPr/>
          </p:nvGrpSpPr>
          <p:grpSpPr>
            <a:xfrm>
              <a:off x="1243806" y="483518"/>
              <a:ext cx="3800317" cy="307777"/>
              <a:chOff x="1097746" y="427768"/>
              <a:chExt cx="3800317" cy="307777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097746" y="427768"/>
                <a:ext cx="3800317" cy="307777"/>
                <a:chOff x="1097746" y="427768"/>
                <a:chExt cx="3800317" cy="307777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1187624" y="427768"/>
                  <a:ext cx="3710439" cy="30777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Confessions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 of  an  Advertising  Man    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Chapter</a:t>
                  </a:r>
                  <a:r>
                    <a:rPr lang="en-US" altLang="zh-CN" sz="1400" dirty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 </a:t>
                  </a:r>
                  <a:r>
                    <a:rPr lang="en-US" altLang="zh-CN" sz="1400" dirty="0" smtClean="0">
                      <a:solidFill>
                        <a:schemeClr val="bg1">
                          <a:lumMod val="50000"/>
                        </a:schemeClr>
                      </a:solidFill>
                      <a:latin typeface="书体坊米芾体" pitchFamily="2" charset="-122"/>
                      <a:ea typeface="书体坊米芾体" pitchFamily="2" charset="-122"/>
                    </a:rPr>
                    <a:t>six</a:t>
                  </a:r>
                  <a:endPara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书体坊米芾体" pitchFamily="2" charset="-122"/>
                    <a:ea typeface="书体坊米芾体" pitchFamily="2" charset="-122"/>
                  </a:endParaRPr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1097746" y="561911"/>
                  <a:ext cx="72008" cy="7200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995936" y="482424"/>
                <a:ext cx="0" cy="230982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" name="TextBox 16"/>
          <p:cNvSpPr txBox="1"/>
          <p:nvPr/>
        </p:nvSpPr>
        <p:spPr>
          <a:xfrm>
            <a:off x="2659520" y="1491630"/>
            <a:ext cx="4072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写</a:t>
            </a:r>
            <a:r>
              <a:rPr lang="zh-CN" altLang="en-US" sz="3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好</a:t>
            </a:r>
            <a:r>
              <a:rPr lang="zh-CN" alt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尚雅体演示版常规体" pitchFamily="50" charset="-122"/>
                <a:ea typeface="造字工房尚雅体演示版常规体" pitchFamily="50" charset="-122"/>
              </a:rPr>
              <a:t>正文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rPr>
              <a:t>有哪些技巧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书体坊米芾体" pitchFamily="2" charset="-122"/>
                <a:ea typeface="书体坊米芾体" pitchFamily="2" charset="-122"/>
              </a:rPr>
              <a:t>？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书体坊米芾体" pitchFamily="2" charset="-122"/>
              <a:ea typeface="书体坊米芾体" pitchFamily="2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323528" y="-4485034"/>
            <a:ext cx="8568952" cy="8815753"/>
            <a:chOff x="323528" y="-4485034"/>
            <a:chExt cx="8568952" cy="8815753"/>
          </a:xfrm>
        </p:grpSpPr>
        <p:cxnSp>
          <p:nvCxnSpPr>
            <p:cNvPr id="59" name="直接连接符 58"/>
            <p:cNvCxnSpPr/>
            <p:nvPr/>
          </p:nvCxnSpPr>
          <p:spPr>
            <a:xfrm rot="5400000" flipH="1">
              <a:off x="6966266" y="2301720"/>
              <a:ext cx="396044" cy="432048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空心弧 33"/>
            <p:cNvSpPr/>
            <p:nvPr/>
          </p:nvSpPr>
          <p:spPr>
            <a:xfrm rot="5400000">
              <a:off x="935596" y="-5097102"/>
              <a:ext cx="7344816" cy="8568952"/>
            </a:xfrm>
            <a:prstGeom prst="blockArc">
              <a:avLst>
                <a:gd name="adj1" fmla="val 18900000"/>
                <a:gd name="adj2" fmla="val 2700000"/>
                <a:gd name="adj3" fmla="val 39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1" name="矩形 40"/>
            <p:cNvSpPr/>
            <p:nvPr/>
          </p:nvSpPr>
          <p:spPr>
            <a:xfrm>
              <a:off x="1259632" y="2715766"/>
              <a:ext cx="1080120" cy="1440160"/>
            </a:xfrm>
            <a:prstGeom prst="rect">
              <a:avLst/>
            </a:prstGeom>
            <a:solidFill>
              <a:schemeClr val="bg1">
                <a:lumMod val="6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2483768" y="3003798"/>
              <a:ext cx="936104" cy="1152128"/>
            </a:xfrm>
            <a:prstGeom prst="rect">
              <a:avLst/>
            </a:prstGeom>
            <a:solidFill>
              <a:schemeClr val="bg1">
                <a:lumMod val="65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3563888" y="3291830"/>
              <a:ext cx="936104" cy="864095"/>
            </a:xfrm>
            <a:prstGeom prst="rect">
              <a:avLst/>
            </a:prstGeom>
            <a:solidFill>
              <a:schemeClr val="bg1">
                <a:lumMod val="50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4675744" y="3291830"/>
              <a:ext cx="976376" cy="864096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796136" y="3003798"/>
              <a:ext cx="936104" cy="1152128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6876256" y="2715766"/>
              <a:ext cx="1044116" cy="1440160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259632" y="3468945"/>
              <a:ext cx="1169551" cy="86177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lvl="0"/>
              <a:r>
                <a:rPr lang="zh-CN" altLang="en-US" sz="1600" dirty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介绍详细但不冗长</a:t>
              </a:r>
            </a:p>
            <a:p>
              <a:endParaRPr lang="zh-CN" altLang="en-US" sz="1600" dirty="0">
                <a:solidFill>
                  <a:srgbClr val="953735"/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2458021" y="3468945"/>
              <a:ext cx="118577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1600" dirty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使用</a:t>
              </a:r>
              <a:r>
                <a:rPr lang="zh-CN" altLang="en-US" sz="1600" dirty="0" smtClean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用户经验之谈</a:t>
              </a:r>
              <a:endParaRPr lang="zh-CN" altLang="en-US" sz="1600" dirty="0">
                <a:solidFill>
                  <a:srgbClr val="953735"/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528152" y="3468945"/>
              <a:ext cx="102453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1600" dirty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提供</a:t>
              </a:r>
              <a:r>
                <a:rPr lang="zh-CN" altLang="en-US" sz="1600" dirty="0" smtClean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实用资讯</a:t>
              </a:r>
              <a:r>
                <a:rPr lang="zh-CN" altLang="en-US" sz="1600" dirty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服务</a:t>
              </a:r>
            </a:p>
          </p:txBody>
        </p:sp>
        <p:sp>
          <p:nvSpPr>
            <p:cNvPr id="51" name="矩形 50"/>
            <p:cNvSpPr/>
            <p:nvPr/>
          </p:nvSpPr>
          <p:spPr>
            <a:xfrm>
              <a:off x="4644008" y="3468945"/>
              <a:ext cx="118577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1600" dirty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使用日常</a:t>
              </a:r>
              <a:r>
                <a:rPr lang="zh-CN" altLang="en-US" sz="1600" dirty="0" smtClean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通俗语言</a:t>
              </a:r>
              <a:endParaRPr lang="zh-CN" altLang="en-US" sz="1600" dirty="0">
                <a:solidFill>
                  <a:srgbClr val="953735"/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779717" y="3468944"/>
              <a:ext cx="102453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1600" dirty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不从娱乐角度写</a:t>
              </a:r>
              <a:r>
                <a:rPr lang="zh-CN" altLang="en-US" sz="1600" dirty="0" smtClean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文</a:t>
              </a:r>
              <a:endParaRPr lang="zh-CN" altLang="en-US" sz="1600" dirty="0">
                <a:solidFill>
                  <a:srgbClr val="953735"/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6876256" y="3468943"/>
              <a:ext cx="108012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1600" dirty="0">
                  <a:solidFill>
                    <a:srgbClr val="953735"/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避免文学派的广告</a:t>
              </a:r>
              <a:endParaRPr lang="en-US" altLang="zh-CN" sz="1600" dirty="0">
                <a:solidFill>
                  <a:srgbClr val="953735"/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6804248" y="2175706"/>
              <a:ext cx="216024" cy="216024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/>
            <p:cNvCxnSpPr>
              <a:endCxn id="41" idx="0"/>
            </p:cNvCxnSpPr>
            <p:nvPr/>
          </p:nvCxnSpPr>
          <p:spPr>
            <a:xfrm flipH="1">
              <a:off x="1799692" y="2283718"/>
              <a:ext cx="396044" cy="4320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>
              <a:endCxn id="42" idx="0"/>
            </p:cNvCxnSpPr>
            <p:nvPr/>
          </p:nvCxnSpPr>
          <p:spPr>
            <a:xfrm flipH="1">
              <a:off x="2951820" y="2607754"/>
              <a:ext cx="99089" cy="3960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3990873" y="2859782"/>
              <a:ext cx="151123" cy="43204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>
              <a:stCxn id="44" idx="0"/>
            </p:cNvCxnSpPr>
            <p:nvPr/>
          </p:nvCxnSpPr>
          <p:spPr>
            <a:xfrm flipH="1" flipV="1">
              <a:off x="5004048" y="2805776"/>
              <a:ext cx="159884" cy="48605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 flipV="1">
              <a:off x="6104304" y="2517744"/>
              <a:ext cx="159884" cy="48605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椭圆 66"/>
            <p:cNvSpPr/>
            <p:nvPr/>
          </p:nvSpPr>
          <p:spPr>
            <a:xfrm>
              <a:off x="2951820" y="2499742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4040417" y="2719921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4896036" y="2719921"/>
              <a:ext cx="216024" cy="21602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6047919" y="2494233"/>
              <a:ext cx="216024" cy="21602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2136969" y="2107853"/>
              <a:ext cx="216024" cy="21602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055965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868144" y="2033721"/>
            <a:ext cx="936104" cy="754053"/>
            <a:chOff x="6912260" y="-20538"/>
            <a:chExt cx="936104" cy="754053"/>
          </a:xfrm>
        </p:grpSpPr>
        <p:grpSp>
          <p:nvGrpSpPr>
            <p:cNvPr id="3" name="组合 2"/>
            <p:cNvGrpSpPr/>
            <p:nvPr/>
          </p:nvGrpSpPr>
          <p:grpSpPr>
            <a:xfrm>
              <a:off x="6948264" y="-1"/>
              <a:ext cx="864096" cy="704479"/>
              <a:chOff x="683568" y="555526"/>
              <a:chExt cx="1440160" cy="627534"/>
            </a:xfrm>
          </p:grpSpPr>
          <p:sp>
            <p:nvSpPr>
              <p:cNvPr id="6" name="圆角矩形 5"/>
              <p:cNvSpPr/>
              <p:nvPr/>
            </p:nvSpPr>
            <p:spPr>
              <a:xfrm>
                <a:off x="683568" y="771550"/>
                <a:ext cx="1440160" cy="41151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683568" y="555526"/>
                <a:ext cx="1440160" cy="288032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6912260" y="-20538"/>
              <a:ext cx="936104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一个广告</a:t>
              </a:r>
              <a:endParaRPr lang="en-US" altLang="zh-CN" sz="1400" dirty="0" smtClean="0">
                <a:solidFill>
                  <a:schemeClr val="bg1">
                    <a:lumMod val="9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  <a:p>
              <a:pPr algn="dist"/>
              <a:r>
                <a:rPr lang="zh-CN" altLang="en-US" sz="140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人的自白</a:t>
              </a:r>
              <a:endParaRPr lang="en-US" altLang="zh-CN" sz="1400" dirty="0" smtClean="0">
                <a:solidFill>
                  <a:schemeClr val="bg1">
                    <a:lumMod val="9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  <a:p>
              <a:pPr algn="dist">
                <a:lnSpc>
                  <a:spcPct val="150000"/>
                </a:lnSpc>
              </a:pPr>
              <a:r>
                <a:rPr lang="zh-CN" altLang="en-US" sz="1000" spc="-15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大卫</a:t>
              </a:r>
              <a:r>
                <a:rPr lang="en-US" altLang="zh-CN" sz="1000" spc="-15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·</a:t>
              </a:r>
              <a:r>
                <a:rPr lang="zh-CN" altLang="en-US" sz="1000" spc="-150" dirty="0" smtClean="0">
                  <a:solidFill>
                    <a:schemeClr val="bg1">
                      <a:lumMod val="95000"/>
                    </a:schemeClr>
                  </a:solidFill>
                  <a:latin typeface="造字工房尚雅体演示版常规体" pitchFamily="50" charset="-122"/>
                  <a:ea typeface="造字工房尚雅体演示版常规体" pitchFamily="50" charset="-122"/>
                </a:rPr>
                <a:t>奥格威</a:t>
              </a:r>
              <a:endParaRPr lang="zh-CN" altLang="en-US" sz="1000" spc="-150" dirty="0">
                <a:solidFill>
                  <a:schemeClr val="bg1">
                    <a:lumMod val="95000"/>
                  </a:schemeClr>
                </a:solidFill>
                <a:latin typeface="造字工房尚雅体演示版常规体" pitchFamily="50" charset="-122"/>
                <a:ea typeface="造字工房尚雅体演示版常规体" pitchFamily="50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 flipV="1">
              <a:off x="7020272" y="473494"/>
              <a:ext cx="720080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2411760" y="2067694"/>
            <a:ext cx="3384376" cy="338554"/>
            <a:chOff x="1097746" y="406282"/>
            <a:chExt cx="3384376" cy="338554"/>
          </a:xfrm>
        </p:grpSpPr>
        <p:sp>
          <p:nvSpPr>
            <p:cNvPr id="11" name="矩形 10"/>
            <p:cNvSpPr/>
            <p:nvPr/>
          </p:nvSpPr>
          <p:spPr>
            <a:xfrm>
              <a:off x="1244056" y="406282"/>
              <a:ext cx="3238066" cy="33855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Confessions </a:t>
              </a:r>
              <a:r>
                <a:rPr lang="en-US" altLang="zh-CN" sz="1600" dirty="0" smtClean="0">
                  <a:solidFill>
                    <a:schemeClr val="bg1">
                      <a:lumMod val="50000"/>
                    </a:schemeClr>
                  </a:solidFill>
                </a:rPr>
                <a:t> of  an  Advertising  Man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书体坊米芾体" pitchFamily="2" charset="-122"/>
                <a:ea typeface="书体坊米芾体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097746" y="561911"/>
              <a:ext cx="72008" cy="7200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558070" y="2326109"/>
            <a:ext cx="32380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smtClean="0">
                <a:solidFill>
                  <a:schemeClr val="bg1">
                    <a:lumMod val="50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Thank  you  for  reading</a:t>
            </a:r>
            <a:endParaRPr lang="zh-CN" altLang="en-US" sz="2200" dirty="0">
              <a:solidFill>
                <a:schemeClr val="bg1">
                  <a:lumMod val="50000"/>
                </a:schemeClr>
              </a:solidFill>
              <a:latin typeface="新蒂小丸子小学版" pitchFamily="66" charset="-122"/>
              <a:ea typeface="新蒂小丸子小学版" pitchFamily="66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339752" y="2054258"/>
            <a:ext cx="3456384" cy="70447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7524328" y="4659982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新蒂小丸子小学版" pitchFamily="66" charset="-122"/>
                <a:ea typeface="新蒂小丸子小学版" pitchFamily="66" charset="-122"/>
              </a:rPr>
              <a:t>By  Dreamine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新蒂小丸子小学版" pitchFamily="66" charset="-122"/>
              <a:ea typeface="新蒂小丸子小学版" pitchFamily="66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055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4873" y="807837"/>
            <a:ext cx="5554256" cy="3166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180579" y="213494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21824" y="213494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921516" y="213494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60097" y="2990071"/>
            <a:ext cx="5554256" cy="134459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991318" y="3227856"/>
            <a:ext cx="51613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860097" y="1718815"/>
            <a:ext cx="1180991" cy="814780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83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241229" y="1718816"/>
            <a:ext cx="1180991" cy="982937"/>
            <a:chOff x="107380" y="2024805"/>
            <a:chExt cx="1944270" cy="161821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4"/>
              <a:ext cx="1728239" cy="1260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99742" y="1718815"/>
            <a:ext cx="1180991" cy="814780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83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965253" y="1718815"/>
            <a:ext cx="1180991" cy="814780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83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51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97291" y="2965405"/>
            <a:ext cx="5569445" cy="988743"/>
            <a:chOff x="0" y="3359571"/>
            <a:chExt cx="9169004" cy="1627773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831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5587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851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4"/>
              <a:ext cx="594123" cy="613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23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3644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618640" cy="966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735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458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47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79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7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1"/>
              <a:ext cx="757239" cy="79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7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8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8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21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4"/>
              <a:ext cx="3193757" cy="383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8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912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526406" y="1040328"/>
            <a:ext cx="4111217" cy="178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2673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140</a:t>
            </a:r>
            <a:r>
              <a:rPr lang="zh-CN" altLang="en-US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673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701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0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738</Words>
  <Application>Microsoft Office PowerPoint</Application>
  <PresentationFormat>全屏显示(16:9)</PresentationFormat>
  <Paragraphs>132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Modern Edge</vt:lpstr>
      <vt:lpstr>方正姚体</vt:lpstr>
      <vt:lpstr>方正正黑简体</vt:lpstr>
      <vt:lpstr>方正正中黑简体</vt:lpstr>
      <vt:lpstr>经典繁仿圆</vt:lpstr>
      <vt:lpstr>书体坊米芾体</vt:lpstr>
      <vt:lpstr>宋体</vt:lpstr>
      <vt:lpstr>微软雅黑</vt:lpstr>
      <vt:lpstr>新蒂小丸子小学版</vt:lpstr>
      <vt:lpstr>造字工房尚雅体演示版常规体</vt:lpstr>
      <vt:lpstr>Arial</vt:lpstr>
      <vt:lpstr>Calibri</vt:lpstr>
      <vt:lpstr>Calibri Light</vt:lpstr>
      <vt:lpstr>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xiaoba1990</dc:creator>
  <cp:lastModifiedBy>小巴</cp:lastModifiedBy>
  <cp:revision>74</cp:revision>
  <dcterms:modified xsi:type="dcterms:W3CDTF">2014-08-15T02:46:21Z</dcterms:modified>
</cp:coreProperties>
</file>