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embeddedFontLst>
    <p:embeddedFont>
      <p:font typeface="方正黄草简体" panose="02010601030101010101" pitchFamily="2" charset="-122"/>
      <p:regular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微软雅黑" panose="020B0503020204020204" pitchFamily="34" charset="-122"/>
      <p:regular r:id="rId20"/>
      <p:bold r:id="rId21"/>
    </p:embeddedFont>
    <p:embeddedFont>
      <p:font typeface="方正姚体简体" panose="02010601030101010101" pitchFamily="2" charset="-122"/>
      <p:regular r:id="rId22"/>
    </p:embeddedFont>
    <p:embeddedFont>
      <p:font typeface="方正正黑简体" panose="02000000000000000000" pitchFamily="2" charset="-122"/>
      <p:regular r:id="rId23"/>
    </p:embeddedFont>
    <p:embeddedFont>
      <p:font typeface="方正粗倩简体" panose="03000509000000000000" pitchFamily="65" charset="-122"/>
      <p:regular r:id="rId24"/>
    </p:embeddedFont>
    <p:embeddedFont>
      <p:font typeface="方正正中黑简体" panose="02000000000000000000" pitchFamily="2" charset="-122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SketchFlow Print" panose="020B0604020202020204" charset="0"/>
      <p:regular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38023"/>
            <a:ext cx="12192000" cy="69960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16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-138023"/>
            <a:ext cx="12192000" cy="69960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29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32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72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622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95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504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1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45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73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273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84C2EC-F852-470A-A9DD-86F0A59AC289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0420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BA8B93-8351-4898-BB24-564053CE230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819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5B81E-7CF0-4F5B-9FF8-B9F51549063A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810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ED4D57-6B8A-480D-AA65-EF318E8BA923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562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4"/>
            <a:ext cx="5183188" cy="823913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2F1E0D-3DB7-4B98-B5A2-0BD6175C0CFB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155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7E9454-2E4F-4179-AC26-B45346A8E5E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19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AA2A7E-54E6-4B9A-B9F2-26045CE35D3E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968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F94B2-F66F-4EE6-B1E1-D241C68DB758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76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7" cy="1600201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3932237" cy="3811589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B78EF-B977-4F0E-A8A5-6144ED398882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2510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183D7-0B93-4594-ACC5-74436FEF7CD1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7506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8372D8-672D-457D-A7E8-104FA1A9EB76}" type="slidenum">
              <a:rPr lang="zh-CN" altLang="zh-CN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322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CDED0-3FEF-418C-82A4-00324EF9C3FF}" type="datetimeFigureOut">
              <a:rPr lang="zh-CN" altLang="en-US" smtClean="0"/>
              <a:t>2014/6/30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DCA3D-D532-40E7-BC1B-AA126DE78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42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B7F8D54-5516-4B2E-AB95-6F67C90F4696}" type="slidenum">
              <a:rPr lang="zh-CN" altLang="zh-CN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zh-CN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524000" y="1107954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016000" y="1107954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8508000" y="1107954"/>
            <a:ext cx="2160000" cy="216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95502" y="4429919"/>
            <a:ext cx="86485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  <a:latin typeface="SketchFlow Print" panose="02000000000000000000" pitchFamily="2" charset="0"/>
                <a:ea typeface="方正黄草简体" panose="03000509000000000000" pitchFamily="65" charset="-122"/>
              </a:rPr>
              <a:t>每个人都会死，但我总以为我不会</a:t>
            </a:r>
            <a:endParaRPr lang="zh-CN" altLang="en-US" sz="4400" dirty="0">
              <a:solidFill>
                <a:schemeClr val="bg1"/>
              </a:solidFill>
              <a:latin typeface="SketchFlow Print" panose="02000000000000000000" pitchFamily="2" charset="0"/>
              <a:ea typeface="方正黄草简体" panose="03000509000000000000" pitchFamily="65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24675" y="6047874"/>
            <a:ext cx="720000" cy="540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924164" y="6181334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rPr>
              <a:t>@</a:t>
            </a:r>
            <a:r>
              <a:rPr lang="zh-CN" altLang="en-US" dirty="0" smtClean="0">
                <a:solidFill>
                  <a:schemeClr val="bg1"/>
                </a:solidFill>
                <a:latin typeface="方正姚体简体" panose="03000509000000000000" pitchFamily="65" charset="-122"/>
                <a:ea typeface="方正姚体简体" panose="03000509000000000000" pitchFamily="65" charset="-122"/>
              </a:rPr>
              <a:t>蝙蝠君</a:t>
            </a:r>
            <a:endParaRPr lang="zh-CN" altLang="en-US" dirty="0">
              <a:solidFill>
                <a:schemeClr val="bg1"/>
              </a:solidFill>
              <a:latin typeface="方正姚体简体" panose="03000509000000000000" pitchFamily="65" charset="-122"/>
              <a:ea typeface="方正姚体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169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671605" y="2341922"/>
            <a:ext cx="931537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以前从没想过为了更好地</a:t>
            </a:r>
            <a:r>
              <a:rPr lang="zh-CN" altLang="en-US" sz="8800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活着</a:t>
            </a:r>
            <a:r>
              <a:rPr lang="zh-CN" altLang="en-US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，应该要好好思考</a:t>
            </a:r>
            <a:r>
              <a:rPr lang="zh-CN" altLang="en-US" sz="8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死亡</a:t>
            </a:r>
            <a:endParaRPr lang="zh-CN" altLang="en-US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674617" y="2655511"/>
            <a:ext cx="3584759" cy="23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9182" y="5029311"/>
            <a:ext cx="1259832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8800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你真的觉得自己会死吗？</a:t>
            </a:r>
            <a:endParaRPr lang="zh-CN" altLang="en-US" sz="88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9182" y="3535508"/>
            <a:ext cx="780213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dirty="0" smtClean="0">
                <a:solidFill>
                  <a:schemeClr val="bg1">
                    <a:lumMod val="50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你真的觉得自己会死吗？</a:t>
            </a:r>
            <a:endParaRPr lang="zh-CN" altLang="en-US" sz="5400" dirty="0">
              <a:solidFill>
                <a:schemeClr val="bg1">
                  <a:lumMod val="50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182" y="2318703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你真的觉得自己会死吗？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9182" y="1286564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你真的觉得自己会死吗？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182" y="439091"/>
            <a:ext cx="18774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你真的觉得自己会死吗？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7402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 flipV="1">
            <a:off x="-288758" y="-513348"/>
            <a:ext cx="13170569" cy="7507706"/>
          </a:xfrm>
          <a:prstGeom prst="line">
            <a:avLst/>
          </a:prstGeom>
          <a:ln w="3651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85011" y="449179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</a:t>
            </a:r>
            <a:endParaRPr lang="zh-CN" altLang="en-US" sz="4800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2400000">
            <a:off x="1041287" y="3614506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</a:t>
            </a:r>
            <a:endParaRPr lang="zh-CN" altLang="en-US" sz="7200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 rot="-1860000">
            <a:off x="1911311" y="204710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 rot="-780000">
            <a:off x="3243010" y="532238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 smtClean="0">
                <a:solidFill>
                  <a:schemeClr val="bg1">
                    <a:lumMod val="6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</a:t>
            </a:r>
            <a:endParaRPr lang="zh-CN" altLang="en-US" sz="8800" dirty="0">
              <a:solidFill>
                <a:schemeClr val="bg1">
                  <a:lumMod val="6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 rot="1500000">
            <a:off x="5592124" y="194265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bg1">
                    <a:lumMod val="6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</a:t>
            </a:r>
            <a:endParaRPr lang="zh-CN" altLang="en-US" sz="2400" dirty="0">
              <a:solidFill>
                <a:schemeClr val="bg1">
                  <a:lumMod val="6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 rot="-1080000">
            <a:off x="7383828" y="79788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是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141195" y="5304382"/>
            <a:ext cx="71962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但</a:t>
            </a: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我总认为那是</a:t>
            </a:r>
            <a:r>
              <a:rPr lang="zh-CN" altLang="en-US" sz="96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很久</a:t>
            </a:r>
            <a:r>
              <a:rPr lang="zh-CN" altLang="en-US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以后的事情</a:t>
            </a:r>
            <a:r>
              <a:rPr lang="en-US" altLang="zh-CN" sz="2400" dirty="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……</a:t>
            </a:r>
            <a:endParaRPr lang="zh-CN" altLang="en-US" sz="24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756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92505" y="2929371"/>
            <a:ext cx="83258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没错，我很怕死！</a:t>
            </a:r>
            <a:endParaRPr lang="en-US" altLang="zh-CN" sz="2400" dirty="0" smtClean="0">
              <a:solidFill>
                <a:schemeClr val="bg1"/>
              </a:solidFill>
              <a:effectLst/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endParaRPr lang="en-US" altLang="zh-CN" sz="2400" dirty="0" smtClean="0">
              <a:solidFill>
                <a:schemeClr val="bg1"/>
              </a:solidFill>
              <a:effectLst/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但我更怕寿命的延长，延长的不是青春，而只是</a:t>
            </a:r>
            <a:endParaRPr lang="zh-CN" altLang="en-US" sz="24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0403" y="3304673"/>
            <a:ext cx="5822185" cy="110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7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-128338" y="1936082"/>
            <a:ext cx="12448674" cy="1638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095999" y="1936082"/>
            <a:ext cx="4000003" cy="1638300"/>
            <a:chOff x="2884818" y="1936082"/>
            <a:chExt cx="4000003" cy="163830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818" y="1936082"/>
              <a:ext cx="2219325" cy="16383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665496" y="1936082"/>
              <a:ext cx="2219325" cy="1638300"/>
            </a:xfrm>
            <a:prstGeom prst="rect">
              <a:avLst/>
            </a:prstGeom>
          </p:spPr>
        </p:pic>
      </p:grpSp>
      <p:sp>
        <p:nvSpPr>
          <p:cNvPr id="8" name="矩形 7"/>
          <p:cNvSpPr/>
          <p:nvPr/>
        </p:nvSpPr>
        <p:spPr>
          <a:xfrm>
            <a:off x="171702" y="2313891"/>
            <a:ext cx="351891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每天睁开眼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你会为新的一天的到来而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……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970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65"/>
          <a:stretch/>
        </p:blipFill>
        <p:spPr>
          <a:xfrm>
            <a:off x="9561095" y="-144379"/>
            <a:ext cx="2743200" cy="171650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98359" y="2892112"/>
            <a:ext cx="1017069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我们的真正问题是</a:t>
            </a:r>
            <a:endParaRPr lang="en-US" altLang="zh-CN" sz="2800" b="1" dirty="0" smtClean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在死亡的深渊面前，怎样才能为 </a:t>
            </a:r>
            <a:r>
              <a:rPr lang="zh-CN" altLang="en-US" sz="4000" b="1" dirty="0" smtClean="0"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活出有意义 </a:t>
            </a:r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的生命负责？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54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28338" y="1331495"/>
            <a:ext cx="12448674" cy="349717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713748" y="6090949"/>
            <a:ext cx="985787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要走出焦虑的困扰，焦虑本身就是出路</a:t>
            </a:r>
            <a:r>
              <a:rPr lang="zh-CN" alt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出路</a:t>
            </a:r>
            <a:r>
              <a:rPr lang="zh-CN" altLang="en-US" sz="40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出路</a:t>
            </a:r>
            <a:r>
              <a:rPr lang="zh-CN" altLang="en-US" sz="54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出路</a:t>
            </a:r>
            <a:endParaRPr lang="zh-CN" altLang="en-US" sz="5400" dirty="0" smtClean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7091" y="1513965"/>
            <a:ext cx="63401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当我们体会到了我们终有一死，于是顿感焦虑</a:t>
            </a:r>
            <a:endParaRPr lang="zh-CN" altLang="en-US" sz="2400" dirty="0">
              <a:solidFill>
                <a:schemeClr val="tx1">
                  <a:lumMod val="50000"/>
                  <a:lumOff val="50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10" name="矩形 9"/>
          <p:cNvSpPr/>
          <p:nvPr/>
        </p:nvSpPr>
        <p:spPr>
          <a:xfrm flipH="1">
            <a:off x="1344628" y="2599642"/>
            <a:ext cx="927850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自我麻醉         自我限制</a:t>
            </a:r>
            <a:endParaRPr lang="zh-CN" altLang="en-US" sz="6600" dirty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50232" y="2150601"/>
            <a:ext cx="4276176" cy="1852863"/>
            <a:chOff x="850232" y="2150601"/>
            <a:chExt cx="4276176" cy="1852863"/>
          </a:xfrm>
        </p:grpSpPr>
        <p:cxnSp>
          <p:nvCxnSpPr>
            <p:cNvPr id="14" name="直接连接符 13"/>
            <p:cNvCxnSpPr/>
            <p:nvPr/>
          </p:nvCxnSpPr>
          <p:spPr>
            <a:xfrm flipV="1">
              <a:off x="850232" y="2245895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3720000" flipV="1">
              <a:off x="1002632" y="2398295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640000" flipV="1">
              <a:off x="3545305" y="2358191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rot="2820000" flipV="1">
              <a:off x="2863517" y="2269961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rot="3600000" flipV="1">
              <a:off x="3015917" y="2422361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6180000" flipV="1">
              <a:off x="3072065" y="2398299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12240000" flipV="1">
              <a:off x="2887581" y="2390279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 rot="8880000" flipV="1">
              <a:off x="1770063" y="2398294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rot="11700000" flipV="1">
              <a:off x="2556875" y="2390277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rot="11700000" flipV="1">
              <a:off x="1326534" y="2390277"/>
              <a:ext cx="1700463" cy="146174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任意多边形 25"/>
          <p:cNvSpPr/>
          <p:nvPr/>
        </p:nvSpPr>
        <p:spPr>
          <a:xfrm>
            <a:off x="7170821" y="2695074"/>
            <a:ext cx="3352800" cy="866273"/>
          </a:xfrm>
          <a:custGeom>
            <a:avLst/>
            <a:gdLst>
              <a:gd name="connsiteX0" fmla="*/ 0 w 3352800"/>
              <a:gd name="connsiteY0" fmla="*/ 497305 h 866273"/>
              <a:gd name="connsiteX1" fmla="*/ 80211 w 3352800"/>
              <a:gd name="connsiteY1" fmla="*/ 417094 h 866273"/>
              <a:gd name="connsiteX2" fmla="*/ 128337 w 3352800"/>
              <a:gd name="connsiteY2" fmla="*/ 352926 h 866273"/>
              <a:gd name="connsiteX3" fmla="*/ 208547 w 3352800"/>
              <a:gd name="connsiteY3" fmla="*/ 320842 h 866273"/>
              <a:gd name="connsiteX4" fmla="*/ 304800 w 3352800"/>
              <a:gd name="connsiteY4" fmla="*/ 224589 h 866273"/>
              <a:gd name="connsiteX5" fmla="*/ 352926 w 3352800"/>
              <a:gd name="connsiteY5" fmla="*/ 176463 h 866273"/>
              <a:gd name="connsiteX6" fmla="*/ 401053 w 3352800"/>
              <a:gd name="connsiteY6" fmla="*/ 144379 h 866273"/>
              <a:gd name="connsiteX7" fmla="*/ 352926 w 3352800"/>
              <a:gd name="connsiteY7" fmla="*/ 16042 h 866273"/>
              <a:gd name="connsiteX8" fmla="*/ 272716 w 3352800"/>
              <a:gd name="connsiteY8" fmla="*/ 32084 h 866273"/>
              <a:gd name="connsiteX9" fmla="*/ 224590 w 3352800"/>
              <a:gd name="connsiteY9" fmla="*/ 64168 h 866273"/>
              <a:gd name="connsiteX10" fmla="*/ 176463 w 3352800"/>
              <a:gd name="connsiteY10" fmla="*/ 80210 h 866273"/>
              <a:gd name="connsiteX11" fmla="*/ 160421 w 3352800"/>
              <a:gd name="connsiteY11" fmla="*/ 128337 h 866273"/>
              <a:gd name="connsiteX12" fmla="*/ 128337 w 3352800"/>
              <a:gd name="connsiteY12" fmla="*/ 176463 h 866273"/>
              <a:gd name="connsiteX13" fmla="*/ 208547 w 3352800"/>
              <a:gd name="connsiteY13" fmla="*/ 336884 h 866273"/>
              <a:gd name="connsiteX14" fmla="*/ 256674 w 3352800"/>
              <a:gd name="connsiteY14" fmla="*/ 352926 h 866273"/>
              <a:gd name="connsiteX15" fmla="*/ 577516 w 3352800"/>
              <a:gd name="connsiteY15" fmla="*/ 336884 h 866273"/>
              <a:gd name="connsiteX16" fmla="*/ 609600 w 3352800"/>
              <a:gd name="connsiteY16" fmla="*/ 288758 h 866273"/>
              <a:gd name="connsiteX17" fmla="*/ 593558 w 3352800"/>
              <a:gd name="connsiteY17" fmla="*/ 208547 h 866273"/>
              <a:gd name="connsiteX18" fmla="*/ 577516 w 3352800"/>
              <a:gd name="connsiteY18" fmla="*/ 160421 h 866273"/>
              <a:gd name="connsiteX19" fmla="*/ 529390 w 3352800"/>
              <a:gd name="connsiteY19" fmla="*/ 176463 h 866273"/>
              <a:gd name="connsiteX20" fmla="*/ 497305 w 3352800"/>
              <a:gd name="connsiteY20" fmla="*/ 208547 h 866273"/>
              <a:gd name="connsiteX21" fmla="*/ 449179 w 3352800"/>
              <a:gd name="connsiteY21" fmla="*/ 240631 h 866273"/>
              <a:gd name="connsiteX22" fmla="*/ 401053 w 3352800"/>
              <a:gd name="connsiteY22" fmla="*/ 304800 h 866273"/>
              <a:gd name="connsiteX23" fmla="*/ 385011 w 3352800"/>
              <a:gd name="connsiteY23" fmla="*/ 352926 h 866273"/>
              <a:gd name="connsiteX24" fmla="*/ 336884 w 3352800"/>
              <a:gd name="connsiteY24" fmla="*/ 401052 h 866273"/>
              <a:gd name="connsiteX25" fmla="*/ 304800 w 3352800"/>
              <a:gd name="connsiteY25" fmla="*/ 449179 h 866273"/>
              <a:gd name="connsiteX26" fmla="*/ 256674 w 3352800"/>
              <a:gd name="connsiteY26" fmla="*/ 497305 h 866273"/>
              <a:gd name="connsiteX27" fmla="*/ 176463 w 3352800"/>
              <a:gd name="connsiteY27" fmla="*/ 609600 h 866273"/>
              <a:gd name="connsiteX28" fmla="*/ 192505 w 3352800"/>
              <a:gd name="connsiteY28" fmla="*/ 689810 h 866273"/>
              <a:gd name="connsiteX29" fmla="*/ 240632 w 3352800"/>
              <a:gd name="connsiteY29" fmla="*/ 705852 h 866273"/>
              <a:gd name="connsiteX30" fmla="*/ 288758 w 3352800"/>
              <a:gd name="connsiteY30" fmla="*/ 737937 h 866273"/>
              <a:gd name="connsiteX31" fmla="*/ 802105 w 3352800"/>
              <a:gd name="connsiteY31" fmla="*/ 689810 h 866273"/>
              <a:gd name="connsiteX32" fmla="*/ 850232 w 3352800"/>
              <a:gd name="connsiteY32" fmla="*/ 657726 h 866273"/>
              <a:gd name="connsiteX33" fmla="*/ 898358 w 3352800"/>
              <a:gd name="connsiteY33" fmla="*/ 609600 h 866273"/>
              <a:gd name="connsiteX34" fmla="*/ 914400 w 3352800"/>
              <a:gd name="connsiteY34" fmla="*/ 561473 h 866273"/>
              <a:gd name="connsiteX35" fmla="*/ 898358 w 3352800"/>
              <a:gd name="connsiteY35" fmla="*/ 320842 h 866273"/>
              <a:gd name="connsiteX36" fmla="*/ 689811 w 3352800"/>
              <a:gd name="connsiteY36" fmla="*/ 288758 h 866273"/>
              <a:gd name="connsiteX37" fmla="*/ 352926 w 3352800"/>
              <a:gd name="connsiteY37" fmla="*/ 304800 h 866273"/>
              <a:gd name="connsiteX38" fmla="*/ 256674 w 3352800"/>
              <a:gd name="connsiteY38" fmla="*/ 336884 h 866273"/>
              <a:gd name="connsiteX39" fmla="*/ 192505 w 3352800"/>
              <a:gd name="connsiteY39" fmla="*/ 352926 h 866273"/>
              <a:gd name="connsiteX40" fmla="*/ 96253 w 3352800"/>
              <a:gd name="connsiteY40" fmla="*/ 417094 h 866273"/>
              <a:gd name="connsiteX41" fmla="*/ 48126 w 3352800"/>
              <a:gd name="connsiteY41" fmla="*/ 449179 h 866273"/>
              <a:gd name="connsiteX42" fmla="*/ 16042 w 3352800"/>
              <a:gd name="connsiteY42" fmla="*/ 497305 h 866273"/>
              <a:gd name="connsiteX43" fmla="*/ 465221 w 3352800"/>
              <a:gd name="connsiteY43" fmla="*/ 673768 h 866273"/>
              <a:gd name="connsiteX44" fmla="*/ 1379621 w 3352800"/>
              <a:gd name="connsiteY44" fmla="*/ 657726 h 866273"/>
              <a:gd name="connsiteX45" fmla="*/ 1443790 w 3352800"/>
              <a:gd name="connsiteY45" fmla="*/ 625642 h 866273"/>
              <a:gd name="connsiteX46" fmla="*/ 1524000 w 3352800"/>
              <a:gd name="connsiteY46" fmla="*/ 561473 h 866273"/>
              <a:gd name="connsiteX47" fmla="*/ 1556084 w 3352800"/>
              <a:gd name="connsiteY47" fmla="*/ 513347 h 866273"/>
              <a:gd name="connsiteX48" fmla="*/ 1588168 w 3352800"/>
              <a:gd name="connsiteY48" fmla="*/ 417094 h 866273"/>
              <a:gd name="connsiteX49" fmla="*/ 1572126 w 3352800"/>
              <a:gd name="connsiteY49" fmla="*/ 272715 h 866273"/>
              <a:gd name="connsiteX50" fmla="*/ 1524000 w 3352800"/>
              <a:gd name="connsiteY50" fmla="*/ 224589 h 866273"/>
              <a:gd name="connsiteX51" fmla="*/ 1427747 w 3352800"/>
              <a:gd name="connsiteY51" fmla="*/ 192505 h 866273"/>
              <a:gd name="connsiteX52" fmla="*/ 1026695 w 3352800"/>
              <a:gd name="connsiteY52" fmla="*/ 208547 h 866273"/>
              <a:gd name="connsiteX53" fmla="*/ 978568 w 3352800"/>
              <a:gd name="connsiteY53" fmla="*/ 272715 h 866273"/>
              <a:gd name="connsiteX54" fmla="*/ 914400 w 3352800"/>
              <a:gd name="connsiteY54" fmla="*/ 304800 h 866273"/>
              <a:gd name="connsiteX55" fmla="*/ 850232 w 3352800"/>
              <a:gd name="connsiteY55" fmla="*/ 385010 h 866273"/>
              <a:gd name="connsiteX56" fmla="*/ 834190 w 3352800"/>
              <a:gd name="connsiteY56" fmla="*/ 433137 h 866273"/>
              <a:gd name="connsiteX57" fmla="*/ 850232 w 3352800"/>
              <a:gd name="connsiteY57" fmla="*/ 593558 h 866273"/>
              <a:gd name="connsiteX58" fmla="*/ 946484 w 3352800"/>
              <a:gd name="connsiteY58" fmla="*/ 657726 h 866273"/>
              <a:gd name="connsiteX59" fmla="*/ 1187116 w 3352800"/>
              <a:gd name="connsiteY59" fmla="*/ 705852 h 866273"/>
              <a:gd name="connsiteX60" fmla="*/ 1556084 w 3352800"/>
              <a:gd name="connsiteY60" fmla="*/ 673768 h 866273"/>
              <a:gd name="connsiteX61" fmla="*/ 1636295 w 3352800"/>
              <a:gd name="connsiteY61" fmla="*/ 577515 h 866273"/>
              <a:gd name="connsiteX62" fmla="*/ 1668379 w 3352800"/>
              <a:gd name="connsiteY62" fmla="*/ 481263 h 866273"/>
              <a:gd name="connsiteX63" fmla="*/ 1652337 w 3352800"/>
              <a:gd name="connsiteY63" fmla="*/ 240631 h 866273"/>
              <a:gd name="connsiteX64" fmla="*/ 1604211 w 3352800"/>
              <a:gd name="connsiteY64" fmla="*/ 176463 h 866273"/>
              <a:gd name="connsiteX65" fmla="*/ 1507958 w 3352800"/>
              <a:gd name="connsiteY65" fmla="*/ 128337 h 866273"/>
              <a:gd name="connsiteX66" fmla="*/ 1155032 w 3352800"/>
              <a:gd name="connsiteY66" fmla="*/ 144379 h 866273"/>
              <a:gd name="connsiteX67" fmla="*/ 1106905 w 3352800"/>
              <a:gd name="connsiteY67" fmla="*/ 176463 h 866273"/>
              <a:gd name="connsiteX68" fmla="*/ 1042737 w 3352800"/>
              <a:gd name="connsiteY68" fmla="*/ 192505 h 866273"/>
              <a:gd name="connsiteX69" fmla="*/ 1010653 w 3352800"/>
              <a:gd name="connsiteY69" fmla="*/ 240631 h 866273"/>
              <a:gd name="connsiteX70" fmla="*/ 1074821 w 3352800"/>
              <a:gd name="connsiteY70" fmla="*/ 513347 h 866273"/>
              <a:gd name="connsiteX71" fmla="*/ 1122947 w 3352800"/>
              <a:gd name="connsiteY71" fmla="*/ 529389 h 866273"/>
              <a:gd name="connsiteX72" fmla="*/ 1315453 w 3352800"/>
              <a:gd name="connsiteY72" fmla="*/ 465221 h 866273"/>
              <a:gd name="connsiteX73" fmla="*/ 1363579 w 3352800"/>
              <a:gd name="connsiteY73" fmla="*/ 401052 h 866273"/>
              <a:gd name="connsiteX74" fmla="*/ 1395663 w 3352800"/>
              <a:gd name="connsiteY74" fmla="*/ 352926 h 866273"/>
              <a:gd name="connsiteX75" fmla="*/ 1395663 w 3352800"/>
              <a:gd name="connsiteY75" fmla="*/ 80210 h 866273"/>
              <a:gd name="connsiteX76" fmla="*/ 1331495 w 3352800"/>
              <a:gd name="connsiteY76" fmla="*/ 48126 h 866273"/>
              <a:gd name="connsiteX77" fmla="*/ 1026695 w 3352800"/>
              <a:gd name="connsiteY77" fmla="*/ 80210 h 866273"/>
              <a:gd name="connsiteX78" fmla="*/ 978568 w 3352800"/>
              <a:gd name="connsiteY78" fmla="*/ 96252 h 866273"/>
              <a:gd name="connsiteX79" fmla="*/ 930442 w 3352800"/>
              <a:gd name="connsiteY79" fmla="*/ 128337 h 866273"/>
              <a:gd name="connsiteX80" fmla="*/ 834190 w 3352800"/>
              <a:gd name="connsiteY80" fmla="*/ 160421 h 866273"/>
              <a:gd name="connsiteX81" fmla="*/ 737937 w 3352800"/>
              <a:gd name="connsiteY81" fmla="*/ 288758 h 866273"/>
              <a:gd name="connsiteX82" fmla="*/ 786063 w 3352800"/>
              <a:gd name="connsiteY82" fmla="*/ 561473 h 866273"/>
              <a:gd name="connsiteX83" fmla="*/ 818147 w 3352800"/>
              <a:gd name="connsiteY83" fmla="*/ 593558 h 866273"/>
              <a:gd name="connsiteX84" fmla="*/ 866274 w 3352800"/>
              <a:gd name="connsiteY84" fmla="*/ 609600 h 866273"/>
              <a:gd name="connsiteX85" fmla="*/ 1379621 w 3352800"/>
              <a:gd name="connsiteY85" fmla="*/ 593558 h 866273"/>
              <a:gd name="connsiteX86" fmla="*/ 1459832 w 3352800"/>
              <a:gd name="connsiteY86" fmla="*/ 529389 h 866273"/>
              <a:gd name="connsiteX87" fmla="*/ 1556084 w 3352800"/>
              <a:gd name="connsiteY87" fmla="*/ 481263 h 866273"/>
              <a:gd name="connsiteX88" fmla="*/ 1572126 w 3352800"/>
              <a:gd name="connsiteY88" fmla="*/ 417094 h 866273"/>
              <a:gd name="connsiteX89" fmla="*/ 1524000 w 3352800"/>
              <a:gd name="connsiteY89" fmla="*/ 401052 h 866273"/>
              <a:gd name="connsiteX90" fmla="*/ 1459832 w 3352800"/>
              <a:gd name="connsiteY90" fmla="*/ 385010 h 866273"/>
              <a:gd name="connsiteX91" fmla="*/ 770021 w 3352800"/>
              <a:gd name="connsiteY91" fmla="*/ 368968 h 866273"/>
              <a:gd name="connsiteX92" fmla="*/ 753979 w 3352800"/>
              <a:gd name="connsiteY92" fmla="*/ 320842 h 866273"/>
              <a:gd name="connsiteX93" fmla="*/ 770021 w 3352800"/>
              <a:gd name="connsiteY93" fmla="*/ 224589 h 866273"/>
              <a:gd name="connsiteX94" fmla="*/ 818147 w 3352800"/>
              <a:gd name="connsiteY94" fmla="*/ 192505 h 866273"/>
              <a:gd name="connsiteX95" fmla="*/ 866274 w 3352800"/>
              <a:gd name="connsiteY95" fmla="*/ 176463 h 866273"/>
              <a:gd name="connsiteX96" fmla="*/ 1042737 w 3352800"/>
              <a:gd name="connsiteY96" fmla="*/ 144379 h 866273"/>
              <a:gd name="connsiteX97" fmla="*/ 1636295 w 3352800"/>
              <a:gd name="connsiteY97" fmla="*/ 160421 h 866273"/>
              <a:gd name="connsiteX98" fmla="*/ 1716505 w 3352800"/>
              <a:gd name="connsiteY98" fmla="*/ 176463 h 866273"/>
              <a:gd name="connsiteX99" fmla="*/ 1844842 w 3352800"/>
              <a:gd name="connsiteY99" fmla="*/ 192505 h 866273"/>
              <a:gd name="connsiteX100" fmla="*/ 1925053 w 3352800"/>
              <a:gd name="connsiteY100" fmla="*/ 208547 h 866273"/>
              <a:gd name="connsiteX101" fmla="*/ 2101516 w 3352800"/>
              <a:gd name="connsiteY101" fmla="*/ 256673 h 866273"/>
              <a:gd name="connsiteX102" fmla="*/ 2165684 w 3352800"/>
              <a:gd name="connsiteY102" fmla="*/ 352926 h 866273"/>
              <a:gd name="connsiteX103" fmla="*/ 2149642 w 3352800"/>
              <a:gd name="connsiteY103" fmla="*/ 529389 h 866273"/>
              <a:gd name="connsiteX104" fmla="*/ 2101516 w 3352800"/>
              <a:gd name="connsiteY104" fmla="*/ 577515 h 866273"/>
              <a:gd name="connsiteX105" fmla="*/ 2005263 w 3352800"/>
              <a:gd name="connsiteY105" fmla="*/ 673768 h 866273"/>
              <a:gd name="connsiteX106" fmla="*/ 1716505 w 3352800"/>
              <a:gd name="connsiteY106" fmla="*/ 657726 h 866273"/>
              <a:gd name="connsiteX107" fmla="*/ 1684421 w 3352800"/>
              <a:gd name="connsiteY107" fmla="*/ 609600 h 866273"/>
              <a:gd name="connsiteX108" fmla="*/ 1764632 w 3352800"/>
              <a:gd name="connsiteY108" fmla="*/ 224589 h 866273"/>
              <a:gd name="connsiteX109" fmla="*/ 1796716 w 3352800"/>
              <a:gd name="connsiteY109" fmla="*/ 176463 h 866273"/>
              <a:gd name="connsiteX110" fmla="*/ 1892968 w 3352800"/>
              <a:gd name="connsiteY110" fmla="*/ 112294 h 866273"/>
              <a:gd name="connsiteX111" fmla="*/ 1957137 w 3352800"/>
              <a:gd name="connsiteY111" fmla="*/ 128337 h 866273"/>
              <a:gd name="connsiteX112" fmla="*/ 2005263 w 3352800"/>
              <a:gd name="connsiteY112" fmla="*/ 208547 h 866273"/>
              <a:gd name="connsiteX113" fmla="*/ 2069432 w 3352800"/>
              <a:gd name="connsiteY113" fmla="*/ 320842 h 866273"/>
              <a:gd name="connsiteX114" fmla="*/ 2101516 w 3352800"/>
              <a:gd name="connsiteY114" fmla="*/ 465221 h 866273"/>
              <a:gd name="connsiteX115" fmla="*/ 2133600 w 3352800"/>
              <a:gd name="connsiteY115" fmla="*/ 561473 h 866273"/>
              <a:gd name="connsiteX116" fmla="*/ 2165684 w 3352800"/>
              <a:gd name="connsiteY116" fmla="*/ 673768 h 866273"/>
              <a:gd name="connsiteX117" fmla="*/ 2117558 w 3352800"/>
              <a:gd name="connsiteY117" fmla="*/ 689810 h 866273"/>
              <a:gd name="connsiteX118" fmla="*/ 2101516 w 3352800"/>
              <a:gd name="connsiteY118" fmla="*/ 641684 h 866273"/>
              <a:gd name="connsiteX119" fmla="*/ 2053390 w 3352800"/>
              <a:gd name="connsiteY119" fmla="*/ 593558 h 866273"/>
              <a:gd name="connsiteX120" fmla="*/ 1989221 w 3352800"/>
              <a:gd name="connsiteY120" fmla="*/ 465221 h 866273"/>
              <a:gd name="connsiteX121" fmla="*/ 1957137 w 3352800"/>
              <a:gd name="connsiteY121" fmla="*/ 401052 h 866273"/>
              <a:gd name="connsiteX122" fmla="*/ 1989221 w 3352800"/>
              <a:gd name="connsiteY122" fmla="*/ 320842 h 866273"/>
              <a:gd name="connsiteX123" fmla="*/ 2101516 w 3352800"/>
              <a:gd name="connsiteY123" fmla="*/ 256673 h 866273"/>
              <a:gd name="connsiteX124" fmla="*/ 2149642 w 3352800"/>
              <a:gd name="connsiteY124" fmla="*/ 224589 h 866273"/>
              <a:gd name="connsiteX125" fmla="*/ 2245895 w 3352800"/>
              <a:gd name="connsiteY125" fmla="*/ 192505 h 866273"/>
              <a:gd name="connsiteX126" fmla="*/ 2470484 w 3352800"/>
              <a:gd name="connsiteY126" fmla="*/ 224589 h 866273"/>
              <a:gd name="connsiteX127" fmla="*/ 2358190 w 3352800"/>
              <a:gd name="connsiteY127" fmla="*/ 272715 h 866273"/>
              <a:gd name="connsiteX128" fmla="*/ 2261937 w 3352800"/>
              <a:gd name="connsiteY128" fmla="*/ 320842 h 866273"/>
              <a:gd name="connsiteX129" fmla="*/ 2181726 w 3352800"/>
              <a:gd name="connsiteY129" fmla="*/ 385010 h 866273"/>
              <a:gd name="connsiteX130" fmla="*/ 2085474 w 3352800"/>
              <a:gd name="connsiteY130" fmla="*/ 433137 h 866273"/>
              <a:gd name="connsiteX131" fmla="*/ 2037347 w 3352800"/>
              <a:gd name="connsiteY131" fmla="*/ 481263 h 866273"/>
              <a:gd name="connsiteX132" fmla="*/ 1989221 w 3352800"/>
              <a:gd name="connsiteY132" fmla="*/ 513347 h 866273"/>
              <a:gd name="connsiteX133" fmla="*/ 2053390 w 3352800"/>
              <a:gd name="connsiteY133" fmla="*/ 561473 h 866273"/>
              <a:gd name="connsiteX134" fmla="*/ 2229853 w 3352800"/>
              <a:gd name="connsiteY134" fmla="*/ 593558 h 866273"/>
              <a:gd name="connsiteX135" fmla="*/ 2711116 w 3352800"/>
              <a:gd name="connsiteY135" fmla="*/ 609600 h 866273"/>
              <a:gd name="connsiteX136" fmla="*/ 2935705 w 3352800"/>
              <a:gd name="connsiteY136" fmla="*/ 593558 h 866273"/>
              <a:gd name="connsiteX137" fmla="*/ 3320716 w 3352800"/>
              <a:gd name="connsiteY137" fmla="*/ 561473 h 866273"/>
              <a:gd name="connsiteX138" fmla="*/ 3304674 w 3352800"/>
              <a:gd name="connsiteY138" fmla="*/ 368968 h 866273"/>
              <a:gd name="connsiteX139" fmla="*/ 3256547 w 3352800"/>
              <a:gd name="connsiteY139" fmla="*/ 336884 h 866273"/>
              <a:gd name="connsiteX140" fmla="*/ 3064042 w 3352800"/>
              <a:gd name="connsiteY140" fmla="*/ 304800 h 866273"/>
              <a:gd name="connsiteX141" fmla="*/ 3015916 w 3352800"/>
              <a:gd name="connsiteY141" fmla="*/ 272715 h 866273"/>
              <a:gd name="connsiteX142" fmla="*/ 2743200 w 3352800"/>
              <a:gd name="connsiteY142" fmla="*/ 320842 h 866273"/>
              <a:gd name="connsiteX143" fmla="*/ 2679032 w 3352800"/>
              <a:gd name="connsiteY143" fmla="*/ 368968 h 866273"/>
              <a:gd name="connsiteX144" fmla="*/ 2646947 w 3352800"/>
              <a:gd name="connsiteY144" fmla="*/ 417094 h 866273"/>
              <a:gd name="connsiteX145" fmla="*/ 2646947 w 3352800"/>
              <a:gd name="connsiteY145" fmla="*/ 705852 h 866273"/>
              <a:gd name="connsiteX146" fmla="*/ 2679032 w 3352800"/>
              <a:gd name="connsiteY146" fmla="*/ 753979 h 866273"/>
              <a:gd name="connsiteX147" fmla="*/ 2727158 w 3352800"/>
              <a:gd name="connsiteY147" fmla="*/ 770021 h 866273"/>
              <a:gd name="connsiteX148" fmla="*/ 2759242 w 3352800"/>
              <a:gd name="connsiteY148" fmla="*/ 657726 h 866273"/>
              <a:gd name="connsiteX149" fmla="*/ 2983832 w 3352800"/>
              <a:gd name="connsiteY149" fmla="*/ 529389 h 866273"/>
              <a:gd name="connsiteX150" fmla="*/ 3096126 w 3352800"/>
              <a:gd name="connsiteY150" fmla="*/ 417094 h 866273"/>
              <a:gd name="connsiteX151" fmla="*/ 3128211 w 3352800"/>
              <a:gd name="connsiteY151" fmla="*/ 208547 h 866273"/>
              <a:gd name="connsiteX152" fmla="*/ 3160295 w 3352800"/>
              <a:gd name="connsiteY152" fmla="*/ 160421 h 866273"/>
              <a:gd name="connsiteX153" fmla="*/ 3208421 w 3352800"/>
              <a:gd name="connsiteY153" fmla="*/ 433137 h 866273"/>
              <a:gd name="connsiteX154" fmla="*/ 3224463 w 3352800"/>
              <a:gd name="connsiteY154" fmla="*/ 593558 h 866273"/>
              <a:gd name="connsiteX155" fmla="*/ 3256547 w 3352800"/>
              <a:gd name="connsiteY155" fmla="*/ 770021 h 866273"/>
              <a:gd name="connsiteX156" fmla="*/ 2839453 w 3352800"/>
              <a:gd name="connsiteY156" fmla="*/ 753979 h 866273"/>
              <a:gd name="connsiteX157" fmla="*/ 2582779 w 3352800"/>
              <a:gd name="connsiteY157" fmla="*/ 529389 h 866273"/>
              <a:gd name="connsiteX158" fmla="*/ 2406316 w 3352800"/>
              <a:gd name="connsiteY158" fmla="*/ 401052 h 866273"/>
              <a:gd name="connsiteX159" fmla="*/ 2358190 w 3352800"/>
              <a:gd name="connsiteY159" fmla="*/ 368968 h 866273"/>
              <a:gd name="connsiteX160" fmla="*/ 2165684 w 3352800"/>
              <a:gd name="connsiteY160" fmla="*/ 320842 h 866273"/>
              <a:gd name="connsiteX161" fmla="*/ 1844842 w 3352800"/>
              <a:gd name="connsiteY161" fmla="*/ 288758 h 866273"/>
              <a:gd name="connsiteX162" fmla="*/ 1540042 w 3352800"/>
              <a:gd name="connsiteY162" fmla="*/ 304800 h 866273"/>
              <a:gd name="connsiteX163" fmla="*/ 1475874 w 3352800"/>
              <a:gd name="connsiteY163" fmla="*/ 336884 h 866273"/>
              <a:gd name="connsiteX164" fmla="*/ 1363579 w 3352800"/>
              <a:gd name="connsiteY164" fmla="*/ 368968 h 866273"/>
              <a:gd name="connsiteX165" fmla="*/ 1299411 w 3352800"/>
              <a:gd name="connsiteY165" fmla="*/ 401052 h 866273"/>
              <a:gd name="connsiteX166" fmla="*/ 1251284 w 3352800"/>
              <a:gd name="connsiteY166" fmla="*/ 417094 h 866273"/>
              <a:gd name="connsiteX167" fmla="*/ 1138990 w 3352800"/>
              <a:gd name="connsiteY167" fmla="*/ 497305 h 866273"/>
              <a:gd name="connsiteX168" fmla="*/ 1074821 w 3352800"/>
              <a:gd name="connsiteY168" fmla="*/ 593558 h 866273"/>
              <a:gd name="connsiteX169" fmla="*/ 1090863 w 3352800"/>
              <a:gd name="connsiteY169" fmla="*/ 657726 h 866273"/>
              <a:gd name="connsiteX170" fmla="*/ 1138990 w 3352800"/>
              <a:gd name="connsiteY170" fmla="*/ 673768 h 866273"/>
              <a:gd name="connsiteX171" fmla="*/ 1251284 w 3352800"/>
              <a:gd name="connsiteY171" fmla="*/ 705852 h 866273"/>
              <a:gd name="connsiteX172" fmla="*/ 1395663 w 3352800"/>
              <a:gd name="connsiteY172" fmla="*/ 770021 h 866273"/>
              <a:gd name="connsiteX173" fmla="*/ 1491916 w 3352800"/>
              <a:gd name="connsiteY173" fmla="*/ 786063 h 866273"/>
              <a:gd name="connsiteX174" fmla="*/ 1780674 w 3352800"/>
              <a:gd name="connsiteY174" fmla="*/ 834189 h 866273"/>
              <a:gd name="connsiteX175" fmla="*/ 1828800 w 3352800"/>
              <a:gd name="connsiteY175" fmla="*/ 850231 h 866273"/>
              <a:gd name="connsiteX176" fmla="*/ 2213811 w 3352800"/>
              <a:gd name="connsiteY176" fmla="*/ 818147 h 866273"/>
              <a:gd name="connsiteX177" fmla="*/ 2342147 w 3352800"/>
              <a:gd name="connsiteY177" fmla="*/ 705852 h 866273"/>
              <a:gd name="connsiteX178" fmla="*/ 2390274 w 3352800"/>
              <a:gd name="connsiteY178" fmla="*/ 625642 h 866273"/>
              <a:gd name="connsiteX179" fmla="*/ 2486526 w 3352800"/>
              <a:gd name="connsiteY179" fmla="*/ 497305 h 866273"/>
              <a:gd name="connsiteX180" fmla="*/ 2566737 w 3352800"/>
              <a:gd name="connsiteY180" fmla="*/ 336884 h 866273"/>
              <a:gd name="connsiteX181" fmla="*/ 2646947 w 3352800"/>
              <a:gd name="connsiteY181" fmla="*/ 16042 h 866273"/>
              <a:gd name="connsiteX182" fmla="*/ 2743200 w 3352800"/>
              <a:gd name="connsiteY182" fmla="*/ 0 h 866273"/>
              <a:gd name="connsiteX183" fmla="*/ 3128211 w 3352800"/>
              <a:gd name="connsiteY183" fmla="*/ 16042 h 866273"/>
              <a:gd name="connsiteX184" fmla="*/ 3208421 w 3352800"/>
              <a:gd name="connsiteY184" fmla="*/ 128337 h 866273"/>
              <a:gd name="connsiteX185" fmla="*/ 3224463 w 3352800"/>
              <a:gd name="connsiteY185" fmla="*/ 208547 h 866273"/>
              <a:gd name="connsiteX186" fmla="*/ 3240505 w 3352800"/>
              <a:gd name="connsiteY186" fmla="*/ 320842 h 866273"/>
              <a:gd name="connsiteX187" fmla="*/ 3288632 w 3352800"/>
              <a:gd name="connsiteY187" fmla="*/ 417094 h 866273"/>
              <a:gd name="connsiteX188" fmla="*/ 3336758 w 3352800"/>
              <a:gd name="connsiteY188" fmla="*/ 625642 h 866273"/>
              <a:gd name="connsiteX189" fmla="*/ 3352800 w 3352800"/>
              <a:gd name="connsiteY189" fmla="*/ 673768 h 866273"/>
              <a:gd name="connsiteX190" fmla="*/ 3336758 w 3352800"/>
              <a:gd name="connsiteY190" fmla="*/ 818147 h 866273"/>
              <a:gd name="connsiteX191" fmla="*/ 3256547 w 3352800"/>
              <a:gd name="connsiteY191" fmla="*/ 834189 h 866273"/>
              <a:gd name="connsiteX192" fmla="*/ 3192379 w 3352800"/>
              <a:gd name="connsiteY192" fmla="*/ 866273 h 866273"/>
              <a:gd name="connsiteX193" fmla="*/ 2165684 w 3352800"/>
              <a:gd name="connsiteY193" fmla="*/ 850231 h 866273"/>
              <a:gd name="connsiteX194" fmla="*/ 2101516 w 3352800"/>
              <a:gd name="connsiteY194" fmla="*/ 802105 h 866273"/>
              <a:gd name="connsiteX195" fmla="*/ 2005263 w 3352800"/>
              <a:gd name="connsiteY195" fmla="*/ 786063 h 866273"/>
              <a:gd name="connsiteX196" fmla="*/ 1876926 w 3352800"/>
              <a:gd name="connsiteY196" fmla="*/ 753979 h 866273"/>
              <a:gd name="connsiteX197" fmla="*/ 1828800 w 3352800"/>
              <a:gd name="connsiteY197" fmla="*/ 737937 h 866273"/>
              <a:gd name="connsiteX198" fmla="*/ 1668379 w 3352800"/>
              <a:gd name="connsiteY198" fmla="*/ 689810 h 866273"/>
              <a:gd name="connsiteX199" fmla="*/ 1427747 w 3352800"/>
              <a:gd name="connsiteY199" fmla="*/ 609600 h 866273"/>
              <a:gd name="connsiteX200" fmla="*/ 1299411 w 3352800"/>
              <a:gd name="connsiteY200" fmla="*/ 513347 h 866273"/>
              <a:gd name="connsiteX201" fmla="*/ 1203158 w 3352800"/>
              <a:gd name="connsiteY201" fmla="*/ 465221 h 866273"/>
              <a:gd name="connsiteX202" fmla="*/ 1155032 w 3352800"/>
              <a:gd name="connsiteY202" fmla="*/ 433137 h 866273"/>
              <a:gd name="connsiteX203" fmla="*/ 1090863 w 3352800"/>
              <a:gd name="connsiteY203" fmla="*/ 401052 h 866273"/>
              <a:gd name="connsiteX204" fmla="*/ 930442 w 3352800"/>
              <a:gd name="connsiteY204" fmla="*/ 304800 h 866273"/>
              <a:gd name="connsiteX205" fmla="*/ 850232 w 3352800"/>
              <a:gd name="connsiteY205" fmla="*/ 256673 h 866273"/>
              <a:gd name="connsiteX206" fmla="*/ 786063 w 3352800"/>
              <a:gd name="connsiteY206" fmla="*/ 224589 h 866273"/>
              <a:gd name="connsiteX207" fmla="*/ 689811 w 3352800"/>
              <a:gd name="connsiteY207" fmla="*/ 208547 h 866273"/>
              <a:gd name="connsiteX208" fmla="*/ 336884 w 3352800"/>
              <a:gd name="connsiteY208" fmla="*/ 192505 h 866273"/>
              <a:gd name="connsiteX209" fmla="*/ 240632 w 3352800"/>
              <a:gd name="connsiteY209" fmla="*/ 176463 h 866273"/>
              <a:gd name="connsiteX210" fmla="*/ 48126 w 3352800"/>
              <a:gd name="connsiteY210" fmla="*/ 208547 h 866273"/>
              <a:gd name="connsiteX211" fmla="*/ 16042 w 3352800"/>
              <a:gd name="connsiteY211" fmla="*/ 304800 h 866273"/>
              <a:gd name="connsiteX212" fmla="*/ 0 w 3352800"/>
              <a:gd name="connsiteY212" fmla="*/ 352926 h 866273"/>
              <a:gd name="connsiteX213" fmla="*/ 208547 w 3352800"/>
              <a:gd name="connsiteY213" fmla="*/ 497305 h 866273"/>
              <a:gd name="connsiteX214" fmla="*/ 368968 w 3352800"/>
              <a:gd name="connsiteY214" fmla="*/ 561473 h 866273"/>
              <a:gd name="connsiteX215" fmla="*/ 513347 w 3352800"/>
              <a:gd name="connsiteY215" fmla="*/ 625642 h 866273"/>
              <a:gd name="connsiteX216" fmla="*/ 625642 w 3352800"/>
              <a:gd name="connsiteY216" fmla="*/ 641684 h 866273"/>
              <a:gd name="connsiteX217" fmla="*/ 850232 w 3352800"/>
              <a:gd name="connsiteY217" fmla="*/ 689810 h 866273"/>
              <a:gd name="connsiteX218" fmla="*/ 914400 w 3352800"/>
              <a:gd name="connsiteY218" fmla="*/ 689810 h 866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3352800" h="866273">
                <a:moveTo>
                  <a:pt x="0" y="497305"/>
                </a:moveTo>
                <a:cubicBezTo>
                  <a:pt x="26737" y="470568"/>
                  <a:pt x="55090" y="445355"/>
                  <a:pt x="80211" y="417094"/>
                </a:cubicBezTo>
                <a:cubicBezTo>
                  <a:pt x="97974" y="397111"/>
                  <a:pt x="106948" y="368968"/>
                  <a:pt x="128337" y="352926"/>
                </a:cubicBezTo>
                <a:cubicBezTo>
                  <a:pt x="151374" y="335648"/>
                  <a:pt x="181810" y="331537"/>
                  <a:pt x="208547" y="320842"/>
                </a:cubicBezTo>
                <a:lnTo>
                  <a:pt x="304800" y="224589"/>
                </a:lnTo>
                <a:cubicBezTo>
                  <a:pt x="320842" y="208547"/>
                  <a:pt x="334049" y="189047"/>
                  <a:pt x="352926" y="176463"/>
                </a:cubicBezTo>
                <a:lnTo>
                  <a:pt x="401053" y="144379"/>
                </a:lnTo>
                <a:cubicBezTo>
                  <a:pt x="399860" y="137221"/>
                  <a:pt x="399950" y="22760"/>
                  <a:pt x="352926" y="16042"/>
                </a:cubicBezTo>
                <a:cubicBezTo>
                  <a:pt x="325934" y="12186"/>
                  <a:pt x="299453" y="26737"/>
                  <a:pt x="272716" y="32084"/>
                </a:cubicBezTo>
                <a:cubicBezTo>
                  <a:pt x="256674" y="42779"/>
                  <a:pt x="241835" y="55546"/>
                  <a:pt x="224590" y="64168"/>
                </a:cubicBezTo>
                <a:cubicBezTo>
                  <a:pt x="209465" y="71730"/>
                  <a:pt x="188420" y="68253"/>
                  <a:pt x="176463" y="80210"/>
                </a:cubicBezTo>
                <a:cubicBezTo>
                  <a:pt x="164506" y="92167"/>
                  <a:pt x="167983" y="113212"/>
                  <a:pt x="160421" y="128337"/>
                </a:cubicBezTo>
                <a:cubicBezTo>
                  <a:pt x="151799" y="145582"/>
                  <a:pt x="139032" y="160421"/>
                  <a:pt x="128337" y="176463"/>
                </a:cubicBezTo>
                <a:cubicBezTo>
                  <a:pt x="147814" y="351758"/>
                  <a:pt x="96947" y="304999"/>
                  <a:pt x="208547" y="336884"/>
                </a:cubicBezTo>
                <a:cubicBezTo>
                  <a:pt x="224806" y="341530"/>
                  <a:pt x="240632" y="347579"/>
                  <a:pt x="256674" y="352926"/>
                </a:cubicBezTo>
                <a:cubicBezTo>
                  <a:pt x="363621" y="347579"/>
                  <a:pt x="472162" y="356039"/>
                  <a:pt x="577516" y="336884"/>
                </a:cubicBezTo>
                <a:cubicBezTo>
                  <a:pt x="596485" y="333435"/>
                  <a:pt x="607209" y="307889"/>
                  <a:pt x="609600" y="288758"/>
                </a:cubicBezTo>
                <a:cubicBezTo>
                  <a:pt x="612982" y="261702"/>
                  <a:pt x="600171" y="234999"/>
                  <a:pt x="593558" y="208547"/>
                </a:cubicBezTo>
                <a:cubicBezTo>
                  <a:pt x="589457" y="192142"/>
                  <a:pt x="582863" y="176463"/>
                  <a:pt x="577516" y="160421"/>
                </a:cubicBezTo>
                <a:cubicBezTo>
                  <a:pt x="561474" y="165768"/>
                  <a:pt x="543890" y="167763"/>
                  <a:pt x="529390" y="176463"/>
                </a:cubicBezTo>
                <a:cubicBezTo>
                  <a:pt x="516421" y="184245"/>
                  <a:pt x="509116" y="199099"/>
                  <a:pt x="497305" y="208547"/>
                </a:cubicBezTo>
                <a:cubicBezTo>
                  <a:pt x="482250" y="220591"/>
                  <a:pt x="465221" y="229936"/>
                  <a:pt x="449179" y="240631"/>
                </a:cubicBezTo>
                <a:cubicBezTo>
                  <a:pt x="433137" y="262021"/>
                  <a:pt x="414318" y="281586"/>
                  <a:pt x="401053" y="304800"/>
                </a:cubicBezTo>
                <a:cubicBezTo>
                  <a:pt x="392663" y="319482"/>
                  <a:pt x="394391" y="338856"/>
                  <a:pt x="385011" y="352926"/>
                </a:cubicBezTo>
                <a:cubicBezTo>
                  <a:pt x="372426" y="371803"/>
                  <a:pt x="351408" y="383623"/>
                  <a:pt x="336884" y="401052"/>
                </a:cubicBezTo>
                <a:cubicBezTo>
                  <a:pt x="324541" y="415864"/>
                  <a:pt x="317143" y="434367"/>
                  <a:pt x="304800" y="449179"/>
                </a:cubicBezTo>
                <a:cubicBezTo>
                  <a:pt x="290276" y="466608"/>
                  <a:pt x="271438" y="480080"/>
                  <a:pt x="256674" y="497305"/>
                </a:cubicBezTo>
                <a:cubicBezTo>
                  <a:pt x="226820" y="532135"/>
                  <a:pt x="201859" y="571505"/>
                  <a:pt x="176463" y="609600"/>
                </a:cubicBezTo>
                <a:cubicBezTo>
                  <a:pt x="181810" y="636337"/>
                  <a:pt x="177380" y="667123"/>
                  <a:pt x="192505" y="689810"/>
                </a:cubicBezTo>
                <a:cubicBezTo>
                  <a:pt x="201885" y="703880"/>
                  <a:pt x="225507" y="698290"/>
                  <a:pt x="240632" y="705852"/>
                </a:cubicBezTo>
                <a:cubicBezTo>
                  <a:pt x="257877" y="714474"/>
                  <a:pt x="272716" y="727242"/>
                  <a:pt x="288758" y="737937"/>
                </a:cubicBezTo>
                <a:cubicBezTo>
                  <a:pt x="596304" y="726953"/>
                  <a:pt x="630354" y="787953"/>
                  <a:pt x="802105" y="689810"/>
                </a:cubicBezTo>
                <a:cubicBezTo>
                  <a:pt x="818845" y="680244"/>
                  <a:pt x="835420" y="670069"/>
                  <a:pt x="850232" y="657726"/>
                </a:cubicBezTo>
                <a:cubicBezTo>
                  <a:pt x="867661" y="643202"/>
                  <a:pt x="882316" y="625642"/>
                  <a:pt x="898358" y="609600"/>
                </a:cubicBezTo>
                <a:cubicBezTo>
                  <a:pt x="903705" y="593558"/>
                  <a:pt x="909754" y="577732"/>
                  <a:pt x="914400" y="561473"/>
                </a:cubicBezTo>
                <a:cubicBezTo>
                  <a:pt x="934341" y="491678"/>
                  <a:pt x="963132" y="376979"/>
                  <a:pt x="898358" y="320842"/>
                </a:cubicBezTo>
                <a:cubicBezTo>
                  <a:pt x="845208" y="274778"/>
                  <a:pt x="759327" y="299453"/>
                  <a:pt x="689811" y="288758"/>
                </a:cubicBezTo>
                <a:cubicBezTo>
                  <a:pt x="577516" y="294105"/>
                  <a:pt x="464661" y="292385"/>
                  <a:pt x="352926" y="304800"/>
                </a:cubicBezTo>
                <a:cubicBezTo>
                  <a:pt x="319313" y="308535"/>
                  <a:pt x="289484" y="328682"/>
                  <a:pt x="256674" y="336884"/>
                </a:cubicBezTo>
                <a:lnTo>
                  <a:pt x="192505" y="352926"/>
                </a:lnTo>
                <a:lnTo>
                  <a:pt x="96253" y="417094"/>
                </a:lnTo>
                <a:lnTo>
                  <a:pt x="48126" y="449179"/>
                </a:lnTo>
                <a:cubicBezTo>
                  <a:pt x="37431" y="465221"/>
                  <a:pt x="17521" y="478082"/>
                  <a:pt x="16042" y="497305"/>
                </a:cubicBezTo>
                <a:cubicBezTo>
                  <a:pt x="-7204" y="799499"/>
                  <a:pt x="122652" y="661080"/>
                  <a:pt x="465221" y="673768"/>
                </a:cubicBezTo>
                <a:cubicBezTo>
                  <a:pt x="770021" y="668421"/>
                  <a:pt x="1075142" y="672700"/>
                  <a:pt x="1379621" y="657726"/>
                </a:cubicBezTo>
                <a:cubicBezTo>
                  <a:pt x="1403506" y="656551"/>
                  <a:pt x="1425419" y="640952"/>
                  <a:pt x="1443790" y="625642"/>
                </a:cubicBezTo>
                <a:cubicBezTo>
                  <a:pt x="1540541" y="545016"/>
                  <a:pt x="1409094" y="599775"/>
                  <a:pt x="1524000" y="561473"/>
                </a:cubicBezTo>
                <a:cubicBezTo>
                  <a:pt x="1534695" y="545431"/>
                  <a:pt x="1548254" y="530965"/>
                  <a:pt x="1556084" y="513347"/>
                </a:cubicBezTo>
                <a:cubicBezTo>
                  <a:pt x="1569819" y="482442"/>
                  <a:pt x="1588168" y="417094"/>
                  <a:pt x="1588168" y="417094"/>
                </a:cubicBezTo>
                <a:cubicBezTo>
                  <a:pt x="1582821" y="368968"/>
                  <a:pt x="1587438" y="318653"/>
                  <a:pt x="1572126" y="272715"/>
                </a:cubicBezTo>
                <a:cubicBezTo>
                  <a:pt x="1564952" y="251192"/>
                  <a:pt x="1543832" y="235607"/>
                  <a:pt x="1524000" y="224589"/>
                </a:cubicBezTo>
                <a:cubicBezTo>
                  <a:pt x="1494436" y="208165"/>
                  <a:pt x="1427747" y="192505"/>
                  <a:pt x="1427747" y="192505"/>
                </a:cubicBezTo>
                <a:cubicBezTo>
                  <a:pt x="1294063" y="197852"/>
                  <a:pt x="1158402" y="185028"/>
                  <a:pt x="1026695" y="208547"/>
                </a:cubicBezTo>
                <a:cubicBezTo>
                  <a:pt x="1000374" y="213247"/>
                  <a:pt x="998868" y="255315"/>
                  <a:pt x="978568" y="272715"/>
                </a:cubicBezTo>
                <a:cubicBezTo>
                  <a:pt x="960411" y="288278"/>
                  <a:pt x="935789" y="294105"/>
                  <a:pt x="914400" y="304800"/>
                </a:cubicBezTo>
                <a:cubicBezTo>
                  <a:pt x="893011" y="331537"/>
                  <a:pt x="868379" y="355975"/>
                  <a:pt x="850232" y="385010"/>
                </a:cubicBezTo>
                <a:cubicBezTo>
                  <a:pt x="841270" y="399350"/>
                  <a:pt x="834190" y="416227"/>
                  <a:pt x="834190" y="433137"/>
                </a:cubicBezTo>
                <a:cubicBezTo>
                  <a:pt x="834190" y="486877"/>
                  <a:pt x="838148" y="541194"/>
                  <a:pt x="850232" y="593558"/>
                </a:cubicBezTo>
                <a:cubicBezTo>
                  <a:pt x="864315" y="654583"/>
                  <a:pt x="898182" y="643236"/>
                  <a:pt x="946484" y="657726"/>
                </a:cubicBezTo>
                <a:cubicBezTo>
                  <a:pt x="1113766" y="707910"/>
                  <a:pt x="973199" y="682084"/>
                  <a:pt x="1187116" y="705852"/>
                </a:cubicBezTo>
                <a:cubicBezTo>
                  <a:pt x="1310105" y="695157"/>
                  <a:pt x="1434852" y="697082"/>
                  <a:pt x="1556084" y="673768"/>
                </a:cubicBezTo>
                <a:cubicBezTo>
                  <a:pt x="1574446" y="670237"/>
                  <a:pt x="1628509" y="595034"/>
                  <a:pt x="1636295" y="577515"/>
                </a:cubicBezTo>
                <a:cubicBezTo>
                  <a:pt x="1650030" y="546610"/>
                  <a:pt x="1668379" y="481263"/>
                  <a:pt x="1668379" y="481263"/>
                </a:cubicBezTo>
                <a:cubicBezTo>
                  <a:pt x="1663032" y="401052"/>
                  <a:pt x="1668898" y="319295"/>
                  <a:pt x="1652337" y="240631"/>
                </a:cubicBezTo>
                <a:cubicBezTo>
                  <a:pt x="1646829" y="214468"/>
                  <a:pt x="1623117" y="195369"/>
                  <a:pt x="1604211" y="176463"/>
                </a:cubicBezTo>
                <a:cubicBezTo>
                  <a:pt x="1573113" y="145366"/>
                  <a:pt x="1547100" y="141384"/>
                  <a:pt x="1507958" y="128337"/>
                </a:cubicBezTo>
                <a:cubicBezTo>
                  <a:pt x="1390316" y="133684"/>
                  <a:pt x="1271957" y="130348"/>
                  <a:pt x="1155032" y="144379"/>
                </a:cubicBezTo>
                <a:cubicBezTo>
                  <a:pt x="1135889" y="146676"/>
                  <a:pt x="1124626" y="168868"/>
                  <a:pt x="1106905" y="176463"/>
                </a:cubicBezTo>
                <a:cubicBezTo>
                  <a:pt x="1086640" y="185148"/>
                  <a:pt x="1064126" y="187158"/>
                  <a:pt x="1042737" y="192505"/>
                </a:cubicBezTo>
                <a:cubicBezTo>
                  <a:pt x="1032042" y="208547"/>
                  <a:pt x="1011785" y="221384"/>
                  <a:pt x="1010653" y="240631"/>
                </a:cubicBezTo>
                <a:cubicBezTo>
                  <a:pt x="1003643" y="359808"/>
                  <a:pt x="981080" y="450853"/>
                  <a:pt x="1074821" y="513347"/>
                </a:cubicBezTo>
                <a:cubicBezTo>
                  <a:pt x="1088891" y="522727"/>
                  <a:pt x="1106905" y="524042"/>
                  <a:pt x="1122947" y="529389"/>
                </a:cubicBezTo>
                <a:cubicBezTo>
                  <a:pt x="1247249" y="504529"/>
                  <a:pt x="1258938" y="533039"/>
                  <a:pt x="1315453" y="465221"/>
                </a:cubicBezTo>
                <a:cubicBezTo>
                  <a:pt x="1332570" y="444681"/>
                  <a:pt x="1348039" y="422809"/>
                  <a:pt x="1363579" y="401052"/>
                </a:cubicBezTo>
                <a:cubicBezTo>
                  <a:pt x="1374785" y="385363"/>
                  <a:pt x="1384968" y="368968"/>
                  <a:pt x="1395663" y="352926"/>
                </a:cubicBezTo>
                <a:cubicBezTo>
                  <a:pt x="1420604" y="253162"/>
                  <a:pt x="1438729" y="209409"/>
                  <a:pt x="1395663" y="80210"/>
                </a:cubicBezTo>
                <a:cubicBezTo>
                  <a:pt x="1388101" y="57523"/>
                  <a:pt x="1352884" y="58821"/>
                  <a:pt x="1331495" y="48126"/>
                </a:cubicBezTo>
                <a:cubicBezTo>
                  <a:pt x="1198249" y="57643"/>
                  <a:pt x="1137437" y="52525"/>
                  <a:pt x="1026695" y="80210"/>
                </a:cubicBezTo>
                <a:cubicBezTo>
                  <a:pt x="1010290" y="84311"/>
                  <a:pt x="994610" y="90905"/>
                  <a:pt x="978568" y="96252"/>
                </a:cubicBezTo>
                <a:cubicBezTo>
                  <a:pt x="962526" y="106947"/>
                  <a:pt x="948060" y="120506"/>
                  <a:pt x="930442" y="128337"/>
                </a:cubicBezTo>
                <a:cubicBezTo>
                  <a:pt x="899537" y="142073"/>
                  <a:pt x="834190" y="160421"/>
                  <a:pt x="834190" y="160421"/>
                </a:cubicBezTo>
                <a:cubicBezTo>
                  <a:pt x="742022" y="252588"/>
                  <a:pt x="765936" y="204760"/>
                  <a:pt x="737937" y="288758"/>
                </a:cubicBezTo>
                <a:cubicBezTo>
                  <a:pt x="749726" y="453809"/>
                  <a:pt x="713792" y="471133"/>
                  <a:pt x="786063" y="561473"/>
                </a:cubicBezTo>
                <a:cubicBezTo>
                  <a:pt x="795511" y="573284"/>
                  <a:pt x="805178" y="585776"/>
                  <a:pt x="818147" y="593558"/>
                </a:cubicBezTo>
                <a:cubicBezTo>
                  <a:pt x="832647" y="602258"/>
                  <a:pt x="850232" y="604253"/>
                  <a:pt x="866274" y="609600"/>
                </a:cubicBezTo>
                <a:cubicBezTo>
                  <a:pt x="1037390" y="604253"/>
                  <a:pt x="1209047" y="608179"/>
                  <a:pt x="1379621" y="593558"/>
                </a:cubicBezTo>
                <a:cubicBezTo>
                  <a:pt x="1407268" y="591188"/>
                  <a:pt x="1440051" y="545214"/>
                  <a:pt x="1459832" y="529389"/>
                </a:cubicBezTo>
                <a:cubicBezTo>
                  <a:pt x="1504258" y="493848"/>
                  <a:pt x="1505252" y="498207"/>
                  <a:pt x="1556084" y="481263"/>
                </a:cubicBezTo>
                <a:cubicBezTo>
                  <a:pt x="1561431" y="459873"/>
                  <a:pt x="1580314" y="437565"/>
                  <a:pt x="1572126" y="417094"/>
                </a:cubicBezTo>
                <a:cubicBezTo>
                  <a:pt x="1565846" y="401394"/>
                  <a:pt x="1540259" y="405697"/>
                  <a:pt x="1524000" y="401052"/>
                </a:cubicBezTo>
                <a:cubicBezTo>
                  <a:pt x="1502801" y="394995"/>
                  <a:pt x="1481221" y="390357"/>
                  <a:pt x="1459832" y="385010"/>
                </a:cubicBezTo>
                <a:cubicBezTo>
                  <a:pt x="1189170" y="403054"/>
                  <a:pt x="1075786" y="421686"/>
                  <a:pt x="770021" y="368968"/>
                </a:cubicBezTo>
                <a:cubicBezTo>
                  <a:pt x="753357" y="366095"/>
                  <a:pt x="759326" y="336884"/>
                  <a:pt x="753979" y="320842"/>
                </a:cubicBezTo>
                <a:cubicBezTo>
                  <a:pt x="759326" y="288758"/>
                  <a:pt x="755475" y="253682"/>
                  <a:pt x="770021" y="224589"/>
                </a:cubicBezTo>
                <a:cubicBezTo>
                  <a:pt x="778643" y="207344"/>
                  <a:pt x="800902" y="201127"/>
                  <a:pt x="818147" y="192505"/>
                </a:cubicBezTo>
                <a:cubicBezTo>
                  <a:pt x="833272" y="184943"/>
                  <a:pt x="849739" y="180006"/>
                  <a:pt x="866274" y="176463"/>
                </a:cubicBezTo>
                <a:cubicBezTo>
                  <a:pt x="924732" y="163936"/>
                  <a:pt x="983916" y="155074"/>
                  <a:pt x="1042737" y="144379"/>
                </a:cubicBezTo>
                <a:cubicBezTo>
                  <a:pt x="1240590" y="149726"/>
                  <a:pt x="1438594" y="151007"/>
                  <a:pt x="1636295" y="160421"/>
                </a:cubicBezTo>
                <a:cubicBezTo>
                  <a:pt x="1663530" y="161718"/>
                  <a:pt x="1689556" y="172317"/>
                  <a:pt x="1716505" y="176463"/>
                </a:cubicBezTo>
                <a:cubicBezTo>
                  <a:pt x="1759116" y="183018"/>
                  <a:pt x="1802231" y="185950"/>
                  <a:pt x="1844842" y="192505"/>
                </a:cubicBezTo>
                <a:cubicBezTo>
                  <a:pt x="1871791" y="196651"/>
                  <a:pt x="1898485" y="202416"/>
                  <a:pt x="1925053" y="208547"/>
                </a:cubicBezTo>
                <a:cubicBezTo>
                  <a:pt x="2042656" y="235686"/>
                  <a:pt x="2021964" y="230156"/>
                  <a:pt x="2101516" y="256673"/>
                </a:cubicBezTo>
                <a:cubicBezTo>
                  <a:pt x="2122905" y="288757"/>
                  <a:pt x="2169175" y="314524"/>
                  <a:pt x="2165684" y="352926"/>
                </a:cubicBezTo>
                <a:cubicBezTo>
                  <a:pt x="2160337" y="411747"/>
                  <a:pt x="2165868" y="472598"/>
                  <a:pt x="2149642" y="529389"/>
                </a:cubicBezTo>
                <a:cubicBezTo>
                  <a:pt x="2143409" y="551203"/>
                  <a:pt x="2116040" y="560086"/>
                  <a:pt x="2101516" y="577515"/>
                </a:cubicBezTo>
                <a:cubicBezTo>
                  <a:pt x="2023324" y="671346"/>
                  <a:pt x="2128229" y="581545"/>
                  <a:pt x="2005263" y="673768"/>
                </a:cubicBezTo>
                <a:cubicBezTo>
                  <a:pt x="1909010" y="668421"/>
                  <a:pt x="1811034" y="676632"/>
                  <a:pt x="1716505" y="657726"/>
                </a:cubicBezTo>
                <a:cubicBezTo>
                  <a:pt x="1697599" y="653945"/>
                  <a:pt x="1685338" y="628858"/>
                  <a:pt x="1684421" y="609600"/>
                </a:cubicBezTo>
                <a:cubicBezTo>
                  <a:pt x="1671088" y="329610"/>
                  <a:pt x="1659595" y="382144"/>
                  <a:pt x="1764632" y="224589"/>
                </a:cubicBezTo>
                <a:cubicBezTo>
                  <a:pt x="1775327" y="208547"/>
                  <a:pt x="1780674" y="187158"/>
                  <a:pt x="1796716" y="176463"/>
                </a:cubicBezTo>
                <a:lnTo>
                  <a:pt x="1892968" y="112294"/>
                </a:lnTo>
                <a:cubicBezTo>
                  <a:pt x="1914358" y="117642"/>
                  <a:pt x="1940397" y="113988"/>
                  <a:pt x="1957137" y="128337"/>
                </a:cubicBezTo>
                <a:cubicBezTo>
                  <a:pt x="1980811" y="148629"/>
                  <a:pt x="1988738" y="182106"/>
                  <a:pt x="2005263" y="208547"/>
                </a:cubicBezTo>
                <a:cubicBezTo>
                  <a:pt x="2061951" y="299247"/>
                  <a:pt x="2014661" y="211302"/>
                  <a:pt x="2069432" y="320842"/>
                </a:cubicBezTo>
                <a:cubicBezTo>
                  <a:pt x="2080127" y="368968"/>
                  <a:pt x="2088813" y="417585"/>
                  <a:pt x="2101516" y="465221"/>
                </a:cubicBezTo>
                <a:cubicBezTo>
                  <a:pt x="2110230" y="497899"/>
                  <a:pt x="2125398" y="528663"/>
                  <a:pt x="2133600" y="561473"/>
                </a:cubicBezTo>
                <a:cubicBezTo>
                  <a:pt x="2153743" y="642047"/>
                  <a:pt x="2142670" y="604725"/>
                  <a:pt x="2165684" y="673768"/>
                </a:cubicBezTo>
                <a:cubicBezTo>
                  <a:pt x="2149642" y="679115"/>
                  <a:pt x="2132683" y="697372"/>
                  <a:pt x="2117558" y="689810"/>
                </a:cubicBezTo>
                <a:cubicBezTo>
                  <a:pt x="2102433" y="682248"/>
                  <a:pt x="2110896" y="655754"/>
                  <a:pt x="2101516" y="641684"/>
                </a:cubicBezTo>
                <a:cubicBezTo>
                  <a:pt x="2088932" y="622807"/>
                  <a:pt x="2067002" y="611707"/>
                  <a:pt x="2053390" y="593558"/>
                </a:cubicBezTo>
                <a:cubicBezTo>
                  <a:pt x="1983665" y="500591"/>
                  <a:pt x="2022118" y="541982"/>
                  <a:pt x="1989221" y="465221"/>
                </a:cubicBezTo>
                <a:cubicBezTo>
                  <a:pt x="1979801" y="443240"/>
                  <a:pt x="1967832" y="422442"/>
                  <a:pt x="1957137" y="401052"/>
                </a:cubicBezTo>
                <a:cubicBezTo>
                  <a:pt x="1967832" y="374315"/>
                  <a:pt x="1971943" y="343879"/>
                  <a:pt x="1989221" y="320842"/>
                </a:cubicBezTo>
                <a:cubicBezTo>
                  <a:pt x="2035771" y="258776"/>
                  <a:pt x="2047724" y="283569"/>
                  <a:pt x="2101516" y="256673"/>
                </a:cubicBezTo>
                <a:cubicBezTo>
                  <a:pt x="2118761" y="248051"/>
                  <a:pt x="2132024" y="232419"/>
                  <a:pt x="2149642" y="224589"/>
                </a:cubicBezTo>
                <a:cubicBezTo>
                  <a:pt x="2180547" y="210854"/>
                  <a:pt x="2245895" y="192505"/>
                  <a:pt x="2245895" y="192505"/>
                </a:cubicBezTo>
                <a:cubicBezTo>
                  <a:pt x="2320758" y="203200"/>
                  <a:pt x="2400270" y="196503"/>
                  <a:pt x="2470484" y="224589"/>
                </a:cubicBezTo>
                <a:cubicBezTo>
                  <a:pt x="2488505" y="231797"/>
                  <a:pt x="2360192" y="272048"/>
                  <a:pt x="2358190" y="272715"/>
                </a:cubicBezTo>
                <a:cubicBezTo>
                  <a:pt x="2293613" y="337292"/>
                  <a:pt x="2365416" y="276494"/>
                  <a:pt x="2261937" y="320842"/>
                </a:cubicBezTo>
                <a:cubicBezTo>
                  <a:pt x="2208766" y="343630"/>
                  <a:pt x="2221530" y="353168"/>
                  <a:pt x="2181726" y="385010"/>
                </a:cubicBezTo>
                <a:cubicBezTo>
                  <a:pt x="2137300" y="420550"/>
                  <a:pt x="2136305" y="416192"/>
                  <a:pt x="2085474" y="433137"/>
                </a:cubicBezTo>
                <a:cubicBezTo>
                  <a:pt x="2069432" y="449179"/>
                  <a:pt x="2054776" y="466739"/>
                  <a:pt x="2037347" y="481263"/>
                </a:cubicBezTo>
                <a:cubicBezTo>
                  <a:pt x="2022536" y="493606"/>
                  <a:pt x="1985440" y="494441"/>
                  <a:pt x="1989221" y="513347"/>
                </a:cubicBezTo>
                <a:cubicBezTo>
                  <a:pt x="1994465" y="539565"/>
                  <a:pt x="2029476" y="549516"/>
                  <a:pt x="2053390" y="561473"/>
                </a:cubicBezTo>
                <a:cubicBezTo>
                  <a:pt x="2082129" y="575842"/>
                  <a:pt x="2219404" y="592993"/>
                  <a:pt x="2229853" y="593558"/>
                </a:cubicBezTo>
                <a:cubicBezTo>
                  <a:pt x="2390129" y="602222"/>
                  <a:pt x="2550695" y="604253"/>
                  <a:pt x="2711116" y="609600"/>
                </a:cubicBezTo>
                <a:lnTo>
                  <a:pt x="2935705" y="593558"/>
                </a:lnTo>
                <a:cubicBezTo>
                  <a:pt x="3294390" y="572458"/>
                  <a:pt x="3149405" y="604300"/>
                  <a:pt x="3320716" y="561473"/>
                </a:cubicBezTo>
                <a:cubicBezTo>
                  <a:pt x="3315369" y="497305"/>
                  <a:pt x="3322364" y="430881"/>
                  <a:pt x="3304674" y="368968"/>
                </a:cubicBezTo>
                <a:cubicBezTo>
                  <a:pt x="3299377" y="350429"/>
                  <a:pt x="3273792" y="345506"/>
                  <a:pt x="3256547" y="336884"/>
                </a:cubicBezTo>
                <a:cubicBezTo>
                  <a:pt x="3202796" y="310009"/>
                  <a:pt x="3109790" y="309883"/>
                  <a:pt x="3064042" y="304800"/>
                </a:cubicBezTo>
                <a:cubicBezTo>
                  <a:pt x="3048000" y="294105"/>
                  <a:pt x="3035163" y="273847"/>
                  <a:pt x="3015916" y="272715"/>
                </a:cubicBezTo>
                <a:cubicBezTo>
                  <a:pt x="2839688" y="262349"/>
                  <a:pt x="2836411" y="254262"/>
                  <a:pt x="2743200" y="320842"/>
                </a:cubicBezTo>
                <a:cubicBezTo>
                  <a:pt x="2721443" y="336382"/>
                  <a:pt x="2697938" y="350062"/>
                  <a:pt x="2679032" y="368968"/>
                </a:cubicBezTo>
                <a:cubicBezTo>
                  <a:pt x="2665399" y="382601"/>
                  <a:pt x="2657642" y="401052"/>
                  <a:pt x="2646947" y="417094"/>
                </a:cubicBezTo>
                <a:cubicBezTo>
                  <a:pt x="2609096" y="530650"/>
                  <a:pt x="2612613" y="499851"/>
                  <a:pt x="2646947" y="705852"/>
                </a:cubicBezTo>
                <a:cubicBezTo>
                  <a:pt x="2650117" y="724870"/>
                  <a:pt x="2663976" y="741935"/>
                  <a:pt x="2679032" y="753979"/>
                </a:cubicBezTo>
                <a:cubicBezTo>
                  <a:pt x="2692236" y="764542"/>
                  <a:pt x="2711116" y="764674"/>
                  <a:pt x="2727158" y="770021"/>
                </a:cubicBezTo>
                <a:cubicBezTo>
                  <a:pt x="2737853" y="732589"/>
                  <a:pt x="2735884" y="688870"/>
                  <a:pt x="2759242" y="657726"/>
                </a:cubicBezTo>
                <a:cubicBezTo>
                  <a:pt x="2805169" y="596490"/>
                  <a:pt x="2917351" y="557881"/>
                  <a:pt x="2983832" y="529389"/>
                </a:cubicBezTo>
                <a:cubicBezTo>
                  <a:pt x="3021263" y="491957"/>
                  <a:pt x="3090280" y="469706"/>
                  <a:pt x="3096126" y="417094"/>
                </a:cubicBezTo>
                <a:cubicBezTo>
                  <a:pt x="3099347" y="388100"/>
                  <a:pt x="3107369" y="257177"/>
                  <a:pt x="3128211" y="208547"/>
                </a:cubicBezTo>
                <a:cubicBezTo>
                  <a:pt x="3135806" y="190826"/>
                  <a:pt x="3149600" y="176463"/>
                  <a:pt x="3160295" y="160421"/>
                </a:cubicBezTo>
                <a:cubicBezTo>
                  <a:pt x="3176337" y="251326"/>
                  <a:pt x="3199236" y="341285"/>
                  <a:pt x="3208421" y="433137"/>
                </a:cubicBezTo>
                <a:cubicBezTo>
                  <a:pt x="3213768" y="486611"/>
                  <a:pt x="3216863" y="540358"/>
                  <a:pt x="3224463" y="593558"/>
                </a:cubicBezTo>
                <a:cubicBezTo>
                  <a:pt x="3232918" y="652742"/>
                  <a:pt x="3311733" y="747027"/>
                  <a:pt x="3256547" y="770021"/>
                </a:cubicBezTo>
                <a:cubicBezTo>
                  <a:pt x="3128116" y="823534"/>
                  <a:pt x="2978484" y="759326"/>
                  <a:pt x="2839453" y="753979"/>
                </a:cubicBezTo>
                <a:cubicBezTo>
                  <a:pt x="2716222" y="630748"/>
                  <a:pt x="2798518" y="709171"/>
                  <a:pt x="2582779" y="529389"/>
                </a:cubicBezTo>
                <a:cubicBezTo>
                  <a:pt x="2443930" y="413682"/>
                  <a:pt x="2536256" y="482266"/>
                  <a:pt x="2406316" y="401052"/>
                </a:cubicBezTo>
                <a:cubicBezTo>
                  <a:pt x="2389967" y="390833"/>
                  <a:pt x="2375808" y="376798"/>
                  <a:pt x="2358190" y="368968"/>
                </a:cubicBezTo>
                <a:cubicBezTo>
                  <a:pt x="2277082" y="332920"/>
                  <a:pt x="2251052" y="336363"/>
                  <a:pt x="2165684" y="320842"/>
                </a:cubicBezTo>
                <a:cubicBezTo>
                  <a:pt x="1981534" y="287360"/>
                  <a:pt x="2186720" y="311550"/>
                  <a:pt x="1844842" y="288758"/>
                </a:cubicBezTo>
                <a:cubicBezTo>
                  <a:pt x="1743242" y="294105"/>
                  <a:pt x="1640928" y="291641"/>
                  <a:pt x="1540042" y="304800"/>
                </a:cubicBezTo>
                <a:cubicBezTo>
                  <a:pt x="1516329" y="307893"/>
                  <a:pt x="1498265" y="328487"/>
                  <a:pt x="1475874" y="336884"/>
                </a:cubicBezTo>
                <a:cubicBezTo>
                  <a:pt x="1367333" y="377587"/>
                  <a:pt x="1454071" y="330186"/>
                  <a:pt x="1363579" y="368968"/>
                </a:cubicBezTo>
                <a:cubicBezTo>
                  <a:pt x="1341599" y="378388"/>
                  <a:pt x="1321391" y="391632"/>
                  <a:pt x="1299411" y="401052"/>
                </a:cubicBezTo>
                <a:cubicBezTo>
                  <a:pt x="1283868" y="407713"/>
                  <a:pt x="1266827" y="410433"/>
                  <a:pt x="1251284" y="417094"/>
                </a:cubicBezTo>
                <a:cubicBezTo>
                  <a:pt x="1196715" y="440481"/>
                  <a:pt x="1175669" y="450146"/>
                  <a:pt x="1138990" y="497305"/>
                </a:cubicBezTo>
                <a:cubicBezTo>
                  <a:pt x="1115316" y="527743"/>
                  <a:pt x="1074821" y="593558"/>
                  <a:pt x="1074821" y="593558"/>
                </a:cubicBezTo>
                <a:cubicBezTo>
                  <a:pt x="1080168" y="614947"/>
                  <a:pt x="1077090" y="640510"/>
                  <a:pt x="1090863" y="657726"/>
                </a:cubicBezTo>
                <a:cubicBezTo>
                  <a:pt x="1101427" y="670930"/>
                  <a:pt x="1122793" y="668909"/>
                  <a:pt x="1138990" y="673768"/>
                </a:cubicBezTo>
                <a:cubicBezTo>
                  <a:pt x="1176277" y="684954"/>
                  <a:pt x="1214699" y="692548"/>
                  <a:pt x="1251284" y="705852"/>
                </a:cubicBezTo>
                <a:cubicBezTo>
                  <a:pt x="1357026" y="744304"/>
                  <a:pt x="1274203" y="736896"/>
                  <a:pt x="1395663" y="770021"/>
                </a:cubicBezTo>
                <a:cubicBezTo>
                  <a:pt x="1427044" y="778579"/>
                  <a:pt x="1460222" y="778749"/>
                  <a:pt x="1491916" y="786063"/>
                </a:cubicBezTo>
                <a:cubicBezTo>
                  <a:pt x="1727429" y="840412"/>
                  <a:pt x="1464659" y="805460"/>
                  <a:pt x="1780674" y="834189"/>
                </a:cubicBezTo>
                <a:cubicBezTo>
                  <a:pt x="1796716" y="839536"/>
                  <a:pt x="1811890" y="850231"/>
                  <a:pt x="1828800" y="850231"/>
                </a:cubicBezTo>
                <a:cubicBezTo>
                  <a:pt x="2103089" y="850231"/>
                  <a:pt x="2059877" y="856630"/>
                  <a:pt x="2213811" y="818147"/>
                </a:cubicBezTo>
                <a:cubicBezTo>
                  <a:pt x="2263020" y="781240"/>
                  <a:pt x="2303377" y="755699"/>
                  <a:pt x="2342147" y="705852"/>
                </a:cubicBezTo>
                <a:cubicBezTo>
                  <a:pt x="2361290" y="681240"/>
                  <a:pt x="2372526" y="651278"/>
                  <a:pt x="2390274" y="625642"/>
                </a:cubicBezTo>
                <a:cubicBezTo>
                  <a:pt x="2420712" y="581676"/>
                  <a:pt x="2462612" y="545133"/>
                  <a:pt x="2486526" y="497305"/>
                </a:cubicBezTo>
                <a:lnTo>
                  <a:pt x="2566737" y="336884"/>
                </a:lnTo>
                <a:cubicBezTo>
                  <a:pt x="2590097" y="114967"/>
                  <a:pt x="2503639" y="47888"/>
                  <a:pt x="2646947" y="16042"/>
                </a:cubicBezTo>
                <a:cubicBezTo>
                  <a:pt x="2678699" y="8986"/>
                  <a:pt x="2711116" y="5347"/>
                  <a:pt x="2743200" y="0"/>
                </a:cubicBezTo>
                <a:cubicBezTo>
                  <a:pt x="2871537" y="5347"/>
                  <a:pt x="3000548" y="1857"/>
                  <a:pt x="3128211" y="16042"/>
                </a:cubicBezTo>
                <a:cubicBezTo>
                  <a:pt x="3181073" y="21916"/>
                  <a:pt x="3197889" y="93230"/>
                  <a:pt x="3208421" y="128337"/>
                </a:cubicBezTo>
                <a:cubicBezTo>
                  <a:pt x="3216256" y="154453"/>
                  <a:pt x="3219980" y="181652"/>
                  <a:pt x="3224463" y="208547"/>
                </a:cubicBezTo>
                <a:cubicBezTo>
                  <a:pt x="3230679" y="245844"/>
                  <a:pt x="3229385" y="284702"/>
                  <a:pt x="3240505" y="320842"/>
                </a:cubicBezTo>
                <a:cubicBezTo>
                  <a:pt x="3251054" y="355127"/>
                  <a:pt x="3272590" y="385010"/>
                  <a:pt x="3288632" y="417094"/>
                </a:cubicBezTo>
                <a:cubicBezTo>
                  <a:pt x="3309457" y="562868"/>
                  <a:pt x="3292717" y="493518"/>
                  <a:pt x="3336758" y="625642"/>
                </a:cubicBezTo>
                <a:lnTo>
                  <a:pt x="3352800" y="673768"/>
                </a:lnTo>
                <a:cubicBezTo>
                  <a:pt x="3347453" y="721894"/>
                  <a:pt x="3361671" y="776625"/>
                  <a:pt x="3336758" y="818147"/>
                </a:cubicBezTo>
                <a:cubicBezTo>
                  <a:pt x="3322729" y="841528"/>
                  <a:pt x="3282414" y="825567"/>
                  <a:pt x="3256547" y="834189"/>
                </a:cubicBezTo>
                <a:cubicBezTo>
                  <a:pt x="3233860" y="841751"/>
                  <a:pt x="3213768" y="855578"/>
                  <a:pt x="3192379" y="866273"/>
                </a:cubicBezTo>
                <a:lnTo>
                  <a:pt x="2165684" y="850231"/>
                </a:lnTo>
                <a:cubicBezTo>
                  <a:pt x="2138993" y="848661"/>
                  <a:pt x="2126340" y="812035"/>
                  <a:pt x="2101516" y="802105"/>
                </a:cubicBezTo>
                <a:cubicBezTo>
                  <a:pt x="2071316" y="790025"/>
                  <a:pt x="2037068" y="792878"/>
                  <a:pt x="2005263" y="786063"/>
                </a:cubicBezTo>
                <a:cubicBezTo>
                  <a:pt x="1962146" y="776824"/>
                  <a:pt x="1919468" y="765581"/>
                  <a:pt x="1876926" y="753979"/>
                </a:cubicBezTo>
                <a:cubicBezTo>
                  <a:pt x="1860612" y="749530"/>
                  <a:pt x="1845059" y="742583"/>
                  <a:pt x="1828800" y="737937"/>
                </a:cubicBezTo>
                <a:cubicBezTo>
                  <a:pt x="1485016" y="639710"/>
                  <a:pt x="2164134" y="842349"/>
                  <a:pt x="1668379" y="689810"/>
                </a:cubicBezTo>
                <a:cubicBezTo>
                  <a:pt x="1461143" y="626046"/>
                  <a:pt x="1652402" y="693845"/>
                  <a:pt x="1427747" y="609600"/>
                </a:cubicBezTo>
                <a:cubicBezTo>
                  <a:pt x="1384968" y="577516"/>
                  <a:pt x="1347239" y="537261"/>
                  <a:pt x="1299411" y="513347"/>
                </a:cubicBezTo>
                <a:cubicBezTo>
                  <a:pt x="1267327" y="497305"/>
                  <a:pt x="1234515" y="482642"/>
                  <a:pt x="1203158" y="465221"/>
                </a:cubicBezTo>
                <a:cubicBezTo>
                  <a:pt x="1186304" y="455858"/>
                  <a:pt x="1171772" y="442703"/>
                  <a:pt x="1155032" y="433137"/>
                </a:cubicBezTo>
                <a:cubicBezTo>
                  <a:pt x="1134268" y="421272"/>
                  <a:pt x="1111369" y="413356"/>
                  <a:pt x="1090863" y="401052"/>
                </a:cubicBezTo>
                <a:cubicBezTo>
                  <a:pt x="897291" y="284908"/>
                  <a:pt x="1077116" y="378136"/>
                  <a:pt x="930442" y="304800"/>
                </a:cubicBezTo>
                <a:cubicBezTo>
                  <a:pt x="877089" y="251445"/>
                  <a:pt x="923118" y="287910"/>
                  <a:pt x="850232" y="256673"/>
                </a:cubicBezTo>
                <a:cubicBezTo>
                  <a:pt x="828251" y="247253"/>
                  <a:pt x="808969" y="231461"/>
                  <a:pt x="786063" y="224589"/>
                </a:cubicBezTo>
                <a:cubicBezTo>
                  <a:pt x="754908" y="215243"/>
                  <a:pt x="722255" y="210864"/>
                  <a:pt x="689811" y="208547"/>
                </a:cubicBezTo>
                <a:cubicBezTo>
                  <a:pt x="572346" y="200157"/>
                  <a:pt x="454526" y="197852"/>
                  <a:pt x="336884" y="192505"/>
                </a:cubicBezTo>
                <a:cubicBezTo>
                  <a:pt x="304800" y="187158"/>
                  <a:pt x="273159" y="176463"/>
                  <a:pt x="240632" y="176463"/>
                </a:cubicBezTo>
                <a:cubicBezTo>
                  <a:pt x="165525" y="176463"/>
                  <a:pt x="115709" y="191652"/>
                  <a:pt x="48126" y="208547"/>
                </a:cubicBezTo>
                <a:lnTo>
                  <a:pt x="16042" y="304800"/>
                </a:lnTo>
                <a:lnTo>
                  <a:pt x="0" y="352926"/>
                </a:lnTo>
                <a:cubicBezTo>
                  <a:pt x="28238" y="522356"/>
                  <a:pt x="-18202" y="425158"/>
                  <a:pt x="208547" y="497305"/>
                </a:cubicBezTo>
                <a:cubicBezTo>
                  <a:pt x="263429" y="514767"/>
                  <a:pt x="315888" y="539124"/>
                  <a:pt x="368968" y="561473"/>
                </a:cubicBezTo>
                <a:cubicBezTo>
                  <a:pt x="417506" y="581910"/>
                  <a:pt x="463079" y="609933"/>
                  <a:pt x="513347" y="625642"/>
                </a:cubicBezTo>
                <a:cubicBezTo>
                  <a:pt x="549437" y="636920"/>
                  <a:pt x="588565" y="634269"/>
                  <a:pt x="625642" y="641684"/>
                </a:cubicBezTo>
                <a:cubicBezTo>
                  <a:pt x="739181" y="664392"/>
                  <a:pt x="744676" y="679254"/>
                  <a:pt x="850232" y="689810"/>
                </a:cubicBezTo>
                <a:cubicBezTo>
                  <a:pt x="871515" y="691938"/>
                  <a:pt x="893011" y="689810"/>
                  <a:pt x="914400" y="689810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3175"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1737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72716" y="0"/>
            <a:ext cx="11919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如果你认真地思考过去，会发现它就是死亡的仓库，堆积着不再存在的事件永远地消失了，无法挽回，彻底死去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-1" y="6240379"/>
            <a:ext cx="12240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4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632" y="5073135"/>
            <a:ext cx="12187952" cy="12926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7800" smtClean="0">
                <a:solidFill>
                  <a:schemeClr val="bg1"/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今天是你离死亡最远的一天</a:t>
            </a:r>
            <a:endParaRPr lang="zh-CN" altLang="en-US" sz="780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17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832" y="4427166"/>
            <a:ext cx="4411579" cy="1997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如果我让死亡进入我的生命，接受他，直面它，就可以摆脱死亡的恐惧和生活的琐碎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，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那时候我才会自由地成为自己。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 algn="r">
              <a:lnSpc>
                <a:spcPct val="20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————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海德格尔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44379" y="-128337"/>
            <a:ext cx="7042484" cy="71868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28863" y="234023"/>
            <a:ext cx="6096000" cy="66171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永恒是否存在于伟大的来生？</a:t>
            </a:r>
            <a:b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</a:b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抑或就潜藏在我们周围？</a:t>
            </a:r>
            <a:b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</a:b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若是如此，谁有时间实现永恒？</a:t>
            </a:r>
            <a:b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</a:b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永恒就是现在</a:t>
            </a:r>
            <a:endParaRPr lang="zh-CN" alt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永恒就是现在</a:t>
            </a:r>
            <a:endParaRPr lang="zh-CN" altLang="en-US" sz="2000" dirty="0" smtClean="0">
              <a:solidFill>
                <a:schemeClr val="tx1">
                  <a:lumMod val="50000"/>
                  <a:lumOff val="50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永恒就是现在</a:t>
            </a:r>
            <a:endParaRPr lang="zh-CN" altLang="en-US" sz="2400" dirty="0" smtClean="0">
              <a:solidFill>
                <a:schemeClr val="bg1">
                  <a:lumMod val="50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 smtClean="0">
                <a:solidFill>
                  <a:schemeClr val="bg1">
                    <a:lumMod val="8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永恒就是现在</a:t>
            </a:r>
            <a:endParaRPr lang="zh-CN" altLang="en-US" sz="2800" dirty="0" smtClean="0">
              <a:solidFill>
                <a:schemeClr val="bg1">
                  <a:lumMod val="8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200" dirty="0" smtClean="0">
                <a:solidFill>
                  <a:schemeClr val="bg1">
                    <a:lumMod val="95000"/>
                  </a:schemeClr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永恒就是现在</a:t>
            </a:r>
            <a:endParaRPr lang="zh-CN" altLang="en-US" sz="3200" dirty="0" smtClean="0">
              <a:solidFill>
                <a:schemeClr val="bg1">
                  <a:lumMod val="95000"/>
                </a:schemeClr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3600" dirty="0" smtClean="0">
                <a:solidFill>
                  <a:schemeClr val="bg1"/>
                </a:solidFill>
                <a:effectLst/>
                <a:latin typeface="方正粗倩简体" panose="03000509000000000000" pitchFamily="65" charset="-122"/>
                <a:ea typeface="方正粗倩简体" panose="03000509000000000000" pitchFamily="65" charset="-122"/>
              </a:rPr>
              <a:t>永恒就是现在</a:t>
            </a:r>
            <a:endParaRPr lang="zh-CN" altLang="en-US" dirty="0" smtClean="0">
              <a:solidFill>
                <a:schemeClr val="bg1"/>
              </a:solidFill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15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4"/>
          <a:stretch/>
        </p:blipFill>
        <p:spPr>
          <a:xfrm>
            <a:off x="2438400" y="734428"/>
            <a:ext cx="9753600" cy="612357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59373" y="877345"/>
            <a:ext cx="1708160" cy="51321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方正粗倩简体" panose="03000509000000000000" pitchFamily="65" charset="-122"/>
                <a:ea typeface="方正粗倩简体" panose="03000509000000000000" pitchFamily="65" charset="-122"/>
              </a:rPr>
              <a:t>从今天起  </a:t>
            </a:r>
            <a:r>
              <a:rPr lang="zh-CN" altLang="en-US" sz="6600" dirty="0" smtClean="0">
                <a:latin typeface="方正粗倩简体" panose="03000509000000000000" pitchFamily="65" charset="-122"/>
                <a:ea typeface="方正粗倩简体" panose="03000509000000000000" pitchFamily="65" charset="-122"/>
              </a:rPr>
              <a:t>向死而生</a:t>
            </a:r>
            <a:endParaRPr lang="zh-CN" altLang="en-US" sz="6600" dirty="0">
              <a:latin typeface="方正粗倩简体" panose="03000509000000000000" pitchFamily="65" charset="-122"/>
              <a:ea typeface="方正粗倩简体" panose="03000509000000000000" pitchFamily="65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0" y="0"/>
            <a:ext cx="12192000" cy="6874041"/>
          </a:xfrm>
          <a:custGeom>
            <a:avLst/>
            <a:gdLst>
              <a:gd name="connsiteX0" fmla="*/ 401053 w 12192000"/>
              <a:gd name="connsiteY0" fmla="*/ 445671 h 6858000"/>
              <a:gd name="connsiteX1" fmla="*/ 401053 w 12192000"/>
              <a:gd name="connsiteY1" fmla="*/ 6432884 h 6858000"/>
              <a:gd name="connsiteX2" fmla="*/ 11758863 w 12192000"/>
              <a:gd name="connsiteY2" fmla="*/ 6432884 h 6858000"/>
              <a:gd name="connsiteX3" fmla="*/ 11758863 w 12192000"/>
              <a:gd name="connsiteY3" fmla="*/ 44567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401053" y="445671"/>
                </a:moveTo>
                <a:lnTo>
                  <a:pt x="401053" y="6432884"/>
                </a:lnTo>
                <a:lnTo>
                  <a:pt x="11758863" y="6432884"/>
                </a:lnTo>
                <a:lnTo>
                  <a:pt x="11758863" y="44567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23541" y="5933989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方正姚体简体" panose="03000509000000000000" pitchFamily="65" charset="-122"/>
                <a:ea typeface="方正姚体简体" panose="03000509000000000000" pitchFamily="65" charset="-122"/>
              </a:rPr>
              <a:t>@</a:t>
            </a:r>
            <a:r>
              <a:rPr lang="zh-CN" altLang="en-US" dirty="0" smtClean="0">
                <a:latin typeface="方正姚体简体" panose="03000509000000000000" pitchFamily="65" charset="-122"/>
                <a:ea typeface="方正姚体简体" panose="03000509000000000000" pitchFamily="65" charset="-122"/>
              </a:rPr>
              <a:t>蝙蝠君</a:t>
            </a:r>
            <a:endParaRPr lang="zh-CN" altLang="en-US" dirty="0">
              <a:latin typeface="方正姚体简体" panose="03000509000000000000" pitchFamily="65" charset="-122"/>
              <a:ea typeface="方正姚体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0207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3" y="1092485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1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9"/>
            <a:ext cx="116641" cy="217026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562"/>
            <a:ext cx="7405675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29" y="2291753"/>
            <a:ext cx="1574654" cy="1086373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4"/>
            <a:ext cx="1574654" cy="1279207"/>
            <a:chOff x="107380" y="2024805"/>
            <a:chExt cx="1944270" cy="157947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1" y="2382195"/>
              <a:ext cx="1728239" cy="12220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4" cy="1086373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4" cy="1086373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999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8" y="3953873"/>
            <a:ext cx="7425926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1" cy="5450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2" y="3613174"/>
              <a:ext cx="594123" cy="575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2"/>
              <a:ext cx="3543296" cy="927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6"/>
              <a:ext cx="1596629" cy="43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2"/>
              <a:ext cx="757239" cy="7608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4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43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857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43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540" y="1387104"/>
            <a:ext cx="5481623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126</a:t>
            </a:r>
            <a:r>
              <a:rPr lang="zh-CN" altLang="en-US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85370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486</Words>
  <Application>Microsoft Office PowerPoint</Application>
  <PresentationFormat>宽屏</PresentationFormat>
  <Paragraphs>65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方正黄草简体</vt:lpstr>
      <vt:lpstr>Calibri Light</vt:lpstr>
      <vt:lpstr>微软雅黑</vt:lpstr>
      <vt:lpstr>方正姚体简体</vt:lpstr>
      <vt:lpstr>宋体</vt:lpstr>
      <vt:lpstr>方正正黑简体</vt:lpstr>
      <vt:lpstr>方正粗倩简体</vt:lpstr>
      <vt:lpstr>方正正中黑简体</vt:lpstr>
      <vt:lpstr>Calibri</vt:lpstr>
      <vt:lpstr>SketchFlow Print</vt:lpstr>
      <vt:lpstr>Office 主题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蝙蝠精灵</dc:creator>
  <cp:lastModifiedBy>小巴</cp:lastModifiedBy>
  <cp:revision>14</cp:revision>
  <dcterms:created xsi:type="dcterms:W3CDTF">2014-05-27T12:57:04Z</dcterms:created>
  <dcterms:modified xsi:type="dcterms:W3CDTF">2014-06-30T08:44:31Z</dcterms:modified>
</cp:coreProperties>
</file>