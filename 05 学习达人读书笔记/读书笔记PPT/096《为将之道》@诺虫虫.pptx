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sldIdLst>
    <p:sldId id="256" r:id="rId3"/>
    <p:sldId id="260" r:id="rId4"/>
    <p:sldId id="261" r:id="rId5"/>
    <p:sldId id="264" r:id="rId6"/>
    <p:sldId id="265" r:id="rId7"/>
    <p:sldId id="266" r:id="rId8"/>
    <p:sldId id="267" r:id="rId9"/>
    <p:sldId id="259" r:id="rId10"/>
    <p:sldId id="268" r:id="rId11"/>
    <p:sldId id="269" r:id="rId12"/>
    <p:sldId id="257" r:id="rId13"/>
    <p:sldId id="270" r:id="rId14"/>
    <p:sldId id="271" r:id="rId1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000"/>
    <a:srgbClr val="FFD33C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00" autoAdjust="0"/>
    <p:restoredTop sz="94660"/>
  </p:normalViewPr>
  <p:slideViewPr>
    <p:cSldViewPr snapToGrid="0">
      <p:cViewPr varScale="1">
        <p:scale>
          <a:sx n="74" d="100"/>
          <a:sy n="74" d="100"/>
        </p:scale>
        <p:origin x="372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96B3B-732F-4ABB-B3D8-E3982A6DE59C}" type="datetimeFigureOut">
              <a:rPr lang="zh-CN" altLang="en-US" smtClean="0"/>
              <a:t>2014/5/2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5D811F-EE02-4AEA-9DD0-C024AB8B382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114571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96B3B-732F-4ABB-B3D8-E3982A6DE59C}" type="datetimeFigureOut">
              <a:rPr lang="zh-CN" altLang="en-US" smtClean="0"/>
              <a:t>2014/5/2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5D811F-EE02-4AEA-9DD0-C024AB8B382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07083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96B3B-732F-4ABB-B3D8-E3982A6DE59C}" type="datetimeFigureOut">
              <a:rPr lang="zh-CN" altLang="en-US" smtClean="0"/>
              <a:t>2014/5/2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5D811F-EE02-4AEA-9DD0-C024AB8B382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560544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96B3B-732F-4ABB-B3D8-E3982A6DE59C}" type="datetimeFigureOut">
              <a:rPr lang="zh-CN" altLang="en-US" smtClean="0"/>
              <a:t>2014/5/2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5D811F-EE02-4AEA-9DD0-C024AB8B382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77551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96B3B-732F-4ABB-B3D8-E3982A6DE59C}" type="datetimeFigureOut">
              <a:rPr lang="zh-CN" altLang="en-US" smtClean="0"/>
              <a:t>2014/5/2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5D811F-EE02-4AEA-9DD0-C024AB8B382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087104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96B3B-732F-4ABB-B3D8-E3982A6DE59C}" type="datetimeFigureOut">
              <a:rPr lang="zh-CN" altLang="en-US" smtClean="0"/>
              <a:t>2014/5/2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5D811F-EE02-4AEA-9DD0-C024AB8B382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690897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96B3B-732F-4ABB-B3D8-E3982A6DE59C}" type="datetimeFigureOut">
              <a:rPr lang="zh-CN" altLang="en-US" smtClean="0"/>
              <a:t>2014/5/2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5D811F-EE02-4AEA-9DD0-C024AB8B382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208660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96B3B-732F-4ABB-B3D8-E3982A6DE59C}" type="datetimeFigureOut">
              <a:rPr lang="zh-CN" altLang="en-US" smtClean="0"/>
              <a:t>2014/5/2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5D811F-EE02-4AEA-9DD0-C024AB8B382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292273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96B3B-732F-4ABB-B3D8-E3982A6DE59C}" type="datetimeFigureOut">
              <a:rPr lang="zh-CN" altLang="en-US" smtClean="0"/>
              <a:t>2014/5/2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5D811F-EE02-4AEA-9DD0-C024AB8B382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966548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96B3B-732F-4ABB-B3D8-E3982A6DE59C}" type="datetimeFigureOut">
              <a:rPr lang="zh-CN" altLang="en-US" smtClean="0"/>
              <a:t>2014/5/2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5D811F-EE02-4AEA-9DD0-C024AB8B382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134371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96B3B-732F-4ABB-B3D8-E3982A6DE59C}" type="datetimeFigureOut">
              <a:rPr lang="zh-CN" altLang="en-US" smtClean="0"/>
              <a:t>2014/5/2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5D811F-EE02-4AEA-9DD0-C024AB8B382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6724503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54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1655763"/>
          </a:xfrm>
        </p:spPr>
        <p:txBody>
          <a:bodyPr/>
          <a:lstStyle>
            <a:lvl1pPr marL="0" indent="0" algn="ctr">
              <a:buNone/>
              <a:defRPr sz="2160"/>
            </a:lvl1pPr>
            <a:lvl2pPr marL="411470" indent="0" algn="ctr">
              <a:buNone/>
              <a:defRPr sz="1800"/>
            </a:lvl2pPr>
            <a:lvl3pPr marL="822939" indent="0" algn="ctr">
              <a:buNone/>
              <a:defRPr sz="1620"/>
            </a:lvl3pPr>
            <a:lvl4pPr marL="1234409" indent="0" algn="ctr">
              <a:buNone/>
              <a:defRPr sz="1440"/>
            </a:lvl4pPr>
            <a:lvl5pPr marL="1645879" indent="0" algn="ctr">
              <a:buNone/>
              <a:defRPr sz="1440"/>
            </a:lvl5pPr>
            <a:lvl6pPr marL="2057349" indent="0" algn="ctr">
              <a:buNone/>
              <a:defRPr sz="1440"/>
            </a:lvl6pPr>
            <a:lvl7pPr marL="2468818" indent="0" algn="ctr">
              <a:buNone/>
              <a:defRPr sz="1440"/>
            </a:lvl7pPr>
            <a:lvl8pPr marL="2880288" indent="0" algn="ctr">
              <a:buNone/>
              <a:defRPr sz="1440"/>
            </a:lvl8pPr>
            <a:lvl9pPr marL="3291758" indent="0" algn="ctr">
              <a:buNone/>
              <a:defRPr sz="144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02BEF-D029-4B59-852F-F491FA8C1ABB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2014/5/2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EDA68-5A14-4DA3-9CAD-548AB499E18F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4646854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02BEF-D029-4B59-852F-F491FA8C1ABB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2014/5/2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EDA68-5A14-4DA3-9CAD-548AB499E18F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7348911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1" y="1709741"/>
            <a:ext cx="10515600" cy="2852737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1pPr>
            <a:lvl2pPr marL="41147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822939" indent="0">
              <a:buNone/>
              <a:defRPr sz="1620">
                <a:solidFill>
                  <a:schemeClr val="tx1">
                    <a:tint val="75000"/>
                  </a:schemeClr>
                </a:solidFill>
              </a:defRPr>
            </a:lvl3pPr>
            <a:lvl4pPr marL="1234409" indent="0">
              <a:buNone/>
              <a:defRPr sz="1440">
                <a:solidFill>
                  <a:schemeClr val="tx1">
                    <a:tint val="75000"/>
                  </a:schemeClr>
                </a:solidFill>
              </a:defRPr>
            </a:lvl4pPr>
            <a:lvl5pPr marL="1645879" indent="0">
              <a:buNone/>
              <a:defRPr sz="1440">
                <a:solidFill>
                  <a:schemeClr val="tx1">
                    <a:tint val="75000"/>
                  </a:schemeClr>
                </a:solidFill>
              </a:defRPr>
            </a:lvl5pPr>
            <a:lvl6pPr marL="2057349" indent="0">
              <a:buNone/>
              <a:defRPr sz="1440">
                <a:solidFill>
                  <a:schemeClr val="tx1">
                    <a:tint val="75000"/>
                  </a:schemeClr>
                </a:solidFill>
              </a:defRPr>
            </a:lvl6pPr>
            <a:lvl7pPr marL="2468818" indent="0">
              <a:buNone/>
              <a:defRPr sz="1440">
                <a:solidFill>
                  <a:schemeClr val="tx1">
                    <a:tint val="75000"/>
                  </a:schemeClr>
                </a:solidFill>
              </a:defRPr>
            </a:lvl7pPr>
            <a:lvl8pPr marL="2880288" indent="0">
              <a:buNone/>
              <a:defRPr sz="1440">
                <a:solidFill>
                  <a:schemeClr val="tx1">
                    <a:tint val="75000"/>
                  </a:schemeClr>
                </a:solidFill>
              </a:defRPr>
            </a:lvl8pPr>
            <a:lvl9pPr marL="3291758" indent="0">
              <a:buNone/>
              <a:defRPr sz="144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02BEF-D029-4B59-852F-F491FA8C1ABB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2014/5/2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EDA68-5A14-4DA3-9CAD-548AB499E18F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0116481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9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9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02BEF-D029-4B59-852F-F491FA8C1ABB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2014/5/2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EDA68-5A14-4DA3-9CAD-548AB499E18F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3816509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160" b="1"/>
            </a:lvl1pPr>
            <a:lvl2pPr marL="411470" indent="0">
              <a:buNone/>
              <a:defRPr sz="1800" b="1"/>
            </a:lvl2pPr>
            <a:lvl3pPr marL="822939" indent="0">
              <a:buNone/>
              <a:defRPr sz="1620" b="1"/>
            </a:lvl3pPr>
            <a:lvl4pPr marL="1234409" indent="0">
              <a:buNone/>
              <a:defRPr sz="1440" b="1"/>
            </a:lvl4pPr>
            <a:lvl5pPr marL="1645879" indent="0">
              <a:buNone/>
              <a:defRPr sz="1440" b="1"/>
            </a:lvl5pPr>
            <a:lvl6pPr marL="2057349" indent="0">
              <a:buNone/>
              <a:defRPr sz="1440" b="1"/>
            </a:lvl6pPr>
            <a:lvl7pPr marL="2468818" indent="0">
              <a:buNone/>
              <a:defRPr sz="1440" b="1"/>
            </a:lvl7pPr>
            <a:lvl8pPr marL="2880288" indent="0">
              <a:buNone/>
              <a:defRPr sz="1440" b="1"/>
            </a:lvl8pPr>
            <a:lvl9pPr marL="3291758" indent="0">
              <a:buNone/>
              <a:defRPr sz="144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9" y="2505077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2" y="1681163"/>
            <a:ext cx="5183188" cy="823912"/>
          </a:xfrm>
        </p:spPr>
        <p:txBody>
          <a:bodyPr anchor="b"/>
          <a:lstStyle>
            <a:lvl1pPr marL="0" indent="0">
              <a:buNone/>
              <a:defRPr sz="2160" b="1"/>
            </a:lvl1pPr>
            <a:lvl2pPr marL="411470" indent="0">
              <a:buNone/>
              <a:defRPr sz="1800" b="1"/>
            </a:lvl2pPr>
            <a:lvl3pPr marL="822939" indent="0">
              <a:buNone/>
              <a:defRPr sz="1620" b="1"/>
            </a:lvl3pPr>
            <a:lvl4pPr marL="1234409" indent="0">
              <a:buNone/>
              <a:defRPr sz="1440" b="1"/>
            </a:lvl4pPr>
            <a:lvl5pPr marL="1645879" indent="0">
              <a:buNone/>
              <a:defRPr sz="1440" b="1"/>
            </a:lvl5pPr>
            <a:lvl6pPr marL="2057349" indent="0">
              <a:buNone/>
              <a:defRPr sz="1440" b="1"/>
            </a:lvl6pPr>
            <a:lvl7pPr marL="2468818" indent="0">
              <a:buNone/>
              <a:defRPr sz="1440" b="1"/>
            </a:lvl7pPr>
            <a:lvl8pPr marL="2880288" indent="0">
              <a:buNone/>
              <a:defRPr sz="1440" b="1"/>
            </a:lvl8pPr>
            <a:lvl9pPr marL="3291758" indent="0">
              <a:buNone/>
              <a:defRPr sz="144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2" y="2505077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02BEF-D029-4B59-852F-F491FA8C1ABB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2014/5/2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EDA68-5A14-4DA3-9CAD-548AB499E18F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0493320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02BEF-D029-4B59-852F-F491FA8C1ABB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2014/5/2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EDA68-5A14-4DA3-9CAD-548AB499E18F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3699667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02BEF-D029-4B59-852F-F491FA8C1ABB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2014/5/2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EDA68-5A14-4DA3-9CAD-548AB499E18F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8812623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288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8"/>
            <a:ext cx="6172200" cy="4873625"/>
          </a:xfrm>
        </p:spPr>
        <p:txBody>
          <a:bodyPr/>
          <a:lstStyle>
            <a:lvl1pPr>
              <a:defRPr sz="2880"/>
            </a:lvl1pPr>
            <a:lvl2pPr>
              <a:defRPr sz="2520"/>
            </a:lvl2pPr>
            <a:lvl3pPr>
              <a:defRPr sz="216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1"/>
            <a:ext cx="3932237" cy="3811588"/>
          </a:xfrm>
        </p:spPr>
        <p:txBody>
          <a:bodyPr/>
          <a:lstStyle>
            <a:lvl1pPr marL="0" indent="0">
              <a:buNone/>
              <a:defRPr sz="1440"/>
            </a:lvl1pPr>
            <a:lvl2pPr marL="411470" indent="0">
              <a:buNone/>
              <a:defRPr sz="1260"/>
            </a:lvl2pPr>
            <a:lvl3pPr marL="822939" indent="0">
              <a:buNone/>
              <a:defRPr sz="1080"/>
            </a:lvl3pPr>
            <a:lvl4pPr marL="1234409" indent="0">
              <a:buNone/>
              <a:defRPr sz="900"/>
            </a:lvl4pPr>
            <a:lvl5pPr marL="1645879" indent="0">
              <a:buNone/>
              <a:defRPr sz="900"/>
            </a:lvl5pPr>
            <a:lvl6pPr marL="2057349" indent="0">
              <a:buNone/>
              <a:defRPr sz="900"/>
            </a:lvl6pPr>
            <a:lvl7pPr marL="2468818" indent="0">
              <a:buNone/>
              <a:defRPr sz="900"/>
            </a:lvl7pPr>
            <a:lvl8pPr marL="2880288" indent="0">
              <a:buNone/>
              <a:defRPr sz="900"/>
            </a:lvl8pPr>
            <a:lvl9pPr marL="3291758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02BEF-D029-4B59-852F-F491FA8C1ABB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2014/5/2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EDA68-5A14-4DA3-9CAD-548AB499E18F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2637929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288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8"/>
            <a:ext cx="6172200" cy="4873625"/>
          </a:xfrm>
        </p:spPr>
        <p:txBody>
          <a:bodyPr/>
          <a:lstStyle>
            <a:lvl1pPr marL="0" indent="0">
              <a:buNone/>
              <a:defRPr sz="2880"/>
            </a:lvl1pPr>
            <a:lvl2pPr marL="411470" indent="0">
              <a:buNone/>
              <a:defRPr sz="2520"/>
            </a:lvl2pPr>
            <a:lvl3pPr marL="822939" indent="0">
              <a:buNone/>
              <a:defRPr sz="2160"/>
            </a:lvl3pPr>
            <a:lvl4pPr marL="1234409" indent="0">
              <a:buNone/>
              <a:defRPr sz="1800"/>
            </a:lvl4pPr>
            <a:lvl5pPr marL="1645879" indent="0">
              <a:buNone/>
              <a:defRPr sz="1800"/>
            </a:lvl5pPr>
            <a:lvl6pPr marL="2057349" indent="0">
              <a:buNone/>
              <a:defRPr sz="1800"/>
            </a:lvl6pPr>
            <a:lvl7pPr marL="2468818" indent="0">
              <a:buNone/>
              <a:defRPr sz="1800"/>
            </a:lvl7pPr>
            <a:lvl8pPr marL="2880288" indent="0">
              <a:buNone/>
              <a:defRPr sz="1800"/>
            </a:lvl8pPr>
            <a:lvl9pPr marL="3291758" indent="0">
              <a:buNone/>
              <a:defRPr sz="18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1"/>
            <a:ext cx="3932237" cy="3811588"/>
          </a:xfrm>
        </p:spPr>
        <p:txBody>
          <a:bodyPr/>
          <a:lstStyle>
            <a:lvl1pPr marL="0" indent="0">
              <a:buNone/>
              <a:defRPr sz="1440"/>
            </a:lvl1pPr>
            <a:lvl2pPr marL="411470" indent="0">
              <a:buNone/>
              <a:defRPr sz="1260"/>
            </a:lvl2pPr>
            <a:lvl3pPr marL="822939" indent="0">
              <a:buNone/>
              <a:defRPr sz="1080"/>
            </a:lvl3pPr>
            <a:lvl4pPr marL="1234409" indent="0">
              <a:buNone/>
              <a:defRPr sz="900"/>
            </a:lvl4pPr>
            <a:lvl5pPr marL="1645879" indent="0">
              <a:buNone/>
              <a:defRPr sz="900"/>
            </a:lvl5pPr>
            <a:lvl6pPr marL="2057349" indent="0">
              <a:buNone/>
              <a:defRPr sz="900"/>
            </a:lvl6pPr>
            <a:lvl7pPr marL="2468818" indent="0">
              <a:buNone/>
              <a:defRPr sz="900"/>
            </a:lvl7pPr>
            <a:lvl8pPr marL="2880288" indent="0">
              <a:buNone/>
              <a:defRPr sz="900"/>
            </a:lvl8pPr>
            <a:lvl9pPr marL="3291758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02BEF-D029-4B59-852F-F491FA8C1ABB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2014/5/2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EDA68-5A14-4DA3-9CAD-548AB499E18F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3552340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02BEF-D029-4B59-852F-F491FA8C1ABB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2014/5/2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EDA68-5A14-4DA3-9CAD-548AB499E18F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4465365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2" y="365126"/>
            <a:ext cx="2628900" cy="5811839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2" y="365126"/>
            <a:ext cx="7734300" cy="5811839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02BEF-D029-4B59-852F-F491FA8C1ABB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2014/5/2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EDA68-5A14-4DA3-9CAD-548AB499E18F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38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F96B3B-732F-4ABB-B3D8-E3982A6DE59C}" type="datetimeFigureOut">
              <a:rPr lang="zh-CN" altLang="en-US" smtClean="0"/>
              <a:t>2014/5/2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5D811F-EE02-4AEA-9DD0-C024AB8B382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279549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602BEF-D029-4B59-852F-F491FA8C1ABB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2014/5/2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2EDA68-5A14-4DA3-9CAD-548AB499E18F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809505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822939" rtl="0" eaLnBrk="1" latinLnBrk="0" hangingPunct="1">
        <a:lnSpc>
          <a:spcPct val="90000"/>
        </a:lnSpc>
        <a:spcBef>
          <a:spcPct val="0"/>
        </a:spcBef>
        <a:buNone/>
        <a:defRPr sz="396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05735" indent="-205735" algn="l" defTabSz="822939" rtl="0" eaLnBrk="1" latinLnBrk="0" hangingPunct="1">
        <a:lnSpc>
          <a:spcPct val="90000"/>
        </a:lnSpc>
        <a:spcBef>
          <a:spcPts val="9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1pPr>
      <a:lvl2pPr marL="617205" indent="-205735" algn="l" defTabSz="822939" rtl="0" eaLnBrk="1" latinLnBrk="0" hangingPunct="1">
        <a:lnSpc>
          <a:spcPct val="90000"/>
        </a:lnSpc>
        <a:spcBef>
          <a:spcPts val="451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2pPr>
      <a:lvl3pPr marL="1028674" indent="-205735" algn="l" defTabSz="822939" rtl="0" eaLnBrk="1" latinLnBrk="0" hangingPunct="1">
        <a:lnSpc>
          <a:spcPct val="90000"/>
        </a:lnSpc>
        <a:spcBef>
          <a:spcPts val="451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440144" indent="-205735" algn="l" defTabSz="822939" rtl="0" eaLnBrk="1" latinLnBrk="0" hangingPunct="1">
        <a:lnSpc>
          <a:spcPct val="90000"/>
        </a:lnSpc>
        <a:spcBef>
          <a:spcPts val="451"/>
        </a:spcBef>
        <a:buFont typeface="Arial" panose="020B0604020202020204" pitchFamily="34" charset="0"/>
        <a:buChar char="•"/>
        <a:defRPr sz="1620" kern="1200">
          <a:solidFill>
            <a:schemeClr val="tx1"/>
          </a:solidFill>
          <a:latin typeface="+mn-lt"/>
          <a:ea typeface="+mn-ea"/>
          <a:cs typeface="+mn-cs"/>
        </a:defRPr>
      </a:lvl4pPr>
      <a:lvl5pPr marL="1851614" indent="-205735" algn="l" defTabSz="822939" rtl="0" eaLnBrk="1" latinLnBrk="0" hangingPunct="1">
        <a:lnSpc>
          <a:spcPct val="90000"/>
        </a:lnSpc>
        <a:spcBef>
          <a:spcPts val="451"/>
        </a:spcBef>
        <a:buFont typeface="Arial" panose="020B0604020202020204" pitchFamily="34" charset="0"/>
        <a:buChar char="•"/>
        <a:defRPr sz="1620" kern="1200">
          <a:solidFill>
            <a:schemeClr val="tx1"/>
          </a:solidFill>
          <a:latin typeface="+mn-lt"/>
          <a:ea typeface="+mn-ea"/>
          <a:cs typeface="+mn-cs"/>
        </a:defRPr>
      </a:lvl5pPr>
      <a:lvl6pPr marL="2263083" indent="-205735" algn="l" defTabSz="822939" rtl="0" eaLnBrk="1" latinLnBrk="0" hangingPunct="1">
        <a:lnSpc>
          <a:spcPct val="90000"/>
        </a:lnSpc>
        <a:spcBef>
          <a:spcPts val="451"/>
        </a:spcBef>
        <a:buFont typeface="Arial" panose="020B0604020202020204" pitchFamily="34" charset="0"/>
        <a:buChar char="•"/>
        <a:defRPr sz="1620" kern="1200">
          <a:solidFill>
            <a:schemeClr val="tx1"/>
          </a:solidFill>
          <a:latin typeface="+mn-lt"/>
          <a:ea typeface="+mn-ea"/>
          <a:cs typeface="+mn-cs"/>
        </a:defRPr>
      </a:lvl6pPr>
      <a:lvl7pPr marL="2674553" indent="-205735" algn="l" defTabSz="822939" rtl="0" eaLnBrk="1" latinLnBrk="0" hangingPunct="1">
        <a:lnSpc>
          <a:spcPct val="90000"/>
        </a:lnSpc>
        <a:spcBef>
          <a:spcPts val="451"/>
        </a:spcBef>
        <a:buFont typeface="Arial" panose="020B0604020202020204" pitchFamily="34" charset="0"/>
        <a:buChar char="•"/>
        <a:defRPr sz="1620" kern="1200">
          <a:solidFill>
            <a:schemeClr val="tx1"/>
          </a:solidFill>
          <a:latin typeface="+mn-lt"/>
          <a:ea typeface="+mn-ea"/>
          <a:cs typeface="+mn-cs"/>
        </a:defRPr>
      </a:lvl7pPr>
      <a:lvl8pPr marL="3086023" indent="-205735" algn="l" defTabSz="822939" rtl="0" eaLnBrk="1" latinLnBrk="0" hangingPunct="1">
        <a:lnSpc>
          <a:spcPct val="90000"/>
        </a:lnSpc>
        <a:spcBef>
          <a:spcPts val="451"/>
        </a:spcBef>
        <a:buFont typeface="Arial" panose="020B0604020202020204" pitchFamily="34" charset="0"/>
        <a:buChar char="•"/>
        <a:defRPr sz="1620" kern="1200">
          <a:solidFill>
            <a:schemeClr val="tx1"/>
          </a:solidFill>
          <a:latin typeface="+mn-lt"/>
          <a:ea typeface="+mn-ea"/>
          <a:cs typeface="+mn-cs"/>
        </a:defRPr>
      </a:lvl8pPr>
      <a:lvl9pPr marL="3497493" indent="-205735" algn="l" defTabSz="822939" rtl="0" eaLnBrk="1" latinLnBrk="0" hangingPunct="1">
        <a:lnSpc>
          <a:spcPct val="90000"/>
        </a:lnSpc>
        <a:spcBef>
          <a:spcPts val="451"/>
        </a:spcBef>
        <a:buFont typeface="Arial" panose="020B0604020202020204" pitchFamily="34" charset="0"/>
        <a:buChar char="•"/>
        <a:defRPr sz="162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822939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1pPr>
      <a:lvl2pPr marL="411470" algn="l" defTabSz="822939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2pPr>
      <a:lvl3pPr marL="822939" algn="l" defTabSz="822939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3pPr>
      <a:lvl4pPr marL="1234409" algn="l" defTabSz="822939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4pPr>
      <a:lvl5pPr marL="1645879" algn="l" defTabSz="822939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5pPr>
      <a:lvl6pPr marL="2057349" algn="l" defTabSz="822939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6pPr>
      <a:lvl7pPr marL="2468818" algn="l" defTabSz="822939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7pPr>
      <a:lvl8pPr marL="2880288" algn="l" defTabSz="822939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8pPr>
      <a:lvl9pPr marL="3291758" algn="l" defTabSz="822939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jp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://weibo.com/849226584" TargetMode="Externa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0" y="3080825"/>
            <a:ext cx="12192000" cy="2686929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23" t="4717" r="7302" b="4205"/>
          <a:stretch/>
        </p:blipFill>
        <p:spPr>
          <a:xfrm>
            <a:off x="1289951" y="970671"/>
            <a:ext cx="2947369" cy="405149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8" name="文本框 7"/>
          <p:cNvSpPr txBox="1"/>
          <p:nvPr/>
        </p:nvSpPr>
        <p:spPr>
          <a:xfrm>
            <a:off x="5337816" y="2146743"/>
            <a:ext cx="6353907" cy="1862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1500" b="1" dirty="0" smtClean="0">
                <a:latin typeface="文鼎习字体" panose="020B0602010101010101" pitchFamily="33" charset="-122"/>
                <a:ea typeface="文鼎习字体" panose="020B0602010101010101" pitchFamily="33" charset="-122"/>
              </a:rPr>
              <a:t>为将之道</a:t>
            </a:r>
            <a:endParaRPr lang="zh-CN" altLang="en-US" sz="11500" b="1" dirty="0">
              <a:latin typeface="文鼎习字体" panose="020B0602010101010101" pitchFamily="33" charset="-122"/>
              <a:ea typeface="文鼎习字体" panose="020B0602010101010101" pitchFamily="33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5312416" y="3797468"/>
            <a:ext cx="575368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dirty="0" smtClean="0">
                <a:latin typeface="方正粗倩简体" panose="03000509000000000000" pitchFamily="65" charset="-122"/>
                <a:ea typeface="方正粗倩简体" panose="03000509000000000000" pitchFamily="65" charset="-122"/>
              </a:rPr>
              <a:t>美国名将指挥的艺术</a:t>
            </a:r>
            <a:endParaRPr lang="zh-CN" altLang="en-US" sz="4800" dirty="0">
              <a:latin typeface="方正粗倩简体" panose="03000509000000000000" pitchFamily="65" charset="-122"/>
              <a:ea typeface="方正粗倩简体" panose="03000509000000000000" pitchFamily="65" charset="-122"/>
            </a:endParaRP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 rotWithShape="1">
          <a:blip r:embed="rId3"/>
          <a:srcRect t="2" b="59312"/>
          <a:stretch/>
        </p:blipFill>
        <p:spPr>
          <a:xfrm>
            <a:off x="4542697" y="1797331"/>
            <a:ext cx="7608467" cy="1252623"/>
          </a:xfrm>
          <a:prstGeom prst="rect">
            <a:avLst/>
          </a:prstGeom>
        </p:spPr>
      </p:pic>
      <p:sp>
        <p:nvSpPr>
          <p:cNvPr id="12" name="矩形 11"/>
          <p:cNvSpPr/>
          <p:nvPr/>
        </p:nvSpPr>
        <p:spPr>
          <a:xfrm rot="120000">
            <a:off x="1549102" y="372864"/>
            <a:ext cx="2836829" cy="647113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 rot="-840000">
            <a:off x="917158" y="785803"/>
            <a:ext cx="801859" cy="239149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/>
          <p:cNvSpPr txBox="1"/>
          <p:nvPr/>
        </p:nvSpPr>
        <p:spPr>
          <a:xfrm rot="-60000">
            <a:off x="1477099" y="4994028"/>
            <a:ext cx="2827606" cy="478302"/>
          </a:xfrm>
          <a:prstGeom prst="rect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5" name="文本框 14"/>
          <p:cNvSpPr txBox="1"/>
          <p:nvPr/>
        </p:nvSpPr>
        <p:spPr>
          <a:xfrm rot="660000">
            <a:off x="476181" y="5033795"/>
            <a:ext cx="2225857" cy="238943"/>
          </a:xfrm>
          <a:prstGeom prst="rect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6" name="文本框 15"/>
          <p:cNvSpPr txBox="1"/>
          <p:nvPr/>
        </p:nvSpPr>
        <p:spPr>
          <a:xfrm rot="5400000">
            <a:off x="3149505" y="4176582"/>
            <a:ext cx="2647771" cy="478302"/>
          </a:xfrm>
          <a:prstGeom prst="rect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7" name="文本框 16"/>
          <p:cNvSpPr txBox="1"/>
          <p:nvPr/>
        </p:nvSpPr>
        <p:spPr>
          <a:xfrm rot="5400000">
            <a:off x="3155131" y="1500663"/>
            <a:ext cx="2647771" cy="478302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cxnSp>
        <p:nvCxnSpPr>
          <p:cNvPr id="3" name="直接连接符 2"/>
          <p:cNvCxnSpPr/>
          <p:nvPr/>
        </p:nvCxnSpPr>
        <p:spPr>
          <a:xfrm>
            <a:off x="5448300" y="4666565"/>
            <a:ext cx="67310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文本框 3"/>
          <p:cNvSpPr txBox="1"/>
          <p:nvPr/>
        </p:nvSpPr>
        <p:spPr>
          <a:xfrm>
            <a:off x="5359400" y="4677290"/>
            <a:ext cx="39243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20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读书笔记：</a:t>
            </a:r>
            <a:r>
              <a:rPr lang="en-US" altLang="zh-CN" sz="20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</a:t>
            </a:r>
            <a:r>
              <a:rPr lang="zh-CN" altLang="en-US" sz="20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诺虫虫</a:t>
            </a:r>
            <a:endParaRPr lang="zh-CN" altLang="en-US" sz="2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095898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组合 11"/>
          <p:cNvGrpSpPr/>
          <p:nvPr/>
        </p:nvGrpSpPr>
        <p:grpSpPr>
          <a:xfrm>
            <a:off x="1183053" y="2208626"/>
            <a:ext cx="10367889" cy="4750979"/>
            <a:chOff x="1195753" y="2208626"/>
            <a:chExt cx="10367889" cy="4750979"/>
          </a:xfrm>
        </p:grpSpPr>
        <p:sp>
          <p:nvSpPr>
            <p:cNvPr id="2" name="文本框 1"/>
            <p:cNvSpPr txBox="1"/>
            <p:nvPr/>
          </p:nvSpPr>
          <p:spPr>
            <a:xfrm>
              <a:off x="1195753" y="2208626"/>
              <a:ext cx="10367889" cy="221599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3800" b="1" dirty="0" smtClean="0">
                  <a:solidFill>
                    <a:srgbClr val="FFC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什么是</a:t>
              </a:r>
              <a:r>
                <a:rPr lang="zh-CN" altLang="en-US" sz="138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领导</a:t>
              </a:r>
              <a:r>
                <a:rPr lang="zh-CN" altLang="en-US" sz="13800" b="1" dirty="0" smtClean="0">
                  <a:solidFill>
                    <a:srgbClr val="FFC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？</a:t>
              </a:r>
              <a:endParaRPr lang="zh-CN" altLang="en-US" sz="13800" b="1" dirty="0">
                <a:solidFill>
                  <a:srgbClr val="FFC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" name="文本框 9"/>
            <p:cNvSpPr txBox="1"/>
            <p:nvPr/>
          </p:nvSpPr>
          <p:spPr>
            <a:xfrm>
              <a:off x="1310053" y="2473814"/>
              <a:ext cx="1701254" cy="4485791"/>
            </a:xfrm>
            <a:custGeom>
              <a:avLst/>
              <a:gdLst>
                <a:gd name="connsiteX0" fmla="*/ 989260 w 1701254"/>
                <a:gd name="connsiteY0" fmla="*/ 8557 h 1917154"/>
                <a:gd name="connsiteX1" fmla="*/ 1245989 w 1701254"/>
                <a:gd name="connsiteY1" fmla="*/ 8557 h 1917154"/>
                <a:gd name="connsiteX2" fmla="*/ 1245989 w 1701254"/>
                <a:gd name="connsiteY2" fmla="*/ 545976 h 1917154"/>
                <a:gd name="connsiteX3" fmla="*/ 1701254 w 1701254"/>
                <a:gd name="connsiteY3" fmla="*/ 545976 h 1917154"/>
                <a:gd name="connsiteX4" fmla="*/ 1701254 w 1701254"/>
                <a:gd name="connsiteY4" fmla="*/ 775320 h 1917154"/>
                <a:gd name="connsiteX5" fmla="*/ 1245989 w 1701254"/>
                <a:gd name="connsiteY5" fmla="*/ 775320 h 1917154"/>
                <a:gd name="connsiteX6" fmla="*/ 1245989 w 1701254"/>
                <a:gd name="connsiteY6" fmla="*/ 1699543 h 1917154"/>
                <a:gd name="connsiteX7" fmla="*/ 989260 w 1701254"/>
                <a:gd name="connsiteY7" fmla="*/ 1699543 h 1917154"/>
                <a:gd name="connsiteX8" fmla="*/ 989260 w 1701254"/>
                <a:gd name="connsiteY8" fmla="*/ 775320 h 1917154"/>
                <a:gd name="connsiteX9" fmla="*/ 544264 w 1701254"/>
                <a:gd name="connsiteY9" fmla="*/ 775320 h 1917154"/>
                <a:gd name="connsiteX10" fmla="*/ 544264 w 1701254"/>
                <a:gd name="connsiteY10" fmla="*/ 545976 h 1917154"/>
                <a:gd name="connsiteX11" fmla="*/ 989260 w 1701254"/>
                <a:gd name="connsiteY11" fmla="*/ 545976 h 1917154"/>
                <a:gd name="connsiteX12" fmla="*/ 989260 w 1701254"/>
                <a:gd name="connsiteY12" fmla="*/ 8557 h 1917154"/>
                <a:gd name="connsiteX13" fmla="*/ 361131 w 1701254"/>
                <a:gd name="connsiteY13" fmla="*/ 0 h 1917154"/>
                <a:gd name="connsiteX14" fmla="*/ 604167 w 1701254"/>
                <a:gd name="connsiteY14" fmla="*/ 71884 h 1917154"/>
                <a:gd name="connsiteX15" fmla="*/ 472380 w 1701254"/>
                <a:gd name="connsiteY15" fmla="*/ 402208 h 1917154"/>
                <a:gd name="connsiteX16" fmla="*/ 472380 w 1701254"/>
                <a:gd name="connsiteY16" fmla="*/ 1701254 h 1917154"/>
                <a:gd name="connsiteX17" fmla="*/ 290413 w 1701254"/>
                <a:gd name="connsiteY17" fmla="*/ 1917154 h 1917154"/>
                <a:gd name="connsiteX18" fmla="*/ 239613 w 1701254"/>
                <a:gd name="connsiteY18" fmla="*/ 845492 h 1917154"/>
                <a:gd name="connsiteX19" fmla="*/ 82153 w 1701254"/>
                <a:gd name="connsiteY19" fmla="*/ 1086817 h 1917154"/>
                <a:gd name="connsiteX20" fmla="*/ 0 w 1701254"/>
                <a:gd name="connsiteY20" fmla="*/ 763339 h 1917154"/>
                <a:gd name="connsiteX21" fmla="*/ 361131 w 1701254"/>
                <a:gd name="connsiteY21" fmla="*/ 0 h 1917154"/>
                <a:gd name="connsiteX0" fmla="*/ 989260 w 1701254"/>
                <a:gd name="connsiteY0" fmla="*/ 8557 h 2127686"/>
                <a:gd name="connsiteX1" fmla="*/ 1245989 w 1701254"/>
                <a:gd name="connsiteY1" fmla="*/ 8557 h 2127686"/>
                <a:gd name="connsiteX2" fmla="*/ 1245989 w 1701254"/>
                <a:gd name="connsiteY2" fmla="*/ 545976 h 2127686"/>
                <a:gd name="connsiteX3" fmla="*/ 1701254 w 1701254"/>
                <a:gd name="connsiteY3" fmla="*/ 545976 h 2127686"/>
                <a:gd name="connsiteX4" fmla="*/ 1701254 w 1701254"/>
                <a:gd name="connsiteY4" fmla="*/ 775320 h 2127686"/>
                <a:gd name="connsiteX5" fmla="*/ 1245989 w 1701254"/>
                <a:gd name="connsiteY5" fmla="*/ 775320 h 2127686"/>
                <a:gd name="connsiteX6" fmla="*/ 1245989 w 1701254"/>
                <a:gd name="connsiteY6" fmla="*/ 1699543 h 2127686"/>
                <a:gd name="connsiteX7" fmla="*/ 989260 w 1701254"/>
                <a:gd name="connsiteY7" fmla="*/ 1699543 h 2127686"/>
                <a:gd name="connsiteX8" fmla="*/ 989260 w 1701254"/>
                <a:gd name="connsiteY8" fmla="*/ 775320 h 2127686"/>
                <a:gd name="connsiteX9" fmla="*/ 544264 w 1701254"/>
                <a:gd name="connsiteY9" fmla="*/ 775320 h 2127686"/>
                <a:gd name="connsiteX10" fmla="*/ 544264 w 1701254"/>
                <a:gd name="connsiteY10" fmla="*/ 545976 h 2127686"/>
                <a:gd name="connsiteX11" fmla="*/ 989260 w 1701254"/>
                <a:gd name="connsiteY11" fmla="*/ 545976 h 2127686"/>
                <a:gd name="connsiteX12" fmla="*/ 989260 w 1701254"/>
                <a:gd name="connsiteY12" fmla="*/ 8557 h 2127686"/>
                <a:gd name="connsiteX13" fmla="*/ 361131 w 1701254"/>
                <a:gd name="connsiteY13" fmla="*/ 0 h 2127686"/>
                <a:gd name="connsiteX14" fmla="*/ 604167 w 1701254"/>
                <a:gd name="connsiteY14" fmla="*/ 71884 h 2127686"/>
                <a:gd name="connsiteX15" fmla="*/ 472380 w 1701254"/>
                <a:gd name="connsiteY15" fmla="*/ 402208 h 2127686"/>
                <a:gd name="connsiteX16" fmla="*/ 472380 w 1701254"/>
                <a:gd name="connsiteY16" fmla="*/ 1701254 h 2127686"/>
                <a:gd name="connsiteX17" fmla="*/ 290413 w 1701254"/>
                <a:gd name="connsiteY17" fmla="*/ 1917154 h 2127686"/>
                <a:gd name="connsiteX18" fmla="*/ 239613 w 1701254"/>
                <a:gd name="connsiteY18" fmla="*/ 845492 h 2127686"/>
                <a:gd name="connsiteX19" fmla="*/ 82153 w 1701254"/>
                <a:gd name="connsiteY19" fmla="*/ 1086817 h 2127686"/>
                <a:gd name="connsiteX20" fmla="*/ 0 w 1701254"/>
                <a:gd name="connsiteY20" fmla="*/ 763339 h 2127686"/>
                <a:gd name="connsiteX21" fmla="*/ 361131 w 1701254"/>
                <a:gd name="connsiteY21" fmla="*/ 0 h 2127686"/>
                <a:gd name="connsiteX0" fmla="*/ 989260 w 1701254"/>
                <a:gd name="connsiteY0" fmla="*/ 8557 h 2665701"/>
                <a:gd name="connsiteX1" fmla="*/ 1245989 w 1701254"/>
                <a:gd name="connsiteY1" fmla="*/ 8557 h 2665701"/>
                <a:gd name="connsiteX2" fmla="*/ 1245989 w 1701254"/>
                <a:gd name="connsiteY2" fmla="*/ 545976 h 2665701"/>
                <a:gd name="connsiteX3" fmla="*/ 1701254 w 1701254"/>
                <a:gd name="connsiteY3" fmla="*/ 545976 h 2665701"/>
                <a:gd name="connsiteX4" fmla="*/ 1701254 w 1701254"/>
                <a:gd name="connsiteY4" fmla="*/ 775320 h 2665701"/>
                <a:gd name="connsiteX5" fmla="*/ 1245989 w 1701254"/>
                <a:gd name="connsiteY5" fmla="*/ 775320 h 2665701"/>
                <a:gd name="connsiteX6" fmla="*/ 1245989 w 1701254"/>
                <a:gd name="connsiteY6" fmla="*/ 1699543 h 2665701"/>
                <a:gd name="connsiteX7" fmla="*/ 989260 w 1701254"/>
                <a:gd name="connsiteY7" fmla="*/ 1699543 h 2665701"/>
                <a:gd name="connsiteX8" fmla="*/ 989260 w 1701254"/>
                <a:gd name="connsiteY8" fmla="*/ 775320 h 2665701"/>
                <a:gd name="connsiteX9" fmla="*/ 544264 w 1701254"/>
                <a:gd name="connsiteY9" fmla="*/ 775320 h 2665701"/>
                <a:gd name="connsiteX10" fmla="*/ 544264 w 1701254"/>
                <a:gd name="connsiteY10" fmla="*/ 545976 h 2665701"/>
                <a:gd name="connsiteX11" fmla="*/ 989260 w 1701254"/>
                <a:gd name="connsiteY11" fmla="*/ 545976 h 2665701"/>
                <a:gd name="connsiteX12" fmla="*/ 989260 w 1701254"/>
                <a:gd name="connsiteY12" fmla="*/ 8557 h 2665701"/>
                <a:gd name="connsiteX13" fmla="*/ 361131 w 1701254"/>
                <a:gd name="connsiteY13" fmla="*/ 0 h 2665701"/>
                <a:gd name="connsiteX14" fmla="*/ 604167 w 1701254"/>
                <a:gd name="connsiteY14" fmla="*/ 71884 h 2665701"/>
                <a:gd name="connsiteX15" fmla="*/ 472380 w 1701254"/>
                <a:gd name="connsiteY15" fmla="*/ 402208 h 2665701"/>
                <a:gd name="connsiteX16" fmla="*/ 472380 w 1701254"/>
                <a:gd name="connsiteY16" fmla="*/ 1701254 h 2665701"/>
                <a:gd name="connsiteX17" fmla="*/ 290413 w 1701254"/>
                <a:gd name="connsiteY17" fmla="*/ 1917154 h 2665701"/>
                <a:gd name="connsiteX18" fmla="*/ 239613 w 1701254"/>
                <a:gd name="connsiteY18" fmla="*/ 845492 h 2665701"/>
                <a:gd name="connsiteX19" fmla="*/ 82153 w 1701254"/>
                <a:gd name="connsiteY19" fmla="*/ 1086817 h 2665701"/>
                <a:gd name="connsiteX20" fmla="*/ 0 w 1701254"/>
                <a:gd name="connsiteY20" fmla="*/ 763339 h 2665701"/>
                <a:gd name="connsiteX21" fmla="*/ 361131 w 1701254"/>
                <a:gd name="connsiteY21" fmla="*/ 0 h 2665701"/>
                <a:gd name="connsiteX0" fmla="*/ 989260 w 1701254"/>
                <a:gd name="connsiteY0" fmla="*/ 8557 h 2522588"/>
                <a:gd name="connsiteX1" fmla="*/ 1245989 w 1701254"/>
                <a:gd name="connsiteY1" fmla="*/ 8557 h 2522588"/>
                <a:gd name="connsiteX2" fmla="*/ 1245989 w 1701254"/>
                <a:gd name="connsiteY2" fmla="*/ 545976 h 2522588"/>
                <a:gd name="connsiteX3" fmla="*/ 1701254 w 1701254"/>
                <a:gd name="connsiteY3" fmla="*/ 545976 h 2522588"/>
                <a:gd name="connsiteX4" fmla="*/ 1701254 w 1701254"/>
                <a:gd name="connsiteY4" fmla="*/ 775320 h 2522588"/>
                <a:gd name="connsiteX5" fmla="*/ 1245989 w 1701254"/>
                <a:gd name="connsiteY5" fmla="*/ 775320 h 2522588"/>
                <a:gd name="connsiteX6" fmla="*/ 1245989 w 1701254"/>
                <a:gd name="connsiteY6" fmla="*/ 1699543 h 2522588"/>
                <a:gd name="connsiteX7" fmla="*/ 989260 w 1701254"/>
                <a:gd name="connsiteY7" fmla="*/ 1699543 h 2522588"/>
                <a:gd name="connsiteX8" fmla="*/ 989260 w 1701254"/>
                <a:gd name="connsiteY8" fmla="*/ 775320 h 2522588"/>
                <a:gd name="connsiteX9" fmla="*/ 544264 w 1701254"/>
                <a:gd name="connsiteY9" fmla="*/ 775320 h 2522588"/>
                <a:gd name="connsiteX10" fmla="*/ 544264 w 1701254"/>
                <a:gd name="connsiteY10" fmla="*/ 545976 h 2522588"/>
                <a:gd name="connsiteX11" fmla="*/ 989260 w 1701254"/>
                <a:gd name="connsiteY11" fmla="*/ 545976 h 2522588"/>
                <a:gd name="connsiteX12" fmla="*/ 989260 w 1701254"/>
                <a:gd name="connsiteY12" fmla="*/ 8557 h 2522588"/>
                <a:gd name="connsiteX13" fmla="*/ 361131 w 1701254"/>
                <a:gd name="connsiteY13" fmla="*/ 0 h 2522588"/>
                <a:gd name="connsiteX14" fmla="*/ 604167 w 1701254"/>
                <a:gd name="connsiteY14" fmla="*/ 71884 h 2522588"/>
                <a:gd name="connsiteX15" fmla="*/ 472380 w 1701254"/>
                <a:gd name="connsiteY15" fmla="*/ 402208 h 2522588"/>
                <a:gd name="connsiteX16" fmla="*/ 472380 w 1701254"/>
                <a:gd name="connsiteY16" fmla="*/ 1701254 h 2522588"/>
                <a:gd name="connsiteX17" fmla="*/ 239613 w 1701254"/>
                <a:gd name="connsiteY17" fmla="*/ 1726654 h 2522588"/>
                <a:gd name="connsiteX18" fmla="*/ 239613 w 1701254"/>
                <a:gd name="connsiteY18" fmla="*/ 845492 h 2522588"/>
                <a:gd name="connsiteX19" fmla="*/ 82153 w 1701254"/>
                <a:gd name="connsiteY19" fmla="*/ 1086817 h 2522588"/>
                <a:gd name="connsiteX20" fmla="*/ 0 w 1701254"/>
                <a:gd name="connsiteY20" fmla="*/ 763339 h 2522588"/>
                <a:gd name="connsiteX21" fmla="*/ 361131 w 1701254"/>
                <a:gd name="connsiteY21" fmla="*/ 0 h 2522588"/>
                <a:gd name="connsiteX0" fmla="*/ 989260 w 1701254"/>
                <a:gd name="connsiteY0" fmla="*/ 8557 h 4231792"/>
                <a:gd name="connsiteX1" fmla="*/ 1245989 w 1701254"/>
                <a:gd name="connsiteY1" fmla="*/ 8557 h 4231792"/>
                <a:gd name="connsiteX2" fmla="*/ 1245989 w 1701254"/>
                <a:gd name="connsiteY2" fmla="*/ 545976 h 4231792"/>
                <a:gd name="connsiteX3" fmla="*/ 1701254 w 1701254"/>
                <a:gd name="connsiteY3" fmla="*/ 545976 h 4231792"/>
                <a:gd name="connsiteX4" fmla="*/ 1701254 w 1701254"/>
                <a:gd name="connsiteY4" fmla="*/ 775320 h 4231792"/>
                <a:gd name="connsiteX5" fmla="*/ 1245989 w 1701254"/>
                <a:gd name="connsiteY5" fmla="*/ 775320 h 4231792"/>
                <a:gd name="connsiteX6" fmla="*/ 1245989 w 1701254"/>
                <a:gd name="connsiteY6" fmla="*/ 1699543 h 4231792"/>
                <a:gd name="connsiteX7" fmla="*/ 989260 w 1701254"/>
                <a:gd name="connsiteY7" fmla="*/ 1699543 h 4231792"/>
                <a:gd name="connsiteX8" fmla="*/ 989260 w 1701254"/>
                <a:gd name="connsiteY8" fmla="*/ 775320 h 4231792"/>
                <a:gd name="connsiteX9" fmla="*/ 544264 w 1701254"/>
                <a:gd name="connsiteY9" fmla="*/ 775320 h 4231792"/>
                <a:gd name="connsiteX10" fmla="*/ 544264 w 1701254"/>
                <a:gd name="connsiteY10" fmla="*/ 545976 h 4231792"/>
                <a:gd name="connsiteX11" fmla="*/ 989260 w 1701254"/>
                <a:gd name="connsiteY11" fmla="*/ 545976 h 4231792"/>
                <a:gd name="connsiteX12" fmla="*/ 989260 w 1701254"/>
                <a:gd name="connsiteY12" fmla="*/ 8557 h 4231792"/>
                <a:gd name="connsiteX13" fmla="*/ 361131 w 1701254"/>
                <a:gd name="connsiteY13" fmla="*/ 0 h 4231792"/>
                <a:gd name="connsiteX14" fmla="*/ 604167 w 1701254"/>
                <a:gd name="connsiteY14" fmla="*/ 71884 h 4231792"/>
                <a:gd name="connsiteX15" fmla="*/ 472380 w 1701254"/>
                <a:gd name="connsiteY15" fmla="*/ 402208 h 4231792"/>
                <a:gd name="connsiteX16" fmla="*/ 472380 w 1701254"/>
                <a:gd name="connsiteY16" fmla="*/ 1701254 h 4231792"/>
                <a:gd name="connsiteX17" fmla="*/ 340947 w 1701254"/>
                <a:gd name="connsiteY17" fmla="*/ 4231786 h 4231792"/>
                <a:gd name="connsiteX18" fmla="*/ 239613 w 1701254"/>
                <a:gd name="connsiteY18" fmla="*/ 1726654 h 4231792"/>
                <a:gd name="connsiteX19" fmla="*/ 239613 w 1701254"/>
                <a:gd name="connsiteY19" fmla="*/ 845492 h 4231792"/>
                <a:gd name="connsiteX20" fmla="*/ 82153 w 1701254"/>
                <a:gd name="connsiteY20" fmla="*/ 1086817 h 4231792"/>
                <a:gd name="connsiteX21" fmla="*/ 0 w 1701254"/>
                <a:gd name="connsiteY21" fmla="*/ 763339 h 4231792"/>
                <a:gd name="connsiteX22" fmla="*/ 361131 w 1701254"/>
                <a:gd name="connsiteY22" fmla="*/ 0 h 4231792"/>
                <a:gd name="connsiteX0" fmla="*/ 989260 w 1701254"/>
                <a:gd name="connsiteY0" fmla="*/ 8557 h 4485791"/>
                <a:gd name="connsiteX1" fmla="*/ 1245989 w 1701254"/>
                <a:gd name="connsiteY1" fmla="*/ 8557 h 4485791"/>
                <a:gd name="connsiteX2" fmla="*/ 1245989 w 1701254"/>
                <a:gd name="connsiteY2" fmla="*/ 545976 h 4485791"/>
                <a:gd name="connsiteX3" fmla="*/ 1701254 w 1701254"/>
                <a:gd name="connsiteY3" fmla="*/ 545976 h 4485791"/>
                <a:gd name="connsiteX4" fmla="*/ 1701254 w 1701254"/>
                <a:gd name="connsiteY4" fmla="*/ 775320 h 4485791"/>
                <a:gd name="connsiteX5" fmla="*/ 1245989 w 1701254"/>
                <a:gd name="connsiteY5" fmla="*/ 775320 h 4485791"/>
                <a:gd name="connsiteX6" fmla="*/ 1245989 w 1701254"/>
                <a:gd name="connsiteY6" fmla="*/ 1699543 h 4485791"/>
                <a:gd name="connsiteX7" fmla="*/ 989260 w 1701254"/>
                <a:gd name="connsiteY7" fmla="*/ 1699543 h 4485791"/>
                <a:gd name="connsiteX8" fmla="*/ 989260 w 1701254"/>
                <a:gd name="connsiteY8" fmla="*/ 775320 h 4485791"/>
                <a:gd name="connsiteX9" fmla="*/ 544264 w 1701254"/>
                <a:gd name="connsiteY9" fmla="*/ 775320 h 4485791"/>
                <a:gd name="connsiteX10" fmla="*/ 544264 w 1701254"/>
                <a:gd name="connsiteY10" fmla="*/ 545976 h 4485791"/>
                <a:gd name="connsiteX11" fmla="*/ 989260 w 1701254"/>
                <a:gd name="connsiteY11" fmla="*/ 545976 h 4485791"/>
                <a:gd name="connsiteX12" fmla="*/ 989260 w 1701254"/>
                <a:gd name="connsiteY12" fmla="*/ 8557 h 4485791"/>
                <a:gd name="connsiteX13" fmla="*/ 361131 w 1701254"/>
                <a:gd name="connsiteY13" fmla="*/ 0 h 4485791"/>
                <a:gd name="connsiteX14" fmla="*/ 604167 w 1701254"/>
                <a:gd name="connsiteY14" fmla="*/ 71884 h 4485791"/>
                <a:gd name="connsiteX15" fmla="*/ 472380 w 1701254"/>
                <a:gd name="connsiteY15" fmla="*/ 402208 h 4485791"/>
                <a:gd name="connsiteX16" fmla="*/ 472380 w 1701254"/>
                <a:gd name="connsiteY16" fmla="*/ 1701254 h 4485791"/>
                <a:gd name="connsiteX17" fmla="*/ 328247 w 1701254"/>
                <a:gd name="connsiteY17" fmla="*/ 4485786 h 4485791"/>
                <a:gd name="connsiteX18" fmla="*/ 239613 w 1701254"/>
                <a:gd name="connsiteY18" fmla="*/ 1726654 h 4485791"/>
                <a:gd name="connsiteX19" fmla="*/ 239613 w 1701254"/>
                <a:gd name="connsiteY19" fmla="*/ 845492 h 4485791"/>
                <a:gd name="connsiteX20" fmla="*/ 82153 w 1701254"/>
                <a:gd name="connsiteY20" fmla="*/ 1086817 h 4485791"/>
                <a:gd name="connsiteX21" fmla="*/ 0 w 1701254"/>
                <a:gd name="connsiteY21" fmla="*/ 763339 h 4485791"/>
                <a:gd name="connsiteX22" fmla="*/ 361131 w 1701254"/>
                <a:gd name="connsiteY22" fmla="*/ 0 h 4485791"/>
                <a:gd name="connsiteX0" fmla="*/ 989260 w 1701254"/>
                <a:gd name="connsiteY0" fmla="*/ 8557 h 4485791"/>
                <a:gd name="connsiteX1" fmla="*/ 1245989 w 1701254"/>
                <a:gd name="connsiteY1" fmla="*/ 8557 h 4485791"/>
                <a:gd name="connsiteX2" fmla="*/ 1245989 w 1701254"/>
                <a:gd name="connsiteY2" fmla="*/ 545976 h 4485791"/>
                <a:gd name="connsiteX3" fmla="*/ 1701254 w 1701254"/>
                <a:gd name="connsiteY3" fmla="*/ 545976 h 4485791"/>
                <a:gd name="connsiteX4" fmla="*/ 1701254 w 1701254"/>
                <a:gd name="connsiteY4" fmla="*/ 775320 h 4485791"/>
                <a:gd name="connsiteX5" fmla="*/ 1245989 w 1701254"/>
                <a:gd name="connsiteY5" fmla="*/ 775320 h 4485791"/>
                <a:gd name="connsiteX6" fmla="*/ 1245989 w 1701254"/>
                <a:gd name="connsiteY6" fmla="*/ 1699543 h 4485791"/>
                <a:gd name="connsiteX7" fmla="*/ 989260 w 1701254"/>
                <a:gd name="connsiteY7" fmla="*/ 1699543 h 4485791"/>
                <a:gd name="connsiteX8" fmla="*/ 989260 w 1701254"/>
                <a:gd name="connsiteY8" fmla="*/ 775320 h 4485791"/>
                <a:gd name="connsiteX9" fmla="*/ 544264 w 1701254"/>
                <a:gd name="connsiteY9" fmla="*/ 775320 h 4485791"/>
                <a:gd name="connsiteX10" fmla="*/ 544264 w 1701254"/>
                <a:gd name="connsiteY10" fmla="*/ 545976 h 4485791"/>
                <a:gd name="connsiteX11" fmla="*/ 989260 w 1701254"/>
                <a:gd name="connsiteY11" fmla="*/ 545976 h 4485791"/>
                <a:gd name="connsiteX12" fmla="*/ 989260 w 1701254"/>
                <a:gd name="connsiteY12" fmla="*/ 8557 h 4485791"/>
                <a:gd name="connsiteX13" fmla="*/ 361131 w 1701254"/>
                <a:gd name="connsiteY13" fmla="*/ 0 h 4485791"/>
                <a:gd name="connsiteX14" fmla="*/ 604167 w 1701254"/>
                <a:gd name="connsiteY14" fmla="*/ 71884 h 4485791"/>
                <a:gd name="connsiteX15" fmla="*/ 472380 w 1701254"/>
                <a:gd name="connsiteY15" fmla="*/ 402208 h 4485791"/>
                <a:gd name="connsiteX16" fmla="*/ 472380 w 1701254"/>
                <a:gd name="connsiteY16" fmla="*/ 1701254 h 4485791"/>
                <a:gd name="connsiteX17" fmla="*/ 353647 w 1701254"/>
                <a:gd name="connsiteY17" fmla="*/ 4485786 h 4485791"/>
                <a:gd name="connsiteX18" fmla="*/ 239613 w 1701254"/>
                <a:gd name="connsiteY18" fmla="*/ 1726654 h 4485791"/>
                <a:gd name="connsiteX19" fmla="*/ 239613 w 1701254"/>
                <a:gd name="connsiteY19" fmla="*/ 845492 h 4485791"/>
                <a:gd name="connsiteX20" fmla="*/ 82153 w 1701254"/>
                <a:gd name="connsiteY20" fmla="*/ 1086817 h 4485791"/>
                <a:gd name="connsiteX21" fmla="*/ 0 w 1701254"/>
                <a:gd name="connsiteY21" fmla="*/ 763339 h 4485791"/>
                <a:gd name="connsiteX22" fmla="*/ 361131 w 1701254"/>
                <a:gd name="connsiteY22" fmla="*/ 0 h 44857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701254" h="4485791">
                  <a:moveTo>
                    <a:pt x="989260" y="8557"/>
                  </a:moveTo>
                  <a:lnTo>
                    <a:pt x="1245989" y="8557"/>
                  </a:lnTo>
                  <a:lnTo>
                    <a:pt x="1245989" y="545976"/>
                  </a:lnTo>
                  <a:lnTo>
                    <a:pt x="1701254" y="545976"/>
                  </a:lnTo>
                  <a:lnTo>
                    <a:pt x="1701254" y="775320"/>
                  </a:lnTo>
                  <a:lnTo>
                    <a:pt x="1245989" y="775320"/>
                  </a:lnTo>
                  <a:lnTo>
                    <a:pt x="1245989" y="1699543"/>
                  </a:lnTo>
                  <a:lnTo>
                    <a:pt x="989260" y="1699543"/>
                  </a:lnTo>
                  <a:lnTo>
                    <a:pt x="989260" y="775320"/>
                  </a:lnTo>
                  <a:lnTo>
                    <a:pt x="544264" y="775320"/>
                  </a:lnTo>
                  <a:lnTo>
                    <a:pt x="544264" y="545976"/>
                  </a:lnTo>
                  <a:lnTo>
                    <a:pt x="989260" y="545976"/>
                  </a:lnTo>
                  <a:lnTo>
                    <a:pt x="989260" y="8557"/>
                  </a:lnTo>
                  <a:close/>
                  <a:moveTo>
                    <a:pt x="361131" y="0"/>
                  </a:moveTo>
                  <a:lnTo>
                    <a:pt x="604167" y="71884"/>
                  </a:lnTo>
                  <a:cubicBezTo>
                    <a:pt x="564802" y="184274"/>
                    <a:pt x="520873" y="294382"/>
                    <a:pt x="472380" y="402208"/>
                  </a:cubicBezTo>
                  <a:lnTo>
                    <a:pt x="472380" y="1701254"/>
                  </a:lnTo>
                  <a:cubicBezTo>
                    <a:pt x="448358" y="2049534"/>
                    <a:pt x="392442" y="4481553"/>
                    <a:pt x="353647" y="4485786"/>
                  </a:cubicBezTo>
                  <a:cubicBezTo>
                    <a:pt x="314853" y="4490019"/>
                    <a:pt x="254385" y="2001053"/>
                    <a:pt x="239613" y="1726654"/>
                  </a:cubicBezTo>
                  <a:lnTo>
                    <a:pt x="239613" y="845492"/>
                  </a:lnTo>
                  <a:cubicBezTo>
                    <a:pt x="189979" y="927075"/>
                    <a:pt x="137492" y="1007516"/>
                    <a:pt x="82153" y="1086817"/>
                  </a:cubicBezTo>
                  <a:cubicBezTo>
                    <a:pt x="60473" y="993254"/>
                    <a:pt x="33089" y="885428"/>
                    <a:pt x="0" y="763339"/>
                  </a:cubicBezTo>
                  <a:cubicBezTo>
                    <a:pt x="143768" y="531713"/>
                    <a:pt x="264145" y="277267"/>
                    <a:pt x="361131" y="0"/>
                  </a:cubicBezTo>
                  <a:close/>
                </a:path>
              </a:pathLst>
            </a:custGeom>
            <a:solidFill>
              <a:srgbClr val="FFC000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 sz="13800" b="1" dirty="0">
                <a:solidFill>
                  <a:srgbClr val="FFC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751242289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5558044" y="799781"/>
            <a:ext cx="4023943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rgbClr val="FFC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像 </a:t>
            </a:r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百度 </a:t>
            </a:r>
            <a:r>
              <a:rPr lang="zh-CN" altLang="en-US" sz="3200" b="1" dirty="0">
                <a:solidFill>
                  <a:srgbClr val="FFC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一样领导着中国搜索引擎的走向</a:t>
            </a:r>
          </a:p>
        </p:txBody>
      </p:sp>
      <p:cxnSp>
        <p:nvCxnSpPr>
          <p:cNvPr id="5" name="直接连接符 4"/>
          <p:cNvCxnSpPr/>
          <p:nvPr/>
        </p:nvCxnSpPr>
        <p:spPr>
          <a:xfrm>
            <a:off x="1650728" y="0"/>
            <a:ext cx="0" cy="6858000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饼形 5"/>
          <p:cNvSpPr/>
          <p:nvPr/>
        </p:nvSpPr>
        <p:spPr>
          <a:xfrm rot="10800000" flipH="1">
            <a:off x="1174798" y="6400800"/>
            <a:ext cx="914400" cy="914400"/>
          </a:xfrm>
          <a:prstGeom prst="pie">
            <a:avLst>
              <a:gd name="adj1" fmla="val 0"/>
              <a:gd name="adj2" fmla="val 10812751"/>
            </a:avLst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buFont typeface="Arial" panose="020B0604020202020204" pitchFamily="34" charset="0"/>
              <a:buNone/>
              <a:defRPr/>
            </a:pPr>
            <a:endParaRPr lang="zh-CN" altLang="en-US">
              <a:solidFill>
                <a:schemeClr val="tx1"/>
              </a:solidFill>
            </a:endParaRPr>
          </a:p>
        </p:txBody>
      </p:sp>
      <p:cxnSp>
        <p:nvCxnSpPr>
          <p:cNvPr id="8" name="肘形连接符 7"/>
          <p:cNvCxnSpPr/>
          <p:nvPr/>
        </p:nvCxnSpPr>
        <p:spPr>
          <a:xfrm flipH="1" flipV="1">
            <a:off x="1652269" y="673767"/>
            <a:ext cx="754544" cy="252028"/>
          </a:xfrm>
          <a:prstGeom prst="bentConnector3">
            <a:avLst>
              <a:gd name="adj1" fmla="val 50000"/>
            </a:avLst>
          </a:prstGeom>
          <a:ln w="254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椭圆 8"/>
          <p:cNvSpPr/>
          <p:nvPr/>
        </p:nvSpPr>
        <p:spPr>
          <a:xfrm>
            <a:off x="2396070" y="875788"/>
            <a:ext cx="101600" cy="100013"/>
          </a:xfrm>
          <a:prstGeom prst="ellipse">
            <a:avLst/>
          </a:prstGeom>
          <a:noFill/>
          <a:ln w="254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buFont typeface="Arial" panose="020B0604020202020204" pitchFamily="34" charset="0"/>
              <a:buNone/>
              <a:defRPr/>
            </a:pPr>
            <a:endParaRPr lang="zh-CN" altLang="en-US"/>
          </a:p>
        </p:txBody>
      </p:sp>
      <p:cxnSp>
        <p:nvCxnSpPr>
          <p:cNvPr id="10" name="肘形连接符 9"/>
          <p:cNvCxnSpPr/>
          <p:nvPr/>
        </p:nvCxnSpPr>
        <p:spPr>
          <a:xfrm flipH="1">
            <a:off x="1631998" y="3214086"/>
            <a:ext cx="754544" cy="252028"/>
          </a:xfrm>
          <a:prstGeom prst="bentConnector3">
            <a:avLst>
              <a:gd name="adj1" fmla="val 50000"/>
            </a:avLst>
          </a:prstGeom>
          <a:ln w="254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椭圆 10"/>
          <p:cNvSpPr/>
          <p:nvPr/>
        </p:nvSpPr>
        <p:spPr>
          <a:xfrm flipV="1">
            <a:off x="2394529" y="3164079"/>
            <a:ext cx="101600" cy="100013"/>
          </a:xfrm>
          <a:prstGeom prst="ellipse">
            <a:avLst/>
          </a:prstGeom>
          <a:noFill/>
          <a:ln w="254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buFont typeface="Arial" panose="020B0604020202020204" pitchFamily="34" charset="0"/>
              <a:buNone/>
              <a:defRPr/>
            </a:pPr>
            <a:endParaRPr lang="zh-CN" altLang="en-US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33" b="18333"/>
          <a:stretch/>
        </p:blipFill>
        <p:spPr>
          <a:xfrm>
            <a:off x="2608021" y="70834"/>
            <a:ext cx="2728543" cy="1809934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65" r="7090"/>
          <a:stretch/>
        </p:blipFill>
        <p:spPr>
          <a:xfrm>
            <a:off x="2600693" y="2288522"/>
            <a:ext cx="2743200" cy="18108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13" name="文本框 12"/>
          <p:cNvSpPr txBox="1"/>
          <p:nvPr/>
        </p:nvSpPr>
        <p:spPr>
          <a:xfrm>
            <a:off x="5558044" y="2958604"/>
            <a:ext cx="390345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 smtClean="0">
                <a:solidFill>
                  <a:srgbClr val="FFC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还是</a:t>
            </a:r>
            <a:r>
              <a:rPr lang="zh-CN" altLang="en-US" sz="3200" b="1" dirty="0">
                <a:solidFill>
                  <a:srgbClr val="FFC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像</a:t>
            </a:r>
            <a:r>
              <a:rPr lang="zh-CN" altLang="en-US" sz="3200" b="1" dirty="0" smtClean="0">
                <a:solidFill>
                  <a:srgbClr val="FFC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32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360</a:t>
            </a:r>
            <a:r>
              <a:rPr lang="zh-CN" altLang="en-US" sz="32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3200" b="1" dirty="0" smtClean="0">
                <a:solidFill>
                  <a:srgbClr val="FFC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带领着</a:t>
            </a:r>
            <a:r>
              <a:rPr lang="en-US" altLang="zh-CN" sz="3200" b="1" dirty="0" smtClean="0">
                <a:solidFill>
                  <a:srgbClr val="FFC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PC </a:t>
            </a:r>
            <a:r>
              <a:rPr lang="zh-CN" altLang="en-US" sz="3200" b="1" dirty="0" smtClean="0">
                <a:solidFill>
                  <a:srgbClr val="FFC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安全保护的趋势</a:t>
            </a:r>
            <a:endParaRPr lang="zh-CN" altLang="en-US" sz="3200" b="1" dirty="0">
              <a:solidFill>
                <a:srgbClr val="FFC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4" name="肘形连接符 13"/>
          <p:cNvCxnSpPr/>
          <p:nvPr/>
        </p:nvCxnSpPr>
        <p:spPr>
          <a:xfrm flipH="1" flipV="1">
            <a:off x="1652269" y="5118767"/>
            <a:ext cx="754544" cy="252028"/>
          </a:xfrm>
          <a:prstGeom prst="bentConnector3">
            <a:avLst>
              <a:gd name="adj1" fmla="val 50000"/>
            </a:avLst>
          </a:prstGeom>
          <a:ln w="254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椭圆 14"/>
          <p:cNvSpPr/>
          <p:nvPr/>
        </p:nvSpPr>
        <p:spPr>
          <a:xfrm>
            <a:off x="2396070" y="5320788"/>
            <a:ext cx="101600" cy="100013"/>
          </a:xfrm>
          <a:prstGeom prst="ellipse">
            <a:avLst/>
          </a:prstGeom>
          <a:noFill/>
          <a:ln w="254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buFont typeface="Arial" panose="020B0604020202020204" pitchFamily="34" charset="0"/>
              <a:buNone/>
              <a:defRPr/>
            </a:pPr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93364" y="4507076"/>
            <a:ext cx="2743200" cy="182547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16" name="文本框 15"/>
          <p:cNvSpPr txBox="1"/>
          <p:nvPr/>
        </p:nvSpPr>
        <p:spPr>
          <a:xfrm>
            <a:off x="5558044" y="5168404"/>
            <a:ext cx="390345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rgbClr val="FFC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抑或</a:t>
            </a:r>
            <a:r>
              <a:rPr lang="zh-CN" altLang="en-US" sz="3200" b="1" dirty="0" smtClean="0">
                <a:solidFill>
                  <a:srgbClr val="FFC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是像 </a:t>
            </a:r>
            <a:r>
              <a:rPr lang="zh-CN" altLang="en-US" sz="32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锤子科技 </a:t>
            </a:r>
            <a:r>
              <a:rPr lang="zh-CN" altLang="en-US" sz="3200" b="1" dirty="0" smtClean="0">
                <a:solidFill>
                  <a:srgbClr val="FFC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示范什么叫商业领袖</a:t>
            </a:r>
            <a:endParaRPr lang="zh-CN" altLang="en-US" sz="3200" b="1" dirty="0">
              <a:solidFill>
                <a:srgbClr val="FFC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951549296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椭圆 4"/>
          <p:cNvSpPr/>
          <p:nvPr/>
        </p:nvSpPr>
        <p:spPr>
          <a:xfrm>
            <a:off x="645751" y="4533283"/>
            <a:ext cx="2278966" cy="2278966"/>
          </a:xfrm>
          <a:prstGeom prst="ellipse">
            <a:avLst/>
          </a:prstGeom>
          <a:solidFill>
            <a:schemeClr val="accent4">
              <a:lumMod val="75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椭圆 3"/>
          <p:cNvSpPr/>
          <p:nvPr/>
        </p:nvSpPr>
        <p:spPr>
          <a:xfrm>
            <a:off x="716773" y="988142"/>
            <a:ext cx="4864100" cy="4864100"/>
          </a:xfrm>
          <a:prstGeom prst="ellipse">
            <a:avLst/>
          </a:prstGeom>
          <a:solidFill>
            <a:schemeClr val="accent4">
              <a:lumMod val="40000"/>
              <a:lumOff val="60000"/>
              <a:alpha val="86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椭圆 2"/>
          <p:cNvSpPr/>
          <p:nvPr/>
        </p:nvSpPr>
        <p:spPr>
          <a:xfrm>
            <a:off x="3332680" y="44923"/>
            <a:ext cx="1886437" cy="1886437"/>
          </a:xfrm>
          <a:prstGeom prst="ellipse">
            <a:avLst/>
          </a:prstGeom>
          <a:solidFill>
            <a:schemeClr val="accent4">
              <a:lumMod val="60000"/>
              <a:lumOff val="40000"/>
              <a:alpha val="94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饼形 1"/>
          <p:cNvSpPr/>
          <p:nvPr/>
        </p:nvSpPr>
        <p:spPr>
          <a:xfrm rot="10800000" flipH="1" flipV="1">
            <a:off x="1172601" y="-465718"/>
            <a:ext cx="914400" cy="914400"/>
          </a:xfrm>
          <a:prstGeom prst="pie">
            <a:avLst>
              <a:gd name="adj1" fmla="val 0"/>
              <a:gd name="adj2" fmla="val 10812751"/>
            </a:avLst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buFont typeface="Arial" panose="020B0604020202020204" pitchFamily="34" charset="0"/>
              <a:buNone/>
              <a:defRPr/>
            </a:pP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912452" y="2096753"/>
            <a:ext cx="5570806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6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笨蛋</a:t>
            </a:r>
            <a:endParaRPr lang="zh-CN" altLang="en-US" sz="16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6201897" y="1931360"/>
            <a:ext cx="5263269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96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决策</a:t>
            </a:r>
            <a:r>
              <a:rPr lang="zh-CN" altLang="en-US" sz="9600" b="1" dirty="0" smtClean="0">
                <a:solidFill>
                  <a:srgbClr val="FFC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才是领导本质</a:t>
            </a:r>
            <a:endParaRPr lang="zh-CN" altLang="en-US" sz="9600" b="1" dirty="0">
              <a:solidFill>
                <a:srgbClr val="FFC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38295656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/>
          <p:cNvGrpSpPr/>
          <p:nvPr/>
        </p:nvGrpSpPr>
        <p:grpSpPr>
          <a:xfrm>
            <a:off x="1595751" y="872253"/>
            <a:ext cx="708694" cy="1778637"/>
            <a:chOff x="2004993" y="2301695"/>
            <a:chExt cx="708694" cy="1778637"/>
          </a:xfrm>
        </p:grpSpPr>
        <p:sp>
          <p:nvSpPr>
            <p:cNvPr id="2" name="001"/>
            <p:cNvSpPr/>
            <p:nvPr/>
          </p:nvSpPr>
          <p:spPr>
            <a:xfrm rot="19800000">
              <a:off x="2005972" y="2301695"/>
              <a:ext cx="494548" cy="426334"/>
            </a:xfrm>
            <a:prstGeom prst="triangle">
              <a:avLst/>
            </a:prstGeom>
            <a:solidFill>
              <a:srgbClr val="CC1E3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" name="002"/>
            <p:cNvSpPr/>
            <p:nvPr/>
          </p:nvSpPr>
          <p:spPr>
            <a:xfrm rot="9000000">
              <a:off x="2219139" y="2670911"/>
              <a:ext cx="494548" cy="426334"/>
            </a:xfrm>
            <a:prstGeom prst="triangle">
              <a:avLst/>
            </a:prstGeom>
            <a:solidFill>
              <a:srgbClr val="F7B81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" name="003"/>
            <p:cNvSpPr/>
            <p:nvPr/>
          </p:nvSpPr>
          <p:spPr>
            <a:xfrm rot="19800000">
              <a:off x="2004993" y="2794549"/>
              <a:ext cx="494548" cy="426334"/>
            </a:xfrm>
            <a:prstGeom prst="triangle">
              <a:avLst/>
            </a:prstGeom>
            <a:solidFill>
              <a:srgbClr val="14863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" name="004"/>
            <p:cNvSpPr/>
            <p:nvPr/>
          </p:nvSpPr>
          <p:spPr>
            <a:xfrm rot="9000000">
              <a:off x="2218160" y="3163765"/>
              <a:ext cx="494548" cy="426334"/>
            </a:xfrm>
            <a:prstGeom prst="triangle">
              <a:avLst/>
            </a:prstGeom>
            <a:solidFill>
              <a:srgbClr val="1F6EB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005"/>
            <p:cNvSpPr/>
            <p:nvPr/>
          </p:nvSpPr>
          <p:spPr>
            <a:xfrm rot="19800000">
              <a:off x="2006282" y="3286092"/>
              <a:ext cx="494548" cy="426334"/>
            </a:xfrm>
            <a:prstGeom prst="triangle">
              <a:avLst/>
            </a:prstGeom>
            <a:solidFill>
              <a:srgbClr val="CC1E3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006"/>
            <p:cNvSpPr/>
            <p:nvPr/>
          </p:nvSpPr>
          <p:spPr>
            <a:xfrm rot="9000000">
              <a:off x="2218161" y="3653998"/>
              <a:ext cx="494548" cy="426334"/>
            </a:xfrm>
            <a:prstGeom prst="triangle">
              <a:avLst/>
            </a:prstGeom>
            <a:solidFill>
              <a:srgbClr val="F7B81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9" name="文本框 8"/>
          <p:cNvSpPr txBox="1"/>
          <p:nvPr/>
        </p:nvSpPr>
        <p:spPr>
          <a:xfrm>
            <a:off x="2588800" y="2255736"/>
            <a:ext cx="851095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3200" b="1" dirty="0">
                <a:solidFill>
                  <a:srgbClr val="FFC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一个优秀的领导人</a:t>
            </a:r>
            <a:r>
              <a:rPr lang="zh-CN" altLang="en-US" sz="3200" b="1" dirty="0" smtClean="0">
                <a:solidFill>
                  <a:srgbClr val="FFC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明白</a:t>
            </a:r>
            <a:endParaRPr lang="en-US" altLang="zh-CN" sz="3200" b="1" dirty="0" smtClean="0">
              <a:solidFill>
                <a:srgbClr val="FFC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3200" b="1" dirty="0" smtClean="0">
                <a:solidFill>
                  <a:srgbClr val="FFC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所有</a:t>
            </a:r>
            <a:r>
              <a:rPr lang="zh-CN" altLang="en-US" sz="3200" b="1" dirty="0">
                <a:solidFill>
                  <a:srgbClr val="FFC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的疑虑只能出现</a:t>
            </a:r>
            <a:r>
              <a:rPr lang="zh-CN" altLang="en-US" sz="3200" b="1" dirty="0" smtClean="0">
                <a:solidFill>
                  <a:srgbClr val="FFC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</a:t>
            </a:r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决策</a:t>
            </a:r>
            <a:r>
              <a:rPr lang="zh-CN" altLang="en-US" sz="3200" b="1" dirty="0" smtClean="0">
                <a:solidFill>
                  <a:srgbClr val="FFC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zh-CN" altLang="en-US" sz="3200" b="1" dirty="0">
                <a:solidFill>
                  <a:srgbClr val="FFC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过程</a:t>
            </a:r>
            <a:r>
              <a:rPr lang="zh-CN" altLang="en-US" sz="3200" b="1" dirty="0" smtClean="0">
                <a:solidFill>
                  <a:srgbClr val="FFC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</a:t>
            </a:r>
            <a:endParaRPr lang="en-US" altLang="zh-CN" sz="3200" b="1" dirty="0" smtClean="0">
              <a:solidFill>
                <a:srgbClr val="FFC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3200" b="1" dirty="0" smtClean="0">
                <a:solidFill>
                  <a:srgbClr val="FFC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决议</a:t>
            </a:r>
            <a:r>
              <a:rPr lang="zh-CN" altLang="en-US" sz="3200" b="1" dirty="0">
                <a:solidFill>
                  <a:srgbClr val="FFC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做出，剩下的只能是坚决执行和贯彻</a:t>
            </a:r>
          </a:p>
        </p:txBody>
      </p:sp>
      <p:sp>
        <p:nvSpPr>
          <p:cNvPr id="10" name="椭圆 9"/>
          <p:cNvSpPr/>
          <p:nvPr/>
        </p:nvSpPr>
        <p:spPr>
          <a:xfrm>
            <a:off x="9799092" y="4229219"/>
            <a:ext cx="3697482" cy="3697482"/>
          </a:xfrm>
          <a:prstGeom prst="ellipse">
            <a:avLst/>
          </a:prstGeom>
          <a:solidFill>
            <a:schemeClr val="accent4">
              <a:lumMod val="40000"/>
              <a:lumOff val="60000"/>
              <a:alpha val="5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椭圆 10"/>
          <p:cNvSpPr/>
          <p:nvPr/>
        </p:nvSpPr>
        <p:spPr>
          <a:xfrm>
            <a:off x="8977402" y="5148776"/>
            <a:ext cx="333716" cy="333716"/>
          </a:xfrm>
          <a:prstGeom prst="ellipse">
            <a:avLst/>
          </a:prstGeom>
          <a:solidFill>
            <a:srgbClr val="FFC000">
              <a:alpha val="4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椭圆 11"/>
          <p:cNvSpPr/>
          <p:nvPr/>
        </p:nvSpPr>
        <p:spPr>
          <a:xfrm>
            <a:off x="8862647" y="5525768"/>
            <a:ext cx="1208128" cy="1208128"/>
          </a:xfrm>
          <a:prstGeom prst="ellipse">
            <a:avLst/>
          </a:prstGeom>
          <a:solidFill>
            <a:srgbClr val="FFC000">
              <a:alpha val="4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椭圆 12"/>
          <p:cNvSpPr/>
          <p:nvPr/>
        </p:nvSpPr>
        <p:spPr>
          <a:xfrm>
            <a:off x="8527236" y="5148775"/>
            <a:ext cx="150836" cy="150836"/>
          </a:xfrm>
          <a:prstGeom prst="ellipse">
            <a:avLst/>
          </a:prstGeom>
          <a:solidFill>
            <a:schemeClr val="accent2">
              <a:lumMod val="20000"/>
              <a:lumOff val="80000"/>
              <a:alpha val="4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4" name="直接连接符 13"/>
          <p:cNvCxnSpPr/>
          <p:nvPr/>
        </p:nvCxnSpPr>
        <p:spPr>
          <a:xfrm flipH="1">
            <a:off x="1041009" y="1041009"/>
            <a:ext cx="3713870" cy="2391508"/>
          </a:xfrm>
          <a:prstGeom prst="line">
            <a:avLst/>
          </a:prstGeom>
          <a:ln>
            <a:solidFill>
              <a:srgbClr val="FFC000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/>
          <p:cNvCxnSpPr/>
          <p:nvPr/>
        </p:nvCxnSpPr>
        <p:spPr>
          <a:xfrm flipH="1">
            <a:off x="2307101" y="-168812"/>
            <a:ext cx="3713870" cy="2391508"/>
          </a:xfrm>
          <a:prstGeom prst="line">
            <a:avLst/>
          </a:prstGeom>
          <a:ln>
            <a:solidFill>
              <a:srgbClr val="FFC000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414497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Inverted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组合 15"/>
          <p:cNvGrpSpPr/>
          <p:nvPr/>
        </p:nvGrpSpPr>
        <p:grpSpPr>
          <a:xfrm>
            <a:off x="714521" y="1041009"/>
            <a:ext cx="1485831" cy="1705336"/>
            <a:chOff x="3824999" y="821619"/>
            <a:chExt cx="1485831" cy="1705336"/>
          </a:xfrm>
        </p:grpSpPr>
        <p:sp>
          <p:nvSpPr>
            <p:cNvPr id="2" name="14"/>
            <p:cNvSpPr/>
            <p:nvPr/>
          </p:nvSpPr>
          <p:spPr>
            <a:xfrm rot="10800000">
              <a:off x="4810404" y="2100621"/>
              <a:ext cx="494548" cy="426334"/>
            </a:xfrm>
            <a:prstGeom prst="triangle">
              <a:avLst/>
            </a:prstGeom>
            <a:solidFill>
              <a:srgbClr val="CC1E3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" name="13"/>
            <p:cNvSpPr/>
            <p:nvPr/>
          </p:nvSpPr>
          <p:spPr>
            <a:xfrm>
              <a:off x="4565593" y="2100621"/>
              <a:ext cx="494548" cy="426334"/>
            </a:xfrm>
            <a:prstGeom prst="triangle">
              <a:avLst/>
            </a:prstGeom>
            <a:solidFill>
              <a:srgbClr val="14863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" name="12"/>
            <p:cNvSpPr/>
            <p:nvPr/>
          </p:nvSpPr>
          <p:spPr>
            <a:xfrm rot="10800000" flipV="1">
              <a:off x="4078024" y="2100621"/>
              <a:ext cx="494548" cy="426334"/>
            </a:xfrm>
            <a:prstGeom prst="triangle">
              <a:avLst/>
            </a:prstGeom>
            <a:solidFill>
              <a:srgbClr val="F7B81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" name="11"/>
            <p:cNvSpPr/>
            <p:nvPr/>
          </p:nvSpPr>
          <p:spPr>
            <a:xfrm rot="10800000">
              <a:off x="4321731" y="2100621"/>
              <a:ext cx="494548" cy="426334"/>
            </a:xfrm>
            <a:prstGeom prst="triangle">
              <a:avLst/>
            </a:prstGeom>
            <a:solidFill>
              <a:srgbClr val="1F6EB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10"/>
            <p:cNvSpPr/>
            <p:nvPr/>
          </p:nvSpPr>
          <p:spPr>
            <a:xfrm>
              <a:off x="4323606" y="1674287"/>
              <a:ext cx="494548" cy="426334"/>
            </a:xfrm>
            <a:prstGeom prst="triangle">
              <a:avLst/>
            </a:prstGeom>
            <a:solidFill>
              <a:srgbClr val="CC1E3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9"/>
            <p:cNvSpPr/>
            <p:nvPr/>
          </p:nvSpPr>
          <p:spPr>
            <a:xfrm rot="10800000">
              <a:off x="4569007" y="1674287"/>
              <a:ext cx="494548" cy="426334"/>
            </a:xfrm>
            <a:prstGeom prst="triangle">
              <a:avLst/>
            </a:prstGeom>
            <a:solidFill>
              <a:srgbClr val="14863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8"/>
            <p:cNvSpPr/>
            <p:nvPr/>
          </p:nvSpPr>
          <p:spPr>
            <a:xfrm>
              <a:off x="4569007" y="1247953"/>
              <a:ext cx="494548" cy="426334"/>
            </a:xfrm>
            <a:prstGeom prst="triangle">
              <a:avLst/>
            </a:prstGeom>
            <a:solidFill>
              <a:srgbClr val="1F6EB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7"/>
            <p:cNvSpPr/>
            <p:nvPr/>
          </p:nvSpPr>
          <p:spPr>
            <a:xfrm rot="10800000">
              <a:off x="4816282" y="1247953"/>
              <a:ext cx="494548" cy="426334"/>
            </a:xfrm>
            <a:prstGeom prst="triangle">
              <a:avLst/>
            </a:prstGeom>
            <a:solidFill>
              <a:srgbClr val="F7B81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6"/>
            <p:cNvSpPr/>
            <p:nvPr/>
          </p:nvSpPr>
          <p:spPr>
            <a:xfrm>
              <a:off x="4816282" y="821619"/>
              <a:ext cx="494548" cy="426334"/>
            </a:xfrm>
            <a:prstGeom prst="triangle">
              <a:avLst/>
            </a:prstGeom>
            <a:solidFill>
              <a:srgbClr val="CC1E3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5"/>
            <p:cNvSpPr/>
            <p:nvPr/>
          </p:nvSpPr>
          <p:spPr>
            <a:xfrm rot="10800000">
              <a:off x="4569007" y="821619"/>
              <a:ext cx="494548" cy="426334"/>
            </a:xfrm>
            <a:prstGeom prst="triangle">
              <a:avLst/>
            </a:prstGeom>
            <a:solidFill>
              <a:srgbClr val="14863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4"/>
            <p:cNvSpPr/>
            <p:nvPr/>
          </p:nvSpPr>
          <p:spPr>
            <a:xfrm>
              <a:off x="4321734" y="821619"/>
              <a:ext cx="494548" cy="426334"/>
            </a:xfrm>
            <a:prstGeom prst="triangle">
              <a:avLst/>
            </a:prstGeom>
            <a:solidFill>
              <a:srgbClr val="1F6EB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3"/>
            <p:cNvSpPr/>
            <p:nvPr/>
          </p:nvSpPr>
          <p:spPr>
            <a:xfrm rot="10800000">
              <a:off x="4074460" y="821619"/>
              <a:ext cx="494548" cy="426334"/>
            </a:xfrm>
            <a:prstGeom prst="triangle">
              <a:avLst/>
            </a:prstGeom>
            <a:solidFill>
              <a:srgbClr val="F7B81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2"/>
            <p:cNvSpPr/>
            <p:nvPr/>
          </p:nvSpPr>
          <p:spPr>
            <a:xfrm>
              <a:off x="3827186" y="821619"/>
              <a:ext cx="494548" cy="426334"/>
            </a:xfrm>
            <a:prstGeom prst="triangle">
              <a:avLst/>
            </a:prstGeom>
            <a:solidFill>
              <a:srgbClr val="CC1E3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1"/>
            <p:cNvSpPr/>
            <p:nvPr/>
          </p:nvSpPr>
          <p:spPr>
            <a:xfrm rot="10800000">
              <a:off x="3824999" y="1247951"/>
              <a:ext cx="494548" cy="426334"/>
            </a:xfrm>
            <a:prstGeom prst="triangle">
              <a:avLst/>
            </a:prstGeom>
            <a:solidFill>
              <a:srgbClr val="14863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4" name="文本框 23"/>
          <p:cNvSpPr txBox="1"/>
          <p:nvPr/>
        </p:nvSpPr>
        <p:spPr>
          <a:xfrm>
            <a:off x="2511993" y="2421024"/>
            <a:ext cx="8187398" cy="222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3200" b="1" dirty="0" smtClean="0">
                <a:solidFill>
                  <a:srgbClr val="FFC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追随</a:t>
            </a:r>
            <a:r>
              <a:rPr lang="zh-CN" altLang="en-US" sz="3200" b="1" dirty="0">
                <a:solidFill>
                  <a:srgbClr val="FFC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他人总是比走在前面容易</a:t>
            </a:r>
            <a:endParaRPr lang="en-US" altLang="zh-CN" sz="3200" b="1" dirty="0">
              <a:solidFill>
                <a:srgbClr val="FFC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3200" b="1" dirty="0">
                <a:solidFill>
                  <a:srgbClr val="FFC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迎合权威总是比坚持已见更方便</a:t>
            </a:r>
            <a:endParaRPr lang="en-US" altLang="zh-CN" sz="3200" b="1" dirty="0">
              <a:solidFill>
                <a:srgbClr val="FFC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3200" b="1" dirty="0">
                <a:solidFill>
                  <a:srgbClr val="FFC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但领导人</a:t>
            </a:r>
            <a:r>
              <a:rPr lang="zh-CN" altLang="en-US" sz="3200" b="1" dirty="0" smtClean="0">
                <a:solidFill>
                  <a:srgbClr val="FFC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必须毫不妥协地坚持自己的</a:t>
            </a:r>
            <a:r>
              <a:rPr lang="zh-CN" altLang="en-US" sz="32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原则 </a:t>
            </a:r>
            <a:endParaRPr lang="zh-CN" altLang="en-US" sz="3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椭圆 17"/>
          <p:cNvSpPr/>
          <p:nvPr/>
        </p:nvSpPr>
        <p:spPr>
          <a:xfrm>
            <a:off x="9799092" y="4229219"/>
            <a:ext cx="3697482" cy="3697482"/>
          </a:xfrm>
          <a:prstGeom prst="ellipse">
            <a:avLst/>
          </a:prstGeom>
          <a:solidFill>
            <a:schemeClr val="accent4">
              <a:lumMod val="40000"/>
              <a:lumOff val="60000"/>
              <a:alpha val="5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椭圆 18"/>
          <p:cNvSpPr/>
          <p:nvPr/>
        </p:nvSpPr>
        <p:spPr>
          <a:xfrm>
            <a:off x="8977402" y="5148776"/>
            <a:ext cx="333716" cy="333716"/>
          </a:xfrm>
          <a:prstGeom prst="ellipse">
            <a:avLst/>
          </a:prstGeom>
          <a:solidFill>
            <a:srgbClr val="FFC000">
              <a:alpha val="4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椭圆 19"/>
          <p:cNvSpPr/>
          <p:nvPr/>
        </p:nvSpPr>
        <p:spPr>
          <a:xfrm>
            <a:off x="8862647" y="5525768"/>
            <a:ext cx="1208128" cy="1208128"/>
          </a:xfrm>
          <a:prstGeom prst="ellipse">
            <a:avLst/>
          </a:prstGeom>
          <a:solidFill>
            <a:srgbClr val="FFC000">
              <a:alpha val="4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椭圆 20"/>
          <p:cNvSpPr/>
          <p:nvPr/>
        </p:nvSpPr>
        <p:spPr>
          <a:xfrm>
            <a:off x="8527236" y="5148775"/>
            <a:ext cx="150836" cy="150836"/>
          </a:xfrm>
          <a:prstGeom prst="ellipse">
            <a:avLst/>
          </a:prstGeom>
          <a:solidFill>
            <a:schemeClr val="accent2">
              <a:lumMod val="20000"/>
              <a:lumOff val="80000"/>
              <a:alpha val="4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2" name="直接连接符 21"/>
          <p:cNvCxnSpPr/>
          <p:nvPr/>
        </p:nvCxnSpPr>
        <p:spPr>
          <a:xfrm flipH="1">
            <a:off x="1041009" y="1041009"/>
            <a:ext cx="3713870" cy="2391508"/>
          </a:xfrm>
          <a:prstGeom prst="line">
            <a:avLst/>
          </a:prstGeom>
          <a:ln>
            <a:solidFill>
              <a:srgbClr val="FFC000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/>
          <p:cNvCxnSpPr/>
          <p:nvPr/>
        </p:nvCxnSpPr>
        <p:spPr>
          <a:xfrm flipH="1">
            <a:off x="2307101" y="-168812"/>
            <a:ext cx="3713870" cy="2391508"/>
          </a:xfrm>
          <a:prstGeom prst="line">
            <a:avLst/>
          </a:prstGeom>
          <a:ln>
            <a:solidFill>
              <a:srgbClr val="FFC000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8159193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/>
          <p:cNvGrpSpPr/>
          <p:nvPr/>
        </p:nvGrpSpPr>
        <p:grpSpPr>
          <a:xfrm>
            <a:off x="838595" y="949691"/>
            <a:ext cx="1241565" cy="1868019"/>
            <a:chOff x="5758982" y="801768"/>
            <a:chExt cx="1241565" cy="1868019"/>
          </a:xfrm>
        </p:grpSpPr>
        <p:sp>
          <p:nvSpPr>
            <p:cNvPr id="2" name="1"/>
            <p:cNvSpPr/>
            <p:nvPr/>
          </p:nvSpPr>
          <p:spPr>
            <a:xfrm rot="10800000">
              <a:off x="5761582" y="801768"/>
              <a:ext cx="494548" cy="426334"/>
            </a:xfrm>
            <a:prstGeom prst="triangle">
              <a:avLst/>
            </a:prstGeom>
            <a:solidFill>
              <a:srgbClr val="14863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" name="2"/>
            <p:cNvSpPr/>
            <p:nvPr/>
          </p:nvSpPr>
          <p:spPr>
            <a:xfrm rot="14400000">
              <a:off x="5950481" y="904567"/>
              <a:ext cx="494548" cy="426334"/>
            </a:xfrm>
            <a:prstGeom prst="triangle">
              <a:avLst/>
            </a:prstGeom>
            <a:solidFill>
              <a:srgbClr val="CC1E3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" name="3"/>
            <p:cNvSpPr/>
            <p:nvPr/>
          </p:nvSpPr>
          <p:spPr>
            <a:xfrm rot="10800000">
              <a:off x="6263750" y="804623"/>
              <a:ext cx="494548" cy="426334"/>
            </a:xfrm>
            <a:prstGeom prst="triangle">
              <a:avLst/>
            </a:prstGeom>
            <a:solidFill>
              <a:srgbClr val="F7B81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" name="4"/>
            <p:cNvSpPr/>
            <p:nvPr/>
          </p:nvSpPr>
          <p:spPr>
            <a:xfrm rot="14400000">
              <a:off x="6445027" y="904567"/>
              <a:ext cx="494548" cy="426334"/>
            </a:xfrm>
            <a:prstGeom prst="triangle">
              <a:avLst/>
            </a:prstGeom>
            <a:solidFill>
              <a:srgbClr val="1F6EB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5"/>
            <p:cNvSpPr/>
            <p:nvPr/>
          </p:nvSpPr>
          <p:spPr>
            <a:xfrm rot="18000000">
              <a:off x="6445028" y="1122497"/>
              <a:ext cx="494548" cy="426334"/>
            </a:xfrm>
            <a:prstGeom prst="triangle">
              <a:avLst/>
            </a:prstGeom>
            <a:solidFill>
              <a:srgbClr val="14863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6"/>
            <p:cNvSpPr/>
            <p:nvPr/>
          </p:nvSpPr>
          <p:spPr>
            <a:xfrm rot="14400000">
              <a:off x="6197754" y="1340429"/>
              <a:ext cx="494548" cy="426334"/>
            </a:xfrm>
            <a:prstGeom prst="triangle">
              <a:avLst/>
            </a:prstGeom>
            <a:solidFill>
              <a:srgbClr val="CC1E3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7"/>
            <p:cNvSpPr/>
            <p:nvPr/>
          </p:nvSpPr>
          <p:spPr>
            <a:xfrm rot="10800000">
              <a:off x="6258727" y="1665922"/>
              <a:ext cx="494548" cy="426334"/>
            </a:xfrm>
            <a:prstGeom prst="triangle">
              <a:avLst/>
            </a:prstGeom>
            <a:solidFill>
              <a:srgbClr val="F7B81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8"/>
            <p:cNvSpPr/>
            <p:nvPr/>
          </p:nvSpPr>
          <p:spPr>
            <a:xfrm>
              <a:off x="6505999" y="1665922"/>
              <a:ext cx="494548" cy="426334"/>
            </a:xfrm>
            <a:prstGeom prst="triangle">
              <a:avLst/>
            </a:prstGeom>
            <a:solidFill>
              <a:srgbClr val="1F6EB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9"/>
            <p:cNvSpPr/>
            <p:nvPr/>
          </p:nvSpPr>
          <p:spPr>
            <a:xfrm rot="10800000">
              <a:off x="6505999" y="2101784"/>
              <a:ext cx="494548" cy="426334"/>
            </a:xfrm>
            <a:prstGeom prst="triangle">
              <a:avLst/>
            </a:prstGeom>
            <a:solidFill>
              <a:srgbClr val="14863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10"/>
            <p:cNvSpPr/>
            <p:nvPr/>
          </p:nvSpPr>
          <p:spPr>
            <a:xfrm rot="7200000">
              <a:off x="6317101" y="2209346"/>
              <a:ext cx="494548" cy="426334"/>
            </a:xfrm>
            <a:prstGeom prst="triangle">
              <a:avLst/>
            </a:prstGeom>
            <a:solidFill>
              <a:srgbClr val="CC1E3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11"/>
            <p:cNvSpPr/>
            <p:nvPr/>
          </p:nvSpPr>
          <p:spPr>
            <a:xfrm rot="10800000">
              <a:off x="6006256" y="2103742"/>
              <a:ext cx="494548" cy="426334"/>
            </a:xfrm>
            <a:prstGeom prst="triangle">
              <a:avLst/>
            </a:prstGeom>
            <a:solidFill>
              <a:srgbClr val="F7B81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12"/>
            <p:cNvSpPr/>
            <p:nvPr/>
          </p:nvSpPr>
          <p:spPr>
            <a:xfrm>
              <a:off x="5758982" y="2106548"/>
              <a:ext cx="494548" cy="426334"/>
            </a:xfrm>
            <a:prstGeom prst="triangle">
              <a:avLst/>
            </a:prstGeom>
            <a:solidFill>
              <a:srgbClr val="1F6EB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5" name="文本框 14"/>
          <p:cNvSpPr txBox="1"/>
          <p:nvPr/>
        </p:nvSpPr>
        <p:spPr>
          <a:xfrm>
            <a:off x="2269588" y="2522585"/>
            <a:ext cx="889508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3200" b="1" dirty="0">
                <a:solidFill>
                  <a:srgbClr val="FFC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任何时候都要让指挥官了解司令部的情况</a:t>
            </a:r>
            <a:endParaRPr lang="en-US" altLang="zh-CN" sz="3200" b="1" dirty="0">
              <a:solidFill>
                <a:srgbClr val="FFC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3200" b="1" dirty="0">
                <a:solidFill>
                  <a:srgbClr val="FFC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但你要</a:t>
            </a:r>
            <a:r>
              <a:rPr lang="zh-CN" altLang="en-US" sz="3200" b="1" dirty="0" smtClean="0">
                <a:solidFill>
                  <a:srgbClr val="FFC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避免留下次要</a:t>
            </a:r>
            <a:r>
              <a:rPr lang="zh-CN" altLang="en-US" sz="3200" b="1" dirty="0">
                <a:solidFill>
                  <a:srgbClr val="FFC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zh-CN" altLang="en-US" sz="3200" b="1" dirty="0" smtClean="0">
                <a:solidFill>
                  <a:srgbClr val="FFC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决策</a:t>
            </a:r>
            <a:endParaRPr lang="en-US" altLang="zh-CN" sz="3200" b="1" dirty="0">
              <a:solidFill>
                <a:srgbClr val="FFC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3200" b="1" dirty="0">
                <a:solidFill>
                  <a:srgbClr val="FFC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也</a:t>
            </a:r>
            <a:r>
              <a:rPr lang="zh-CN" altLang="en-US" sz="3200" b="1" dirty="0" smtClean="0">
                <a:solidFill>
                  <a:srgbClr val="FFC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不要</a:t>
            </a:r>
            <a:r>
              <a:rPr lang="zh-CN" altLang="en-US" sz="32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报告</a:t>
            </a:r>
            <a:r>
              <a:rPr lang="zh-CN" altLang="en-US" sz="3200" b="1" dirty="0" smtClean="0">
                <a:solidFill>
                  <a:srgbClr val="FFC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大量无关紧要的细节情况</a:t>
            </a:r>
            <a:endParaRPr lang="zh-CN" altLang="en-US" sz="3200" b="1" dirty="0">
              <a:solidFill>
                <a:srgbClr val="FFC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椭圆 15"/>
          <p:cNvSpPr/>
          <p:nvPr/>
        </p:nvSpPr>
        <p:spPr>
          <a:xfrm>
            <a:off x="9799092" y="4229219"/>
            <a:ext cx="3697482" cy="3697482"/>
          </a:xfrm>
          <a:prstGeom prst="ellipse">
            <a:avLst/>
          </a:prstGeom>
          <a:solidFill>
            <a:schemeClr val="accent4">
              <a:lumMod val="40000"/>
              <a:lumOff val="60000"/>
              <a:alpha val="5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椭圆 16"/>
          <p:cNvSpPr/>
          <p:nvPr/>
        </p:nvSpPr>
        <p:spPr>
          <a:xfrm>
            <a:off x="8977402" y="5148776"/>
            <a:ext cx="333716" cy="333716"/>
          </a:xfrm>
          <a:prstGeom prst="ellipse">
            <a:avLst/>
          </a:prstGeom>
          <a:solidFill>
            <a:srgbClr val="FFC000">
              <a:alpha val="4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椭圆 17"/>
          <p:cNvSpPr/>
          <p:nvPr/>
        </p:nvSpPr>
        <p:spPr>
          <a:xfrm>
            <a:off x="8862647" y="5525768"/>
            <a:ext cx="1208128" cy="1208128"/>
          </a:xfrm>
          <a:prstGeom prst="ellipse">
            <a:avLst/>
          </a:prstGeom>
          <a:solidFill>
            <a:srgbClr val="FFC000">
              <a:alpha val="4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椭圆 18"/>
          <p:cNvSpPr/>
          <p:nvPr/>
        </p:nvSpPr>
        <p:spPr>
          <a:xfrm>
            <a:off x="8527236" y="5148775"/>
            <a:ext cx="150836" cy="150836"/>
          </a:xfrm>
          <a:prstGeom prst="ellipse">
            <a:avLst/>
          </a:prstGeom>
          <a:solidFill>
            <a:schemeClr val="accent2">
              <a:lumMod val="20000"/>
              <a:lumOff val="80000"/>
              <a:alpha val="4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0" name="直接连接符 19"/>
          <p:cNvCxnSpPr/>
          <p:nvPr/>
        </p:nvCxnSpPr>
        <p:spPr>
          <a:xfrm flipH="1">
            <a:off x="1041009" y="1041009"/>
            <a:ext cx="3713870" cy="2391508"/>
          </a:xfrm>
          <a:prstGeom prst="line">
            <a:avLst/>
          </a:prstGeom>
          <a:ln>
            <a:solidFill>
              <a:srgbClr val="FFC000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连接符 20"/>
          <p:cNvCxnSpPr/>
          <p:nvPr/>
        </p:nvCxnSpPr>
        <p:spPr>
          <a:xfrm flipH="1">
            <a:off x="2307101" y="-168812"/>
            <a:ext cx="3713870" cy="2391508"/>
          </a:xfrm>
          <a:prstGeom prst="line">
            <a:avLst/>
          </a:prstGeom>
          <a:ln>
            <a:solidFill>
              <a:srgbClr val="FFC000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359674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405958" y="2451309"/>
            <a:ext cx="859536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3200" b="1" dirty="0" smtClean="0">
                <a:solidFill>
                  <a:srgbClr val="FFC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总有些长官对</a:t>
            </a:r>
            <a:r>
              <a:rPr lang="zh-CN" altLang="en-US" sz="3200" b="1" dirty="0">
                <a:solidFill>
                  <a:srgbClr val="FFC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你有好的或差的印象</a:t>
            </a:r>
            <a:endParaRPr lang="en-US" altLang="zh-CN" sz="3200" b="1" dirty="0">
              <a:solidFill>
                <a:srgbClr val="FFC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3200" b="1" dirty="0">
                <a:solidFill>
                  <a:srgbClr val="FFC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他们会希望或不希望你到某个岗位工作</a:t>
            </a:r>
            <a:endParaRPr lang="en-US" altLang="zh-CN" sz="3200" b="1" dirty="0">
              <a:solidFill>
                <a:srgbClr val="FFC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3200" b="1" dirty="0" smtClean="0">
                <a:solidFill>
                  <a:srgbClr val="FFC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他们</a:t>
            </a:r>
            <a:r>
              <a:rPr lang="zh-CN" altLang="en-US" sz="3200" b="1" dirty="0">
                <a:solidFill>
                  <a:srgbClr val="FFC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会凭</a:t>
            </a:r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印象</a:t>
            </a:r>
            <a:r>
              <a:rPr lang="zh-CN" altLang="en-US" sz="3200" b="1" dirty="0">
                <a:solidFill>
                  <a:srgbClr val="FFC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考虑</a:t>
            </a:r>
            <a:r>
              <a:rPr lang="zh-CN" altLang="en-US" sz="3200" b="1" dirty="0" smtClean="0">
                <a:solidFill>
                  <a:srgbClr val="FFC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是否给予你机会</a:t>
            </a:r>
            <a:r>
              <a:rPr lang="zh-CN" altLang="en-US" b="1" dirty="0">
                <a:solidFill>
                  <a:srgbClr val="FFC000"/>
                </a:solidFill>
              </a:rPr>
              <a:t> </a:t>
            </a:r>
          </a:p>
        </p:txBody>
      </p:sp>
      <p:grpSp>
        <p:nvGrpSpPr>
          <p:cNvPr id="14" name="组合 13"/>
          <p:cNvGrpSpPr/>
          <p:nvPr/>
        </p:nvGrpSpPr>
        <p:grpSpPr>
          <a:xfrm>
            <a:off x="568482" y="859876"/>
            <a:ext cx="1576826" cy="1784952"/>
            <a:chOff x="7372074" y="758138"/>
            <a:chExt cx="1576826" cy="1784952"/>
          </a:xfrm>
        </p:grpSpPr>
        <p:sp>
          <p:nvSpPr>
            <p:cNvPr id="3" name="00011"/>
            <p:cNvSpPr/>
            <p:nvPr/>
          </p:nvSpPr>
          <p:spPr>
            <a:xfrm rot="19800000">
              <a:off x="7373054" y="758138"/>
              <a:ext cx="494548" cy="426334"/>
            </a:xfrm>
            <a:prstGeom prst="triangle">
              <a:avLst/>
            </a:prstGeom>
            <a:solidFill>
              <a:srgbClr val="CC1E3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" name="00010"/>
            <p:cNvSpPr/>
            <p:nvPr/>
          </p:nvSpPr>
          <p:spPr>
            <a:xfrm rot="9000000">
              <a:off x="7586221" y="1127354"/>
              <a:ext cx="494548" cy="426334"/>
            </a:xfrm>
            <a:prstGeom prst="triangle">
              <a:avLst/>
            </a:prstGeom>
            <a:solidFill>
              <a:srgbClr val="14863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" name="0009"/>
            <p:cNvSpPr/>
            <p:nvPr/>
          </p:nvSpPr>
          <p:spPr>
            <a:xfrm rot="19800000">
              <a:off x="7372074" y="1250992"/>
              <a:ext cx="494548" cy="426334"/>
            </a:xfrm>
            <a:prstGeom prst="triangle">
              <a:avLst/>
            </a:prstGeom>
            <a:solidFill>
              <a:srgbClr val="F7B81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0008"/>
            <p:cNvSpPr/>
            <p:nvPr/>
          </p:nvSpPr>
          <p:spPr>
            <a:xfrm rot="9000000">
              <a:off x="7585241" y="1620208"/>
              <a:ext cx="494548" cy="426334"/>
            </a:xfrm>
            <a:prstGeom prst="triangle">
              <a:avLst/>
            </a:prstGeom>
            <a:solidFill>
              <a:srgbClr val="1F6EB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0007"/>
            <p:cNvSpPr/>
            <p:nvPr/>
          </p:nvSpPr>
          <p:spPr>
            <a:xfrm rot="19800000">
              <a:off x="7799388" y="1492687"/>
              <a:ext cx="494548" cy="426334"/>
            </a:xfrm>
            <a:prstGeom prst="triangle">
              <a:avLst/>
            </a:prstGeom>
            <a:solidFill>
              <a:srgbClr val="CC1E3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0001"/>
            <p:cNvSpPr/>
            <p:nvPr/>
          </p:nvSpPr>
          <p:spPr>
            <a:xfrm rot="19800000">
              <a:off x="8241185" y="758140"/>
              <a:ext cx="494548" cy="426334"/>
            </a:xfrm>
            <a:prstGeom prst="triangle">
              <a:avLst/>
            </a:prstGeom>
            <a:solidFill>
              <a:srgbClr val="14863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0002"/>
            <p:cNvSpPr/>
            <p:nvPr/>
          </p:nvSpPr>
          <p:spPr>
            <a:xfrm rot="9000000">
              <a:off x="8454352" y="1127356"/>
              <a:ext cx="494548" cy="426334"/>
            </a:xfrm>
            <a:prstGeom prst="triangle">
              <a:avLst/>
            </a:prstGeom>
            <a:solidFill>
              <a:srgbClr val="F7B81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0003"/>
            <p:cNvSpPr/>
            <p:nvPr/>
          </p:nvSpPr>
          <p:spPr>
            <a:xfrm rot="19800000">
              <a:off x="8240206" y="1250994"/>
              <a:ext cx="494548" cy="426334"/>
            </a:xfrm>
            <a:prstGeom prst="triangle">
              <a:avLst/>
            </a:prstGeom>
            <a:solidFill>
              <a:srgbClr val="1F6EB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0004"/>
            <p:cNvSpPr/>
            <p:nvPr/>
          </p:nvSpPr>
          <p:spPr>
            <a:xfrm rot="9000000">
              <a:off x="8453373" y="1620210"/>
              <a:ext cx="494548" cy="426334"/>
            </a:xfrm>
            <a:prstGeom prst="triangle">
              <a:avLst/>
            </a:prstGeom>
            <a:solidFill>
              <a:srgbClr val="CC1E3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0005"/>
            <p:cNvSpPr/>
            <p:nvPr/>
          </p:nvSpPr>
          <p:spPr>
            <a:xfrm rot="19800000">
              <a:off x="8241496" y="1742537"/>
              <a:ext cx="494548" cy="426334"/>
            </a:xfrm>
            <a:prstGeom prst="triangle">
              <a:avLst/>
            </a:prstGeom>
            <a:solidFill>
              <a:srgbClr val="14863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0006"/>
            <p:cNvSpPr/>
            <p:nvPr/>
          </p:nvSpPr>
          <p:spPr>
            <a:xfrm rot="9000000">
              <a:off x="8445967" y="2116756"/>
              <a:ext cx="494548" cy="426334"/>
            </a:xfrm>
            <a:prstGeom prst="triangle">
              <a:avLst/>
            </a:prstGeom>
            <a:solidFill>
              <a:srgbClr val="F7B81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5" name="椭圆 14"/>
          <p:cNvSpPr/>
          <p:nvPr/>
        </p:nvSpPr>
        <p:spPr>
          <a:xfrm>
            <a:off x="9799092" y="4229219"/>
            <a:ext cx="3697482" cy="3697482"/>
          </a:xfrm>
          <a:prstGeom prst="ellipse">
            <a:avLst/>
          </a:prstGeom>
          <a:solidFill>
            <a:schemeClr val="accent4">
              <a:lumMod val="40000"/>
              <a:lumOff val="60000"/>
              <a:alpha val="5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椭圆 15"/>
          <p:cNvSpPr/>
          <p:nvPr/>
        </p:nvSpPr>
        <p:spPr>
          <a:xfrm>
            <a:off x="8977402" y="5148776"/>
            <a:ext cx="333716" cy="333716"/>
          </a:xfrm>
          <a:prstGeom prst="ellipse">
            <a:avLst/>
          </a:prstGeom>
          <a:solidFill>
            <a:srgbClr val="FFC000">
              <a:alpha val="4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椭圆 16"/>
          <p:cNvSpPr/>
          <p:nvPr/>
        </p:nvSpPr>
        <p:spPr>
          <a:xfrm>
            <a:off x="8862647" y="5525768"/>
            <a:ext cx="1208128" cy="1208128"/>
          </a:xfrm>
          <a:prstGeom prst="ellipse">
            <a:avLst/>
          </a:prstGeom>
          <a:solidFill>
            <a:srgbClr val="FFC000">
              <a:alpha val="4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椭圆 17"/>
          <p:cNvSpPr/>
          <p:nvPr/>
        </p:nvSpPr>
        <p:spPr>
          <a:xfrm>
            <a:off x="8527236" y="5148775"/>
            <a:ext cx="150836" cy="150836"/>
          </a:xfrm>
          <a:prstGeom prst="ellipse">
            <a:avLst/>
          </a:prstGeom>
          <a:solidFill>
            <a:schemeClr val="accent2">
              <a:lumMod val="20000"/>
              <a:lumOff val="80000"/>
              <a:alpha val="4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9" name="直接连接符 18"/>
          <p:cNvCxnSpPr/>
          <p:nvPr/>
        </p:nvCxnSpPr>
        <p:spPr>
          <a:xfrm flipH="1">
            <a:off x="1041009" y="1041009"/>
            <a:ext cx="3713870" cy="2391508"/>
          </a:xfrm>
          <a:prstGeom prst="line">
            <a:avLst/>
          </a:prstGeom>
          <a:ln>
            <a:solidFill>
              <a:srgbClr val="FFC000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连接符 19"/>
          <p:cNvCxnSpPr/>
          <p:nvPr/>
        </p:nvCxnSpPr>
        <p:spPr>
          <a:xfrm flipH="1">
            <a:off x="2307101" y="-168812"/>
            <a:ext cx="3713870" cy="2391508"/>
          </a:xfrm>
          <a:prstGeom prst="line">
            <a:avLst/>
          </a:prstGeom>
          <a:ln>
            <a:solidFill>
              <a:srgbClr val="FFC000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012463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组合 15"/>
          <p:cNvGrpSpPr/>
          <p:nvPr/>
        </p:nvGrpSpPr>
        <p:grpSpPr>
          <a:xfrm>
            <a:off x="612552" y="850315"/>
            <a:ext cx="1728672" cy="1977292"/>
            <a:chOff x="259825" y="4197848"/>
            <a:chExt cx="1728672" cy="1977292"/>
          </a:xfrm>
        </p:grpSpPr>
        <p:sp>
          <p:nvSpPr>
            <p:cNvPr id="2" name="14"/>
            <p:cNvSpPr/>
            <p:nvPr/>
          </p:nvSpPr>
          <p:spPr>
            <a:xfrm rot="10800000">
              <a:off x="259825" y="5609932"/>
              <a:ext cx="494548" cy="426334"/>
            </a:xfrm>
            <a:prstGeom prst="triangle">
              <a:avLst/>
            </a:prstGeom>
            <a:solidFill>
              <a:srgbClr val="1F6EB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" name="13"/>
            <p:cNvSpPr/>
            <p:nvPr/>
          </p:nvSpPr>
          <p:spPr>
            <a:xfrm rot="14400000">
              <a:off x="446128" y="5714699"/>
              <a:ext cx="494548" cy="426334"/>
            </a:xfrm>
            <a:prstGeom prst="triangle">
              <a:avLst/>
            </a:prstGeom>
            <a:solidFill>
              <a:srgbClr val="14863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" name="12"/>
            <p:cNvSpPr/>
            <p:nvPr/>
          </p:nvSpPr>
          <p:spPr>
            <a:xfrm rot="10800000">
              <a:off x="751293" y="5605172"/>
              <a:ext cx="494548" cy="426334"/>
            </a:xfrm>
            <a:prstGeom prst="triangle">
              <a:avLst/>
            </a:prstGeom>
            <a:solidFill>
              <a:srgbClr val="F7B81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" name="11"/>
            <p:cNvSpPr/>
            <p:nvPr/>
          </p:nvSpPr>
          <p:spPr>
            <a:xfrm>
              <a:off x="995707" y="5608321"/>
              <a:ext cx="494548" cy="426334"/>
            </a:xfrm>
            <a:prstGeom prst="triangle">
              <a:avLst/>
            </a:prstGeom>
            <a:solidFill>
              <a:srgbClr val="CC1E3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10"/>
            <p:cNvSpPr/>
            <p:nvPr/>
          </p:nvSpPr>
          <p:spPr>
            <a:xfrm rot="10800000">
              <a:off x="1242982" y="5615750"/>
              <a:ext cx="494548" cy="426334"/>
            </a:xfrm>
            <a:prstGeom prst="triangle">
              <a:avLst/>
            </a:prstGeom>
            <a:solidFill>
              <a:srgbClr val="1F6EB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9"/>
            <p:cNvSpPr/>
            <p:nvPr/>
          </p:nvSpPr>
          <p:spPr>
            <a:xfrm rot="14400000">
              <a:off x="1181631" y="5295438"/>
              <a:ext cx="494548" cy="426334"/>
            </a:xfrm>
            <a:prstGeom prst="triangle">
              <a:avLst/>
            </a:prstGeom>
            <a:solidFill>
              <a:srgbClr val="14863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8"/>
            <p:cNvSpPr/>
            <p:nvPr/>
          </p:nvSpPr>
          <p:spPr>
            <a:xfrm rot="10800000">
              <a:off x="995008" y="5192215"/>
              <a:ext cx="494548" cy="426334"/>
            </a:xfrm>
            <a:prstGeom prst="triangle">
              <a:avLst/>
            </a:prstGeom>
            <a:solidFill>
              <a:srgbClr val="F7B81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7"/>
            <p:cNvSpPr/>
            <p:nvPr/>
          </p:nvSpPr>
          <p:spPr>
            <a:xfrm rot="14400000">
              <a:off x="934038" y="4871771"/>
              <a:ext cx="494548" cy="426334"/>
            </a:xfrm>
            <a:prstGeom prst="triangle">
              <a:avLst/>
            </a:prstGeom>
            <a:solidFill>
              <a:srgbClr val="CC1E3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6"/>
            <p:cNvSpPr/>
            <p:nvPr/>
          </p:nvSpPr>
          <p:spPr>
            <a:xfrm rot="10800000">
              <a:off x="750167" y="4761541"/>
              <a:ext cx="494548" cy="426334"/>
            </a:xfrm>
            <a:prstGeom prst="triangle">
              <a:avLst/>
            </a:prstGeom>
            <a:solidFill>
              <a:srgbClr val="1F6EB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5"/>
            <p:cNvSpPr/>
            <p:nvPr/>
          </p:nvSpPr>
          <p:spPr>
            <a:xfrm rot="18000000">
              <a:off x="443882" y="4231955"/>
              <a:ext cx="494548" cy="426334"/>
            </a:xfrm>
            <a:prstGeom prst="triangle">
              <a:avLst/>
            </a:prstGeom>
            <a:solidFill>
              <a:srgbClr val="14863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4"/>
            <p:cNvSpPr/>
            <p:nvPr/>
          </p:nvSpPr>
          <p:spPr>
            <a:xfrm rot="14400000">
              <a:off x="689195" y="4442774"/>
              <a:ext cx="494548" cy="426334"/>
            </a:xfrm>
            <a:prstGeom prst="triangle">
              <a:avLst/>
            </a:prstGeom>
            <a:solidFill>
              <a:srgbClr val="F7B81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3"/>
            <p:cNvSpPr/>
            <p:nvPr/>
          </p:nvSpPr>
          <p:spPr>
            <a:xfrm rot="10800000">
              <a:off x="999401" y="4340917"/>
              <a:ext cx="494548" cy="426334"/>
            </a:xfrm>
            <a:prstGeom prst="triangle">
              <a:avLst/>
            </a:prstGeom>
            <a:solidFill>
              <a:srgbClr val="CC1E3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2"/>
            <p:cNvSpPr/>
            <p:nvPr/>
          </p:nvSpPr>
          <p:spPr>
            <a:xfrm rot="14400000">
              <a:off x="1185703" y="4442773"/>
              <a:ext cx="494548" cy="426334"/>
            </a:xfrm>
            <a:prstGeom prst="triangle">
              <a:avLst/>
            </a:prstGeom>
            <a:solidFill>
              <a:srgbClr val="1F6EB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1"/>
            <p:cNvSpPr/>
            <p:nvPr/>
          </p:nvSpPr>
          <p:spPr>
            <a:xfrm rot="10800000">
              <a:off x="1493949" y="4339969"/>
              <a:ext cx="494548" cy="426334"/>
            </a:xfrm>
            <a:prstGeom prst="triangle">
              <a:avLst/>
            </a:prstGeom>
            <a:solidFill>
              <a:srgbClr val="14863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7" name="文本框 16"/>
          <p:cNvSpPr txBox="1"/>
          <p:nvPr/>
        </p:nvSpPr>
        <p:spPr>
          <a:xfrm>
            <a:off x="2493624" y="2349658"/>
            <a:ext cx="7258929" cy="222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3200" b="1" dirty="0">
                <a:solidFill>
                  <a:srgbClr val="FFC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知识学习是一个专注思考的过程</a:t>
            </a:r>
            <a:endParaRPr lang="en-US" altLang="zh-CN" sz="3200" b="1" dirty="0">
              <a:solidFill>
                <a:srgbClr val="FFC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3200" b="1" dirty="0">
                <a:solidFill>
                  <a:srgbClr val="FFC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领导阶层最主要的工作就是</a:t>
            </a:r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思考</a:t>
            </a:r>
            <a:endParaRPr lang="en-US" altLang="zh-CN" sz="3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3200" b="1" dirty="0">
                <a:solidFill>
                  <a:srgbClr val="FFC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迈向领导之路的最佳准备也是</a:t>
            </a:r>
            <a:r>
              <a:rPr lang="zh-CN" altLang="en-US" sz="3200" b="1" dirty="0" smtClean="0">
                <a:solidFill>
                  <a:srgbClr val="FFC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思考</a:t>
            </a:r>
            <a:r>
              <a:rPr lang="zh-CN" altLang="en-US" b="1" dirty="0">
                <a:solidFill>
                  <a:srgbClr val="FFD3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 </a:t>
            </a:r>
          </a:p>
        </p:txBody>
      </p:sp>
      <p:sp>
        <p:nvSpPr>
          <p:cNvPr id="18" name="椭圆 17"/>
          <p:cNvSpPr/>
          <p:nvPr/>
        </p:nvSpPr>
        <p:spPr>
          <a:xfrm>
            <a:off x="9799092" y="4229219"/>
            <a:ext cx="3697482" cy="3697482"/>
          </a:xfrm>
          <a:prstGeom prst="ellipse">
            <a:avLst/>
          </a:prstGeom>
          <a:solidFill>
            <a:schemeClr val="accent4">
              <a:lumMod val="40000"/>
              <a:lumOff val="60000"/>
              <a:alpha val="5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椭圆 18"/>
          <p:cNvSpPr/>
          <p:nvPr/>
        </p:nvSpPr>
        <p:spPr>
          <a:xfrm>
            <a:off x="8977402" y="5148776"/>
            <a:ext cx="333716" cy="333716"/>
          </a:xfrm>
          <a:prstGeom prst="ellipse">
            <a:avLst/>
          </a:prstGeom>
          <a:solidFill>
            <a:srgbClr val="FFC000">
              <a:alpha val="4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椭圆 19"/>
          <p:cNvSpPr/>
          <p:nvPr/>
        </p:nvSpPr>
        <p:spPr>
          <a:xfrm>
            <a:off x="8862647" y="5525768"/>
            <a:ext cx="1208128" cy="1208128"/>
          </a:xfrm>
          <a:prstGeom prst="ellipse">
            <a:avLst/>
          </a:prstGeom>
          <a:solidFill>
            <a:srgbClr val="FFC000">
              <a:alpha val="4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椭圆 20"/>
          <p:cNvSpPr/>
          <p:nvPr/>
        </p:nvSpPr>
        <p:spPr>
          <a:xfrm>
            <a:off x="8527236" y="5148775"/>
            <a:ext cx="150836" cy="150836"/>
          </a:xfrm>
          <a:prstGeom prst="ellipse">
            <a:avLst/>
          </a:prstGeom>
          <a:solidFill>
            <a:schemeClr val="accent2">
              <a:lumMod val="20000"/>
              <a:lumOff val="80000"/>
              <a:alpha val="4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2" name="直接连接符 21"/>
          <p:cNvCxnSpPr/>
          <p:nvPr/>
        </p:nvCxnSpPr>
        <p:spPr>
          <a:xfrm flipH="1">
            <a:off x="1041009" y="1041009"/>
            <a:ext cx="3713870" cy="2391508"/>
          </a:xfrm>
          <a:prstGeom prst="line">
            <a:avLst/>
          </a:prstGeom>
          <a:ln>
            <a:solidFill>
              <a:srgbClr val="FFC000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/>
          <p:cNvCxnSpPr/>
          <p:nvPr/>
        </p:nvCxnSpPr>
        <p:spPr>
          <a:xfrm flipH="1">
            <a:off x="2307101" y="-168812"/>
            <a:ext cx="3713870" cy="2391508"/>
          </a:xfrm>
          <a:prstGeom prst="line">
            <a:avLst/>
          </a:prstGeom>
          <a:ln>
            <a:solidFill>
              <a:srgbClr val="FFC000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845407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/>
          <p:cNvGrpSpPr/>
          <p:nvPr/>
        </p:nvGrpSpPr>
        <p:grpSpPr>
          <a:xfrm>
            <a:off x="539750" y="844550"/>
            <a:ext cx="2101850" cy="787400"/>
            <a:chOff x="539750" y="844550"/>
            <a:chExt cx="2101850" cy="787400"/>
          </a:xfrm>
        </p:grpSpPr>
        <p:sp>
          <p:nvSpPr>
            <p:cNvPr id="3" name="圆角矩形 2"/>
            <p:cNvSpPr/>
            <p:nvPr/>
          </p:nvSpPr>
          <p:spPr>
            <a:xfrm>
              <a:off x="1130300" y="996950"/>
              <a:ext cx="1511300" cy="482600"/>
            </a:xfrm>
            <a:prstGeom prst="roundRect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椭圆 6"/>
            <p:cNvSpPr/>
            <p:nvPr/>
          </p:nvSpPr>
          <p:spPr>
            <a:xfrm>
              <a:off x="539750" y="844550"/>
              <a:ext cx="787400" cy="787400"/>
            </a:xfrm>
            <a:prstGeom prst="ellipse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9" name="文本框 8"/>
          <p:cNvSpPr txBox="1"/>
          <p:nvPr/>
        </p:nvSpPr>
        <p:spPr>
          <a:xfrm>
            <a:off x="655638" y="933162"/>
            <a:ext cx="1727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两</a:t>
            </a: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1311275" y="1060450"/>
            <a:ext cx="17272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分钟思考</a:t>
            </a:r>
          </a:p>
          <a:p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2382838" y="1578612"/>
            <a:ext cx="7226300" cy="32858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4800" b="1" dirty="0">
                <a:solidFill>
                  <a:srgbClr val="FFC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您认为</a:t>
            </a:r>
            <a:r>
              <a:rPr lang="zh-CN" altLang="en-US" sz="4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管理</a:t>
            </a:r>
            <a:r>
              <a:rPr lang="zh-CN" altLang="en-US" sz="4800" b="1" dirty="0">
                <a:solidFill>
                  <a:srgbClr val="FFC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一大群人的能力是一位年轻人可通过自我教育与学习而获得的</a:t>
            </a:r>
            <a:r>
              <a:rPr lang="zh-CN" altLang="en-US" sz="4800" b="1" dirty="0" smtClean="0">
                <a:solidFill>
                  <a:srgbClr val="FFC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吗？</a:t>
            </a:r>
            <a:endParaRPr lang="zh-CN" altLang="en-US" sz="4800" b="1" dirty="0">
              <a:solidFill>
                <a:srgbClr val="FFC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圆角矩形 1"/>
          <p:cNvSpPr/>
          <p:nvPr/>
        </p:nvSpPr>
        <p:spPr>
          <a:xfrm>
            <a:off x="2382838" y="5210511"/>
            <a:ext cx="6743700" cy="698500"/>
          </a:xfrm>
          <a:prstGeom prst="roundRect">
            <a:avLst/>
          </a:prstGeom>
          <a:noFill/>
          <a:ln w="25400">
            <a:solidFill>
              <a:srgbClr val="FFC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2669736" y="5224579"/>
            <a:ext cx="63476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 smtClean="0">
                <a:solidFill>
                  <a:schemeClr val="bg1"/>
                </a:solidFill>
                <a:latin typeface="方正粗倩简体" panose="03000509000000000000" pitchFamily="65" charset="-122"/>
                <a:ea typeface="方正粗倩简体" panose="03000509000000000000" pitchFamily="65" charset="-122"/>
              </a:rPr>
              <a:t>请大家在微博写下自己的观点</a:t>
            </a:r>
            <a:endParaRPr lang="zh-CN" altLang="en-US" sz="3600" dirty="0">
              <a:solidFill>
                <a:schemeClr val="bg1"/>
              </a:solidFill>
              <a:latin typeface="方正粗倩简体" panose="03000509000000000000" pitchFamily="65" charset="-122"/>
              <a:ea typeface="方正粗倩简体" panose="03000509000000000000" pitchFamily="65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3475441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3914326" y="4141212"/>
            <a:ext cx="4395788" cy="12001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>
              <a:defRPr/>
            </a:pPr>
            <a:r>
              <a:rPr lang="en-US" altLang="zh-CN" sz="7200" b="1" dirty="0">
                <a:solidFill>
                  <a:schemeClr val="bg1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THANKS</a:t>
            </a:r>
            <a:endParaRPr lang="zh-CN" altLang="en-US" sz="7200" b="1" dirty="0">
              <a:solidFill>
                <a:schemeClr val="bg1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3" name="组合 3"/>
          <p:cNvGrpSpPr>
            <a:grpSpLocks/>
          </p:cNvGrpSpPr>
          <p:nvPr/>
        </p:nvGrpSpPr>
        <p:grpSpPr bwMode="auto">
          <a:xfrm>
            <a:off x="3222970" y="4266624"/>
            <a:ext cx="5778500" cy="12700"/>
            <a:chOff x="5092700" y="3061594"/>
            <a:chExt cx="5778500" cy="13056"/>
          </a:xfrm>
        </p:grpSpPr>
        <p:cxnSp>
          <p:nvCxnSpPr>
            <p:cNvPr id="4" name="直接连接符 3"/>
            <p:cNvCxnSpPr/>
            <p:nvPr/>
          </p:nvCxnSpPr>
          <p:spPr>
            <a:xfrm>
              <a:off x="5092700" y="3074650"/>
              <a:ext cx="5778500" cy="0"/>
            </a:xfrm>
            <a:prstGeom prst="line">
              <a:avLst/>
            </a:prstGeom>
            <a:ln w="12700">
              <a:solidFill>
                <a:schemeClr val="bg2">
                  <a:lumMod val="50000"/>
                  <a:alpha val="99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直接连接符 4"/>
            <p:cNvCxnSpPr/>
            <p:nvPr/>
          </p:nvCxnSpPr>
          <p:spPr>
            <a:xfrm>
              <a:off x="5092700" y="3061594"/>
              <a:ext cx="5778500" cy="0"/>
            </a:xfrm>
            <a:prstGeom prst="line">
              <a:avLst/>
            </a:prstGeom>
            <a:ln w="12700">
              <a:solidFill>
                <a:schemeClr val="bg2">
                  <a:lumMod val="10000"/>
                  <a:alpha val="99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" name="组合 6"/>
          <p:cNvGrpSpPr>
            <a:grpSpLocks/>
          </p:cNvGrpSpPr>
          <p:nvPr/>
        </p:nvGrpSpPr>
        <p:grpSpPr bwMode="auto">
          <a:xfrm>
            <a:off x="3222970" y="5149274"/>
            <a:ext cx="5778500" cy="12700"/>
            <a:chOff x="5092700" y="3061594"/>
            <a:chExt cx="5778500" cy="13056"/>
          </a:xfrm>
        </p:grpSpPr>
        <p:cxnSp>
          <p:nvCxnSpPr>
            <p:cNvPr id="7" name="直接连接符 6"/>
            <p:cNvCxnSpPr/>
            <p:nvPr/>
          </p:nvCxnSpPr>
          <p:spPr>
            <a:xfrm>
              <a:off x="5092700" y="3074650"/>
              <a:ext cx="5778500" cy="0"/>
            </a:xfrm>
            <a:prstGeom prst="line">
              <a:avLst/>
            </a:prstGeom>
            <a:ln w="12700">
              <a:solidFill>
                <a:schemeClr val="bg2">
                  <a:lumMod val="50000"/>
                  <a:alpha val="99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直接连接符 7"/>
            <p:cNvCxnSpPr/>
            <p:nvPr/>
          </p:nvCxnSpPr>
          <p:spPr>
            <a:xfrm>
              <a:off x="5092700" y="3061594"/>
              <a:ext cx="5778500" cy="0"/>
            </a:xfrm>
            <a:prstGeom prst="line">
              <a:avLst/>
            </a:prstGeom>
            <a:ln w="12700">
              <a:solidFill>
                <a:schemeClr val="bg2">
                  <a:lumMod val="10000"/>
                  <a:alpha val="99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文本框 8">
            <a:hlinkClick r:id="rId2"/>
          </p:cNvPr>
          <p:cNvSpPr txBox="1"/>
          <p:nvPr/>
        </p:nvSpPr>
        <p:spPr>
          <a:xfrm>
            <a:off x="4756495" y="5249287"/>
            <a:ext cx="2711450" cy="4000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>
              <a:defRPr/>
            </a:pPr>
            <a:r>
              <a:rPr lang="en-US" altLang="zh-CN" sz="2000" dirty="0">
                <a:solidFill>
                  <a:schemeClr val="bg2">
                    <a:lumMod val="90000"/>
                  </a:schemeClr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DESIGN BY</a:t>
            </a:r>
            <a:r>
              <a:rPr lang="en-US" altLang="zh-CN" sz="2000" dirty="0" smtClean="0">
                <a:solidFill>
                  <a:schemeClr val="bg2">
                    <a:lumMod val="90000"/>
                  </a:schemeClr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  <a:r>
              <a:rPr lang="en-US" altLang="zh-CN" sz="2000" dirty="0" smtClean="0">
                <a:solidFill>
                  <a:srgbClr val="FFC000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@</a:t>
            </a:r>
            <a:r>
              <a:rPr lang="zh-CN" altLang="en-US" sz="2000" dirty="0" smtClean="0">
                <a:solidFill>
                  <a:srgbClr val="FFC000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诺虫虫</a:t>
            </a:r>
            <a:endParaRPr lang="en-US" altLang="zh-CN" sz="2000" dirty="0">
              <a:solidFill>
                <a:srgbClr val="FFC000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Rectangle 2"/>
          <p:cNvSpPr txBox="1">
            <a:spLocks noChangeArrowheads="1"/>
          </p:cNvSpPr>
          <p:nvPr/>
        </p:nvSpPr>
        <p:spPr bwMode="auto">
          <a:xfrm>
            <a:off x="4394545" y="1987111"/>
            <a:ext cx="3435350" cy="1470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8800" dirty="0" smtClean="0">
                <a:solidFill>
                  <a:srgbClr val="FFC000"/>
                </a:solidFill>
                <a:latin typeface="文鼎习字体" panose="020B0602010101010101" pitchFamily="33" charset="-122"/>
                <a:ea typeface="文鼎习字体" panose="020B0602010101010101" pitchFamily="33" charset="-122"/>
              </a:rPr>
              <a:t>为将之道</a:t>
            </a:r>
            <a:endParaRPr lang="zh-CN" altLang="en-US" sz="8800" dirty="0">
              <a:solidFill>
                <a:srgbClr val="FFC000"/>
              </a:solidFill>
              <a:latin typeface="文鼎习字体" panose="020B0602010101010101" pitchFamily="33" charset="-122"/>
              <a:ea typeface="文鼎习字体" panose="020B0602010101010101" pitchFamily="33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64326673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wind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393164" y="1092486"/>
            <a:ext cx="7405675" cy="39151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algn="ctr"/>
            <a:r>
              <a:rPr lang="zh-CN" altLang="en-US" sz="1944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你也想免费得到出版社赠书做</a:t>
            </a:r>
            <a:r>
              <a:rPr lang="en-US" altLang="zh-CN" sz="1944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PPT</a:t>
            </a:r>
            <a:r>
              <a:rPr lang="zh-CN" altLang="en-US" sz="1944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读书笔记？</a:t>
            </a:r>
          </a:p>
        </p:txBody>
      </p:sp>
      <p:sp>
        <p:nvSpPr>
          <p:cNvPr id="9" name="右箭头 8"/>
          <p:cNvSpPr/>
          <p:nvPr/>
        </p:nvSpPr>
        <p:spPr>
          <a:xfrm>
            <a:off x="4240772" y="2846588"/>
            <a:ext cx="116641" cy="217027"/>
          </a:xfrm>
          <a:prstGeom prst="rightArrow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59">
              <a:solidFill>
                <a:prstClr val="white"/>
              </a:solidFill>
            </a:endParaRPr>
          </a:p>
        </p:txBody>
      </p:sp>
      <p:sp>
        <p:nvSpPr>
          <p:cNvPr id="10" name="右箭头 9"/>
          <p:cNvSpPr/>
          <p:nvPr/>
        </p:nvSpPr>
        <p:spPr>
          <a:xfrm>
            <a:off x="6029098" y="2846588"/>
            <a:ext cx="116641" cy="217027"/>
          </a:xfrm>
          <a:prstGeom prst="rightArrow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59">
              <a:solidFill>
                <a:prstClr val="white"/>
              </a:solidFill>
            </a:endParaRPr>
          </a:p>
        </p:txBody>
      </p:sp>
      <p:sp>
        <p:nvSpPr>
          <p:cNvPr id="11" name="右箭头 10"/>
          <p:cNvSpPr/>
          <p:nvPr/>
        </p:nvSpPr>
        <p:spPr>
          <a:xfrm>
            <a:off x="7895354" y="2846588"/>
            <a:ext cx="116641" cy="217027"/>
          </a:xfrm>
          <a:prstGeom prst="rightArrow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59">
              <a:solidFill>
                <a:prstClr val="white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480129" y="3987081"/>
            <a:ext cx="7405675" cy="1792157"/>
          </a:xfrm>
          <a:prstGeom prst="rect">
            <a:avLst/>
          </a:prstGeom>
          <a:noFill/>
          <a:effectLst/>
        </p:spPr>
        <p:txBody>
          <a:bodyPr wrap="square" rtlCol="0" anchor="ctr">
            <a:spAutoFit/>
          </a:bodyPr>
          <a:lstStyle/>
          <a:p>
            <a:pPr>
              <a:spcBef>
                <a:spcPts val="1459"/>
              </a:spcBef>
            </a:pPr>
            <a:r>
              <a:rPr lang="zh-CN" altLang="en-US" sz="1459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  友情提示：马上就去新浪微博</a:t>
            </a:r>
            <a:endParaRPr lang="en-US" altLang="zh-CN" sz="1459" dirty="0">
              <a:solidFill>
                <a:prstClr val="black"/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spcBef>
                <a:spcPts val="1459"/>
              </a:spcBef>
            </a:pPr>
            <a:r>
              <a:rPr lang="en-US" altLang="zh-CN" sz="1459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  1</a:t>
            </a:r>
            <a:r>
              <a:rPr lang="zh-CN" altLang="en-US" sz="1459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、关注</a:t>
            </a:r>
            <a:r>
              <a:rPr lang="en-US" altLang="zh-CN" sz="1459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@</a:t>
            </a:r>
            <a:r>
              <a:rPr lang="zh-CN" altLang="en-US" sz="1459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时间卡片  ，可以看到其它学员读书</a:t>
            </a:r>
            <a:r>
              <a:rPr lang="en-US" altLang="zh-CN" sz="1459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PPT</a:t>
            </a:r>
            <a:r>
              <a:rPr lang="zh-CN" altLang="en-US" sz="1459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制作约定</a:t>
            </a:r>
            <a:endParaRPr lang="en-US" altLang="zh-CN" sz="1459" dirty="0">
              <a:solidFill>
                <a:prstClr val="black"/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spcBef>
                <a:spcPts val="972"/>
              </a:spcBef>
            </a:pPr>
            <a:r>
              <a:rPr lang="en-US" altLang="zh-CN" sz="1459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  2</a:t>
            </a:r>
            <a:r>
              <a:rPr lang="zh-CN" altLang="en-US" sz="1459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、关注</a:t>
            </a:r>
            <a:r>
              <a:rPr lang="en-US" altLang="zh-CN" sz="1459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@</a:t>
            </a:r>
            <a:r>
              <a:rPr lang="zh-CN" altLang="en-US" sz="1459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读书笔记</a:t>
            </a:r>
            <a:r>
              <a:rPr lang="en-US" altLang="zh-CN" sz="1459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PPT</a:t>
            </a:r>
            <a:r>
              <a:rPr lang="zh-CN" altLang="en-US" sz="1459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，可以看到其它学员已经提交的读书</a:t>
            </a:r>
            <a:r>
              <a:rPr lang="en-US" altLang="zh-CN" sz="1459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PPT</a:t>
            </a:r>
          </a:p>
          <a:p>
            <a:pPr>
              <a:spcBef>
                <a:spcPts val="972"/>
              </a:spcBef>
            </a:pPr>
            <a:r>
              <a:rPr lang="en-US" altLang="zh-CN" sz="1459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  3</a:t>
            </a:r>
            <a:r>
              <a:rPr lang="zh-CN" altLang="en-US" sz="1459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、搜</a:t>
            </a:r>
            <a:r>
              <a:rPr lang="en-US" altLang="zh-CN" sz="1459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#</a:t>
            </a:r>
            <a:r>
              <a:rPr lang="zh-CN" altLang="en-US" sz="1459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和秋叶一起学</a:t>
            </a:r>
            <a:r>
              <a:rPr lang="en-US" altLang="zh-CN" sz="1459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PPT#</a:t>
            </a:r>
            <a:r>
              <a:rPr lang="zh-CN" altLang="en-US" sz="1459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标签，可以看到其它学员已经提交的作业</a:t>
            </a:r>
            <a:r>
              <a:rPr lang="en-US" altLang="zh-CN" sz="1459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PPT</a:t>
            </a:r>
          </a:p>
          <a:p>
            <a:pPr>
              <a:spcBef>
                <a:spcPts val="972"/>
              </a:spcBef>
            </a:pPr>
            <a:r>
              <a:rPr lang="en-US" altLang="zh-CN" sz="1459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  4</a:t>
            </a:r>
            <a:r>
              <a:rPr lang="zh-CN" altLang="en-US" sz="1459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、国内主流出版社都已经和</a:t>
            </a:r>
            <a:r>
              <a:rPr lang="en-US" altLang="zh-CN" sz="1459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@</a:t>
            </a:r>
            <a:r>
              <a:rPr lang="zh-CN" altLang="en-US" sz="1459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秋叶 老师合作，有本事，不花钱好书随时让你选！</a:t>
            </a:r>
          </a:p>
        </p:txBody>
      </p:sp>
      <p:cxnSp>
        <p:nvCxnSpPr>
          <p:cNvPr id="14" name="直接连接符 13"/>
          <p:cNvCxnSpPr/>
          <p:nvPr/>
        </p:nvCxnSpPr>
        <p:spPr>
          <a:xfrm>
            <a:off x="2655091" y="4303808"/>
            <a:ext cx="688182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" name="组合 18"/>
          <p:cNvGrpSpPr/>
          <p:nvPr/>
        </p:nvGrpSpPr>
        <p:grpSpPr>
          <a:xfrm>
            <a:off x="2480130" y="2291753"/>
            <a:ext cx="1574655" cy="1086374"/>
            <a:chOff x="107380" y="2024805"/>
            <a:chExt cx="1944270" cy="1341376"/>
          </a:xfrm>
        </p:grpSpPr>
        <p:sp>
          <p:nvSpPr>
            <p:cNvPr id="15" name="椭圆 14"/>
            <p:cNvSpPr/>
            <p:nvPr/>
          </p:nvSpPr>
          <p:spPr>
            <a:xfrm>
              <a:off x="107380" y="2024805"/>
              <a:ext cx="1944270" cy="1341376"/>
            </a:xfrm>
            <a:custGeom>
              <a:avLst/>
              <a:gdLst/>
              <a:ahLst/>
              <a:cxnLst/>
              <a:rect l="l" t="t" r="r" b="b"/>
              <a:pathLst>
                <a:path w="1944270" h="1341376">
                  <a:moveTo>
                    <a:pt x="252035" y="0"/>
                  </a:moveTo>
                  <a:cubicBezTo>
                    <a:pt x="391230" y="0"/>
                    <a:pt x="504070" y="112840"/>
                    <a:pt x="504070" y="252035"/>
                  </a:cubicBezTo>
                  <a:lnTo>
                    <a:pt x="503143" y="261226"/>
                  </a:lnTo>
                  <a:lnTo>
                    <a:pt x="1944270" y="261226"/>
                  </a:lnTo>
                  <a:lnTo>
                    <a:pt x="1944270" y="1341376"/>
                  </a:lnTo>
                  <a:lnTo>
                    <a:pt x="216030" y="1341376"/>
                  </a:lnTo>
                  <a:lnTo>
                    <a:pt x="216030" y="500440"/>
                  </a:lnTo>
                  <a:cubicBezTo>
                    <a:pt x="93813" y="483960"/>
                    <a:pt x="0" y="378953"/>
                    <a:pt x="0" y="252035"/>
                  </a:cubicBezTo>
                  <a:cubicBezTo>
                    <a:pt x="0" y="112840"/>
                    <a:pt x="112840" y="0"/>
                    <a:pt x="252035" y="0"/>
                  </a:cubicBezTo>
                  <a:close/>
                </a:path>
              </a:pathLst>
            </a:cu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59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7" name="矩形 16"/>
            <p:cNvSpPr/>
            <p:nvPr/>
          </p:nvSpPr>
          <p:spPr>
            <a:xfrm>
              <a:off x="323410" y="2382196"/>
              <a:ext cx="1728240" cy="94577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459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购买</a:t>
              </a:r>
              <a:r>
                <a:rPr lang="en-US" altLang="zh-CN" sz="1459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99</a:t>
              </a:r>
              <a:r>
                <a:rPr lang="zh-CN" altLang="en-US" sz="1459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元</a:t>
              </a:r>
              <a:endParaRPr lang="en-US" altLang="zh-CN" sz="1459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pPr algn="ctr"/>
              <a:r>
                <a:rPr lang="zh-CN" altLang="en-US" sz="1459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网易云课堂</a:t>
              </a:r>
              <a:endParaRPr lang="en-US" altLang="zh-CN" sz="1459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pPr algn="ctr"/>
              <a:r>
                <a:rPr lang="en-US" altLang="zh-CN" sz="1459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PPT</a:t>
              </a:r>
              <a:r>
                <a:rPr lang="zh-CN" altLang="en-US" sz="1459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在线课程</a:t>
              </a:r>
              <a:endParaRPr lang="en-US" altLang="zh-CN" sz="1459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8" name="矩形 17"/>
            <p:cNvSpPr/>
            <p:nvPr/>
          </p:nvSpPr>
          <p:spPr>
            <a:xfrm>
              <a:off x="107380" y="2060810"/>
              <a:ext cx="504070" cy="39126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459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1</a:t>
              </a:r>
            </a:p>
          </p:txBody>
        </p:sp>
      </p:grpSp>
      <p:grpSp>
        <p:nvGrpSpPr>
          <p:cNvPr id="20" name="组合 19"/>
          <p:cNvGrpSpPr/>
          <p:nvPr/>
        </p:nvGrpSpPr>
        <p:grpSpPr>
          <a:xfrm>
            <a:off x="4321639" y="2291755"/>
            <a:ext cx="1574655" cy="1279976"/>
            <a:chOff x="107380" y="2024805"/>
            <a:chExt cx="1944270" cy="1580420"/>
          </a:xfrm>
        </p:grpSpPr>
        <p:sp>
          <p:nvSpPr>
            <p:cNvPr id="21" name="椭圆 14"/>
            <p:cNvSpPr/>
            <p:nvPr/>
          </p:nvSpPr>
          <p:spPr>
            <a:xfrm>
              <a:off x="107380" y="2024805"/>
              <a:ext cx="1944270" cy="1341376"/>
            </a:xfrm>
            <a:custGeom>
              <a:avLst/>
              <a:gdLst/>
              <a:ahLst/>
              <a:cxnLst/>
              <a:rect l="l" t="t" r="r" b="b"/>
              <a:pathLst>
                <a:path w="1944270" h="1341376">
                  <a:moveTo>
                    <a:pt x="252035" y="0"/>
                  </a:moveTo>
                  <a:cubicBezTo>
                    <a:pt x="391230" y="0"/>
                    <a:pt x="504070" y="112840"/>
                    <a:pt x="504070" y="252035"/>
                  </a:cubicBezTo>
                  <a:lnTo>
                    <a:pt x="503143" y="261226"/>
                  </a:lnTo>
                  <a:lnTo>
                    <a:pt x="1944270" y="261226"/>
                  </a:lnTo>
                  <a:lnTo>
                    <a:pt x="1944270" y="1341376"/>
                  </a:lnTo>
                  <a:lnTo>
                    <a:pt x="216030" y="1341376"/>
                  </a:lnTo>
                  <a:lnTo>
                    <a:pt x="216030" y="500440"/>
                  </a:lnTo>
                  <a:cubicBezTo>
                    <a:pt x="93813" y="483960"/>
                    <a:pt x="0" y="378953"/>
                    <a:pt x="0" y="252035"/>
                  </a:cubicBezTo>
                  <a:cubicBezTo>
                    <a:pt x="0" y="112840"/>
                    <a:pt x="112840" y="0"/>
                    <a:pt x="252035" y="0"/>
                  </a:cubicBezTo>
                  <a:close/>
                </a:path>
              </a:pathLst>
            </a:cu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59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2" name="矩形 21"/>
            <p:cNvSpPr/>
            <p:nvPr/>
          </p:nvSpPr>
          <p:spPr>
            <a:xfrm>
              <a:off x="323410" y="2382194"/>
              <a:ext cx="1728240" cy="122303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459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购买后去微博私信</a:t>
              </a:r>
              <a:r>
                <a:rPr lang="en-US" altLang="zh-CN" sz="1459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@</a:t>
              </a:r>
              <a:r>
                <a:rPr lang="zh-CN" altLang="en-US" sz="1459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秋叶</a:t>
              </a:r>
              <a:endParaRPr lang="en-US" altLang="zh-CN" sz="1459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pPr algn="ctr"/>
              <a:r>
                <a:rPr lang="zh-CN" altLang="en-US" sz="1459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要福利</a:t>
              </a:r>
              <a:r>
                <a:rPr lang="en-US" altLang="zh-CN" sz="1459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QQ</a:t>
              </a:r>
              <a:r>
                <a:rPr lang="zh-CN" altLang="en-US" sz="1459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群号</a:t>
              </a:r>
              <a:endParaRPr lang="en-US" altLang="zh-CN" sz="1459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3" name="矩形 22"/>
            <p:cNvSpPr/>
            <p:nvPr/>
          </p:nvSpPr>
          <p:spPr>
            <a:xfrm>
              <a:off x="107380" y="2060811"/>
              <a:ext cx="504070" cy="39126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459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2</a:t>
              </a:r>
            </a:p>
          </p:txBody>
        </p:sp>
      </p:grpSp>
      <p:grpSp>
        <p:nvGrpSpPr>
          <p:cNvPr id="24" name="组合 23"/>
          <p:cNvGrpSpPr/>
          <p:nvPr/>
        </p:nvGrpSpPr>
        <p:grpSpPr>
          <a:xfrm>
            <a:off x="6132990" y="2291753"/>
            <a:ext cx="1574655" cy="1086374"/>
            <a:chOff x="107380" y="2024805"/>
            <a:chExt cx="1944270" cy="1341376"/>
          </a:xfrm>
        </p:grpSpPr>
        <p:sp>
          <p:nvSpPr>
            <p:cNvPr id="25" name="椭圆 14"/>
            <p:cNvSpPr/>
            <p:nvPr/>
          </p:nvSpPr>
          <p:spPr>
            <a:xfrm>
              <a:off x="107380" y="2024805"/>
              <a:ext cx="1944270" cy="1341376"/>
            </a:xfrm>
            <a:custGeom>
              <a:avLst/>
              <a:gdLst/>
              <a:ahLst/>
              <a:cxnLst/>
              <a:rect l="l" t="t" r="r" b="b"/>
              <a:pathLst>
                <a:path w="1944270" h="1341376">
                  <a:moveTo>
                    <a:pt x="252035" y="0"/>
                  </a:moveTo>
                  <a:cubicBezTo>
                    <a:pt x="391230" y="0"/>
                    <a:pt x="504070" y="112840"/>
                    <a:pt x="504070" y="252035"/>
                  </a:cubicBezTo>
                  <a:lnTo>
                    <a:pt x="503143" y="261226"/>
                  </a:lnTo>
                  <a:lnTo>
                    <a:pt x="1944270" y="261226"/>
                  </a:lnTo>
                  <a:lnTo>
                    <a:pt x="1944270" y="1341376"/>
                  </a:lnTo>
                  <a:lnTo>
                    <a:pt x="216030" y="1341376"/>
                  </a:lnTo>
                  <a:lnTo>
                    <a:pt x="216030" y="500440"/>
                  </a:lnTo>
                  <a:cubicBezTo>
                    <a:pt x="93813" y="483960"/>
                    <a:pt x="0" y="378953"/>
                    <a:pt x="0" y="252035"/>
                  </a:cubicBezTo>
                  <a:cubicBezTo>
                    <a:pt x="0" y="112840"/>
                    <a:pt x="112840" y="0"/>
                    <a:pt x="252035" y="0"/>
                  </a:cubicBezTo>
                  <a:close/>
                </a:path>
              </a:pathLst>
            </a:cu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59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6" name="矩形 25"/>
            <p:cNvSpPr/>
            <p:nvPr/>
          </p:nvSpPr>
          <p:spPr>
            <a:xfrm>
              <a:off x="323410" y="2382196"/>
              <a:ext cx="1728240" cy="94577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459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新浪微博晒作业被老师肯定奖励内部选书</a:t>
              </a:r>
              <a:endParaRPr lang="en-US" altLang="zh-CN" sz="1459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7" name="矩形 26"/>
            <p:cNvSpPr/>
            <p:nvPr/>
          </p:nvSpPr>
          <p:spPr>
            <a:xfrm>
              <a:off x="107380" y="2060810"/>
              <a:ext cx="504070" cy="39126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459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3</a:t>
              </a:r>
            </a:p>
          </p:txBody>
        </p:sp>
      </p:grpSp>
      <p:grpSp>
        <p:nvGrpSpPr>
          <p:cNvPr id="28" name="组合 27"/>
          <p:cNvGrpSpPr/>
          <p:nvPr/>
        </p:nvGrpSpPr>
        <p:grpSpPr>
          <a:xfrm>
            <a:off x="7953671" y="2291753"/>
            <a:ext cx="1574655" cy="1086374"/>
            <a:chOff x="107380" y="2024805"/>
            <a:chExt cx="1944270" cy="1341376"/>
          </a:xfrm>
        </p:grpSpPr>
        <p:sp>
          <p:nvSpPr>
            <p:cNvPr id="29" name="椭圆 14"/>
            <p:cNvSpPr/>
            <p:nvPr/>
          </p:nvSpPr>
          <p:spPr>
            <a:xfrm>
              <a:off x="107380" y="2024805"/>
              <a:ext cx="1944270" cy="1341376"/>
            </a:xfrm>
            <a:custGeom>
              <a:avLst/>
              <a:gdLst/>
              <a:ahLst/>
              <a:cxnLst/>
              <a:rect l="l" t="t" r="r" b="b"/>
              <a:pathLst>
                <a:path w="1944270" h="1341376">
                  <a:moveTo>
                    <a:pt x="252035" y="0"/>
                  </a:moveTo>
                  <a:cubicBezTo>
                    <a:pt x="391230" y="0"/>
                    <a:pt x="504070" y="112840"/>
                    <a:pt x="504070" y="252035"/>
                  </a:cubicBezTo>
                  <a:lnTo>
                    <a:pt x="503143" y="261226"/>
                  </a:lnTo>
                  <a:lnTo>
                    <a:pt x="1944270" y="261226"/>
                  </a:lnTo>
                  <a:lnTo>
                    <a:pt x="1944270" y="1341376"/>
                  </a:lnTo>
                  <a:lnTo>
                    <a:pt x="216030" y="1341376"/>
                  </a:lnTo>
                  <a:lnTo>
                    <a:pt x="216030" y="500440"/>
                  </a:lnTo>
                  <a:cubicBezTo>
                    <a:pt x="93813" y="483960"/>
                    <a:pt x="0" y="378953"/>
                    <a:pt x="0" y="252035"/>
                  </a:cubicBezTo>
                  <a:cubicBezTo>
                    <a:pt x="0" y="112840"/>
                    <a:pt x="112840" y="0"/>
                    <a:pt x="252035" y="0"/>
                  </a:cubicBezTo>
                  <a:close/>
                </a:path>
              </a:pathLst>
            </a:cu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59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0" name="矩形 29"/>
            <p:cNvSpPr/>
            <p:nvPr/>
          </p:nvSpPr>
          <p:spPr>
            <a:xfrm>
              <a:off x="323410" y="2382196"/>
              <a:ext cx="1728240" cy="94577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459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出版社寄书到后约</a:t>
              </a:r>
              <a:r>
                <a:rPr lang="en-US" altLang="zh-CN" sz="1459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@</a:t>
              </a:r>
              <a:r>
                <a:rPr lang="zh-CN" altLang="en-US" sz="1459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时间卡片 晒读书</a:t>
              </a:r>
              <a:r>
                <a:rPr lang="en-US" altLang="zh-CN" sz="1459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PPT</a:t>
              </a:r>
            </a:p>
          </p:txBody>
        </p:sp>
        <p:sp>
          <p:nvSpPr>
            <p:cNvPr id="31" name="矩形 30"/>
            <p:cNvSpPr/>
            <p:nvPr/>
          </p:nvSpPr>
          <p:spPr>
            <a:xfrm>
              <a:off x="107380" y="2060810"/>
              <a:ext cx="504070" cy="39126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459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4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07280614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2396389" y="3953872"/>
            <a:ext cx="7425927" cy="1301778"/>
            <a:chOff x="0" y="3359571"/>
            <a:chExt cx="9169004" cy="1607344"/>
          </a:xfrm>
        </p:grpSpPr>
        <p:sp>
          <p:nvSpPr>
            <p:cNvPr id="5" name="矩形 4"/>
            <p:cNvSpPr/>
            <p:nvPr/>
          </p:nvSpPr>
          <p:spPr>
            <a:xfrm>
              <a:off x="1245140" y="3973770"/>
              <a:ext cx="4572002" cy="545330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defTabSz="74502">
                <a:defRPr/>
              </a:pPr>
              <a:r>
                <a:rPr lang="en-US" altLang="zh-CN" sz="1135" kern="0" dirty="0">
                  <a:solidFill>
                    <a:prstClr val="black"/>
                  </a:solidFill>
                </a:rPr>
                <a:t/>
              </a:r>
              <a:br>
                <a:rPr lang="en-US" altLang="zh-CN" sz="1135" kern="0" dirty="0">
                  <a:solidFill>
                    <a:prstClr val="black"/>
                  </a:solidFill>
                </a:rPr>
              </a:br>
              <a:endParaRPr lang="en-US" altLang="zh-CN" sz="1135" kern="0" dirty="0">
                <a:solidFill>
                  <a:prstClr val="black"/>
                </a:solidFill>
              </a:endParaRPr>
            </a:p>
          </p:txBody>
        </p:sp>
        <p:sp>
          <p:nvSpPr>
            <p:cNvPr id="6" name="矩形 5"/>
            <p:cNvSpPr/>
            <p:nvPr/>
          </p:nvSpPr>
          <p:spPr>
            <a:xfrm>
              <a:off x="0" y="3359571"/>
              <a:ext cx="9169004" cy="1297781"/>
            </a:xfrm>
            <a:prstGeom prst="rect">
              <a:avLst/>
            </a:prstGeom>
            <a:solidFill>
              <a:srgbClr val="E50515"/>
            </a:solidFill>
            <a:ln w="12700" cap="flat" cmpd="sng" algn="ctr">
              <a:noFill/>
              <a:prstDash val="solid"/>
              <a:miter lim="800000"/>
            </a:ln>
            <a:effectLst>
              <a:outerShdw blurRad="152400" dist="127000" dir="5400000" algn="t" rotWithShape="0">
                <a:prstClr val="black">
                  <a:alpha val="40000"/>
                </a:prstClr>
              </a:outerShdw>
            </a:effectLst>
          </p:spPr>
          <p:txBody>
            <a:bodyPr anchor="ctr"/>
            <a:lstStyle/>
            <a:p>
              <a:pPr algn="ctr" defTabSz="555429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095" kern="0">
                <a:solidFill>
                  <a:prstClr val="white"/>
                </a:solidFill>
              </a:endParaRPr>
            </a:p>
          </p:txBody>
        </p:sp>
        <p:sp>
          <p:nvSpPr>
            <p:cNvPr id="7" name="圆角矩形 6"/>
            <p:cNvSpPr/>
            <p:nvPr/>
          </p:nvSpPr>
          <p:spPr>
            <a:xfrm>
              <a:off x="4692254" y="4134667"/>
              <a:ext cx="3763565" cy="485775"/>
            </a:xfrm>
            <a:prstGeom prst="roundRect">
              <a:avLst/>
            </a:prstGeom>
            <a:solidFill>
              <a:srgbClr val="3E404D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anchor="ctr"/>
            <a:lstStyle/>
            <a:p>
              <a:pPr algn="ctr" defTabSz="555429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852" kern="0">
                <a:solidFill>
                  <a:prstClr val="white"/>
                </a:solidFill>
              </a:endParaRPr>
            </a:p>
          </p:txBody>
        </p:sp>
        <p:pic>
          <p:nvPicPr>
            <p:cNvPr id="8" name="图片 17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18564"/>
            <a:stretch>
              <a:fillRect/>
            </a:stretch>
          </p:blipFill>
          <p:spPr bwMode="auto">
            <a:xfrm>
              <a:off x="3392092" y="3423865"/>
              <a:ext cx="1172765" cy="1231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9" name="文本框 9"/>
            <p:cNvSpPr txBox="1">
              <a:spLocks noChangeArrowheads="1"/>
            </p:cNvSpPr>
            <p:nvPr/>
          </p:nvSpPr>
          <p:spPr bwMode="auto">
            <a:xfrm>
              <a:off x="4647013" y="3613175"/>
              <a:ext cx="594123" cy="5758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defTabSz="555429"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/>
              </a:pPr>
              <a:r>
                <a:rPr lang="zh-CN" altLang="en-US" sz="2431" kern="0" dirty="0">
                  <a:solidFill>
                    <a:prstClr val="whit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搜</a:t>
              </a:r>
              <a:endParaRPr lang="zh-CN" altLang="en-US" sz="4859" kern="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方正正中黑简体" panose="02000000000000000000" pitchFamily="2" charset="-122"/>
                <a:ea typeface="方正正中黑简体" panose="02000000000000000000" pitchFamily="2" charset="-122"/>
              </a:endParaRPr>
            </a:p>
          </p:txBody>
        </p:sp>
        <p:sp>
          <p:nvSpPr>
            <p:cNvPr id="10" name="矩形 13"/>
            <p:cNvSpPr>
              <a:spLocks noChangeArrowheads="1"/>
            </p:cNvSpPr>
            <p:nvPr/>
          </p:nvSpPr>
          <p:spPr bwMode="auto">
            <a:xfrm>
              <a:off x="5160170" y="3441723"/>
              <a:ext cx="3543296" cy="9284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defTabSz="555429"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/>
              </a:pPr>
              <a:r>
                <a:rPr lang="zh-CN" altLang="en-US" sz="1944" kern="0" dirty="0">
                  <a:solidFill>
                    <a:srgbClr val="FA7F6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和</a:t>
              </a:r>
              <a:r>
                <a:rPr lang="zh-CN" altLang="en-US" sz="1944" kern="0" dirty="0">
                  <a:solidFill>
                    <a:prstClr val="white">
                      <a:lumMod val="50000"/>
                    </a:prst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 </a:t>
              </a:r>
              <a:r>
                <a:rPr lang="zh-CN" altLang="en-US" sz="3647" b="1" kern="0" dirty="0">
                  <a:solidFill>
                    <a:prstClr val="whit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秋叶</a:t>
              </a:r>
              <a:r>
                <a:rPr lang="zh-CN" altLang="en-US" sz="1944" kern="0" dirty="0">
                  <a:solidFill>
                    <a:prstClr val="white">
                      <a:lumMod val="50000"/>
                    </a:prst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 </a:t>
              </a:r>
              <a:r>
                <a:rPr lang="zh-CN" altLang="en-US" sz="1944" kern="0" dirty="0">
                  <a:solidFill>
                    <a:srgbClr val="FA7F6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一起学</a:t>
              </a:r>
              <a:r>
                <a:rPr lang="en-US" altLang="zh-CN" sz="1944" kern="0" dirty="0">
                  <a:solidFill>
                    <a:srgbClr val="FA7F6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PPT</a:t>
              </a:r>
              <a:endParaRPr lang="zh-CN" altLang="en-US" sz="1944" kern="0" dirty="0">
                <a:solidFill>
                  <a:srgbClr val="FA7F6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方正正中黑简体" panose="02000000000000000000" pitchFamily="2" charset="-122"/>
                <a:ea typeface="方正正中黑简体" panose="02000000000000000000" pitchFamily="2" charset="-122"/>
              </a:endParaRPr>
            </a:p>
            <a:p>
              <a:pPr defTabSz="555429"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/>
              </a:pPr>
              <a:endParaRPr lang="zh-CN" altLang="en-US" sz="639" kern="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11" name="组合 10"/>
            <p:cNvGrpSpPr/>
            <p:nvPr/>
          </p:nvGrpSpPr>
          <p:grpSpPr>
            <a:xfrm>
              <a:off x="4802924" y="4185981"/>
              <a:ext cx="393496" cy="413243"/>
              <a:chOff x="9704022" y="1833544"/>
              <a:chExt cx="2309787" cy="2425700"/>
            </a:xfrm>
            <a:effectLst>
              <a:outerShdw blurRad="228600" sx="108000" sy="108000" algn="ctr" rotWithShape="0">
                <a:prstClr val="black">
                  <a:alpha val="36000"/>
                </a:prstClr>
              </a:outerShdw>
            </a:effectLst>
          </p:grpSpPr>
          <p:sp>
            <p:nvSpPr>
              <p:cNvPr id="23" name="矩形 5"/>
              <p:cNvSpPr/>
              <p:nvPr/>
            </p:nvSpPr>
            <p:spPr>
              <a:xfrm>
                <a:off x="9704022" y="2120283"/>
                <a:ext cx="2309787" cy="1754805"/>
              </a:xfrm>
              <a:custGeom>
                <a:avLst/>
                <a:gdLst>
                  <a:gd name="connsiteX0" fmla="*/ 0 w 2294005"/>
                  <a:gd name="connsiteY0" fmla="*/ 0 h 1754805"/>
                  <a:gd name="connsiteX1" fmla="*/ 2294005 w 2294005"/>
                  <a:gd name="connsiteY1" fmla="*/ 0 h 1754805"/>
                  <a:gd name="connsiteX2" fmla="*/ 2294005 w 2294005"/>
                  <a:gd name="connsiteY2" fmla="*/ 1754805 h 1754805"/>
                  <a:gd name="connsiteX3" fmla="*/ 0 w 2294005"/>
                  <a:gd name="connsiteY3" fmla="*/ 1754805 h 1754805"/>
                  <a:gd name="connsiteX4" fmla="*/ 0 w 2294005"/>
                  <a:gd name="connsiteY4" fmla="*/ 0 h 1754805"/>
                  <a:gd name="connsiteX0" fmla="*/ 0 w 2322140"/>
                  <a:gd name="connsiteY0" fmla="*/ 0 h 1754805"/>
                  <a:gd name="connsiteX1" fmla="*/ 2294005 w 2322140"/>
                  <a:gd name="connsiteY1" fmla="*/ 0 h 1754805"/>
                  <a:gd name="connsiteX2" fmla="*/ 2322140 w 2322140"/>
                  <a:gd name="connsiteY2" fmla="*/ 1628196 h 1754805"/>
                  <a:gd name="connsiteX3" fmla="*/ 0 w 2322140"/>
                  <a:gd name="connsiteY3" fmla="*/ 1754805 h 1754805"/>
                  <a:gd name="connsiteX4" fmla="*/ 0 w 2322140"/>
                  <a:gd name="connsiteY4" fmla="*/ 0 h 17548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322140" h="1754805">
                    <a:moveTo>
                      <a:pt x="0" y="0"/>
                    </a:moveTo>
                    <a:lnTo>
                      <a:pt x="2294005" y="0"/>
                    </a:lnTo>
                    <a:lnTo>
                      <a:pt x="2322140" y="1628196"/>
                    </a:lnTo>
                    <a:lnTo>
                      <a:pt x="0" y="175480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99A9A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anchor="ctr"/>
              <a:lstStyle/>
              <a:p>
                <a:pPr algn="ctr" defTabSz="555429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852" kern="0">
                  <a:solidFill>
                    <a:prstClr val="white"/>
                  </a:solidFill>
                </a:endParaRPr>
              </a:p>
            </p:txBody>
          </p:sp>
          <p:sp>
            <p:nvSpPr>
              <p:cNvPr id="24" name="任意多边形 23"/>
              <p:cNvSpPr/>
              <p:nvPr/>
            </p:nvSpPr>
            <p:spPr>
              <a:xfrm>
                <a:off x="9718090" y="2001444"/>
                <a:ext cx="2295719" cy="1828421"/>
              </a:xfrm>
              <a:custGeom>
                <a:avLst/>
                <a:gdLst>
                  <a:gd name="connsiteX0" fmla="*/ 0 w 2209800"/>
                  <a:gd name="connsiteY0" fmla="*/ 228600 h 2425700"/>
                  <a:gd name="connsiteX1" fmla="*/ 12700 w 2209800"/>
                  <a:gd name="connsiteY1" fmla="*/ 1930400 h 2425700"/>
                  <a:gd name="connsiteX2" fmla="*/ 762000 w 2209800"/>
                  <a:gd name="connsiteY2" fmla="*/ 1892300 h 2425700"/>
                  <a:gd name="connsiteX3" fmla="*/ 711200 w 2209800"/>
                  <a:gd name="connsiteY3" fmla="*/ 2425700 h 2425700"/>
                  <a:gd name="connsiteX4" fmla="*/ 1384300 w 2209800"/>
                  <a:gd name="connsiteY4" fmla="*/ 1790700 h 2425700"/>
                  <a:gd name="connsiteX5" fmla="*/ 2209800 w 2209800"/>
                  <a:gd name="connsiteY5" fmla="*/ 1651000 h 2425700"/>
                  <a:gd name="connsiteX6" fmla="*/ 2184400 w 2209800"/>
                  <a:gd name="connsiteY6" fmla="*/ 0 h 2425700"/>
                  <a:gd name="connsiteX7" fmla="*/ 0 w 2209800"/>
                  <a:gd name="connsiteY7" fmla="*/ 228600 h 2425700"/>
                  <a:gd name="connsiteX0" fmla="*/ 0 w 2209800"/>
                  <a:gd name="connsiteY0" fmla="*/ 228600 h 2425700"/>
                  <a:gd name="connsiteX1" fmla="*/ 12700 w 2209800"/>
                  <a:gd name="connsiteY1" fmla="*/ 1930400 h 2425700"/>
                  <a:gd name="connsiteX2" fmla="*/ 777240 w 2209800"/>
                  <a:gd name="connsiteY2" fmla="*/ 1877060 h 2425700"/>
                  <a:gd name="connsiteX3" fmla="*/ 711200 w 2209800"/>
                  <a:gd name="connsiteY3" fmla="*/ 2425700 h 2425700"/>
                  <a:gd name="connsiteX4" fmla="*/ 1384300 w 2209800"/>
                  <a:gd name="connsiteY4" fmla="*/ 1790700 h 2425700"/>
                  <a:gd name="connsiteX5" fmla="*/ 2209800 w 2209800"/>
                  <a:gd name="connsiteY5" fmla="*/ 1651000 h 2425700"/>
                  <a:gd name="connsiteX6" fmla="*/ 2184400 w 2209800"/>
                  <a:gd name="connsiteY6" fmla="*/ 0 h 2425700"/>
                  <a:gd name="connsiteX7" fmla="*/ 0 w 2209800"/>
                  <a:gd name="connsiteY7" fmla="*/ 228600 h 2425700"/>
                  <a:gd name="connsiteX0" fmla="*/ 0 w 2209800"/>
                  <a:gd name="connsiteY0" fmla="*/ 228600 h 1930400"/>
                  <a:gd name="connsiteX1" fmla="*/ 12700 w 2209800"/>
                  <a:gd name="connsiteY1" fmla="*/ 1930400 h 1930400"/>
                  <a:gd name="connsiteX2" fmla="*/ 777240 w 2209800"/>
                  <a:gd name="connsiteY2" fmla="*/ 1877060 h 1930400"/>
                  <a:gd name="connsiteX3" fmla="*/ 986971 w 2209800"/>
                  <a:gd name="connsiteY3" fmla="*/ 1859643 h 1930400"/>
                  <a:gd name="connsiteX4" fmla="*/ 1384300 w 2209800"/>
                  <a:gd name="connsiteY4" fmla="*/ 1790700 h 1930400"/>
                  <a:gd name="connsiteX5" fmla="*/ 2209800 w 2209800"/>
                  <a:gd name="connsiteY5" fmla="*/ 1651000 h 1930400"/>
                  <a:gd name="connsiteX6" fmla="*/ 2184400 w 2209800"/>
                  <a:gd name="connsiteY6" fmla="*/ 0 h 1930400"/>
                  <a:gd name="connsiteX7" fmla="*/ 0 w 2209800"/>
                  <a:gd name="connsiteY7" fmla="*/ 228600 h 1930400"/>
                  <a:gd name="connsiteX0" fmla="*/ 0 w 2209800"/>
                  <a:gd name="connsiteY0" fmla="*/ 228600 h 1930400"/>
                  <a:gd name="connsiteX1" fmla="*/ 12700 w 2209800"/>
                  <a:gd name="connsiteY1" fmla="*/ 1930400 h 1930400"/>
                  <a:gd name="connsiteX2" fmla="*/ 777240 w 2209800"/>
                  <a:gd name="connsiteY2" fmla="*/ 1877060 h 1930400"/>
                  <a:gd name="connsiteX3" fmla="*/ 986971 w 2209800"/>
                  <a:gd name="connsiteY3" fmla="*/ 1830615 h 1930400"/>
                  <a:gd name="connsiteX4" fmla="*/ 1384300 w 2209800"/>
                  <a:gd name="connsiteY4" fmla="*/ 1790700 h 1930400"/>
                  <a:gd name="connsiteX5" fmla="*/ 2209800 w 2209800"/>
                  <a:gd name="connsiteY5" fmla="*/ 1651000 h 1930400"/>
                  <a:gd name="connsiteX6" fmla="*/ 2184400 w 2209800"/>
                  <a:gd name="connsiteY6" fmla="*/ 0 h 1930400"/>
                  <a:gd name="connsiteX7" fmla="*/ 0 w 2209800"/>
                  <a:gd name="connsiteY7" fmla="*/ 228600 h 1930400"/>
                  <a:gd name="connsiteX0" fmla="*/ 0 w 2209800"/>
                  <a:gd name="connsiteY0" fmla="*/ 228600 h 1930400"/>
                  <a:gd name="connsiteX1" fmla="*/ 12700 w 2209800"/>
                  <a:gd name="connsiteY1" fmla="*/ 1930400 h 1930400"/>
                  <a:gd name="connsiteX2" fmla="*/ 777240 w 2209800"/>
                  <a:gd name="connsiteY2" fmla="*/ 1877060 h 1930400"/>
                  <a:gd name="connsiteX3" fmla="*/ 986971 w 2209800"/>
                  <a:gd name="connsiteY3" fmla="*/ 1830615 h 1930400"/>
                  <a:gd name="connsiteX4" fmla="*/ 1384300 w 2209800"/>
                  <a:gd name="connsiteY4" fmla="*/ 1790700 h 1930400"/>
                  <a:gd name="connsiteX5" fmla="*/ 2209800 w 2209800"/>
                  <a:gd name="connsiteY5" fmla="*/ 1651000 h 1930400"/>
                  <a:gd name="connsiteX6" fmla="*/ 2184400 w 2209800"/>
                  <a:gd name="connsiteY6" fmla="*/ 0 h 1930400"/>
                  <a:gd name="connsiteX7" fmla="*/ 0 w 2209800"/>
                  <a:gd name="connsiteY7" fmla="*/ 228600 h 1930400"/>
                  <a:gd name="connsiteX0" fmla="*/ 0 w 2209800"/>
                  <a:gd name="connsiteY0" fmla="*/ 228600 h 1930400"/>
                  <a:gd name="connsiteX1" fmla="*/ 12700 w 2209800"/>
                  <a:gd name="connsiteY1" fmla="*/ 1930400 h 1930400"/>
                  <a:gd name="connsiteX2" fmla="*/ 777240 w 2209800"/>
                  <a:gd name="connsiteY2" fmla="*/ 1862546 h 1930400"/>
                  <a:gd name="connsiteX3" fmla="*/ 986971 w 2209800"/>
                  <a:gd name="connsiteY3" fmla="*/ 1830615 h 1930400"/>
                  <a:gd name="connsiteX4" fmla="*/ 1384300 w 2209800"/>
                  <a:gd name="connsiteY4" fmla="*/ 1790700 h 1930400"/>
                  <a:gd name="connsiteX5" fmla="*/ 2209800 w 2209800"/>
                  <a:gd name="connsiteY5" fmla="*/ 1651000 h 1930400"/>
                  <a:gd name="connsiteX6" fmla="*/ 2184400 w 2209800"/>
                  <a:gd name="connsiteY6" fmla="*/ 0 h 1930400"/>
                  <a:gd name="connsiteX7" fmla="*/ 0 w 2209800"/>
                  <a:gd name="connsiteY7" fmla="*/ 228600 h 1930400"/>
                  <a:gd name="connsiteX0" fmla="*/ 0 w 2209800"/>
                  <a:gd name="connsiteY0" fmla="*/ 228600 h 1930400"/>
                  <a:gd name="connsiteX1" fmla="*/ 12700 w 2209800"/>
                  <a:gd name="connsiteY1" fmla="*/ 1930400 h 1930400"/>
                  <a:gd name="connsiteX2" fmla="*/ 777240 w 2209800"/>
                  <a:gd name="connsiteY2" fmla="*/ 1862546 h 1930400"/>
                  <a:gd name="connsiteX3" fmla="*/ 986971 w 2209800"/>
                  <a:gd name="connsiteY3" fmla="*/ 1830615 h 1930400"/>
                  <a:gd name="connsiteX4" fmla="*/ 1384300 w 2209800"/>
                  <a:gd name="connsiteY4" fmla="*/ 1790700 h 1930400"/>
                  <a:gd name="connsiteX5" fmla="*/ 2209800 w 2209800"/>
                  <a:gd name="connsiteY5" fmla="*/ 1651000 h 1930400"/>
                  <a:gd name="connsiteX6" fmla="*/ 2184400 w 2209800"/>
                  <a:gd name="connsiteY6" fmla="*/ 0 h 1930400"/>
                  <a:gd name="connsiteX7" fmla="*/ 0 w 2209800"/>
                  <a:gd name="connsiteY7" fmla="*/ 228600 h 1930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209800" h="1930400">
                    <a:moveTo>
                      <a:pt x="0" y="228600"/>
                    </a:moveTo>
                    <a:cubicBezTo>
                      <a:pt x="4233" y="795867"/>
                      <a:pt x="8467" y="1363133"/>
                      <a:pt x="12700" y="1930400"/>
                    </a:cubicBezTo>
                    <a:lnTo>
                      <a:pt x="777240" y="1862546"/>
                    </a:lnTo>
                    <a:cubicBezTo>
                      <a:pt x="939619" y="1845915"/>
                      <a:pt x="885794" y="1842589"/>
                      <a:pt x="986971" y="1830615"/>
                    </a:cubicBezTo>
                    <a:cubicBezTo>
                      <a:pt x="1088148" y="1818641"/>
                      <a:pt x="1180495" y="1820636"/>
                      <a:pt x="1384300" y="1790700"/>
                    </a:cubicBezTo>
                    <a:lnTo>
                      <a:pt x="2209800" y="1651000"/>
                    </a:lnTo>
                    <a:lnTo>
                      <a:pt x="2184400" y="0"/>
                    </a:lnTo>
                    <a:lnTo>
                      <a:pt x="0" y="228600"/>
                    </a:lnTo>
                    <a:close/>
                  </a:path>
                </a:pathLst>
              </a:custGeom>
              <a:solidFill>
                <a:sysClr val="window" lastClr="FFFFFF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anchor="ctr"/>
              <a:lstStyle/>
              <a:p>
                <a:pPr algn="ctr" defTabSz="555429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852" kern="0">
                  <a:solidFill>
                    <a:prstClr val="white"/>
                  </a:solidFill>
                </a:endParaRPr>
              </a:p>
            </p:txBody>
          </p:sp>
          <p:sp>
            <p:nvSpPr>
              <p:cNvPr id="25" name="任意多边形 24"/>
              <p:cNvSpPr/>
              <p:nvPr/>
            </p:nvSpPr>
            <p:spPr>
              <a:xfrm>
                <a:off x="9704022" y="1833544"/>
                <a:ext cx="2209800" cy="2425700"/>
              </a:xfrm>
              <a:custGeom>
                <a:avLst/>
                <a:gdLst>
                  <a:gd name="connsiteX0" fmla="*/ 0 w 2209800"/>
                  <a:gd name="connsiteY0" fmla="*/ 228600 h 2425700"/>
                  <a:gd name="connsiteX1" fmla="*/ 12700 w 2209800"/>
                  <a:gd name="connsiteY1" fmla="*/ 1930400 h 2425700"/>
                  <a:gd name="connsiteX2" fmla="*/ 762000 w 2209800"/>
                  <a:gd name="connsiteY2" fmla="*/ 1892300 h 2425700"/>
                  <a:gd name="connsiteX3" fmla="*/ 711200 w 2209800"/>
                  <a:gd name="connsiteY3" fmla="*/ 2425700 h 2425700"/>
                  <a:gd name="connsiteX4" fmla="*/ 1384300 w 2209800"/>
                  <a:gd name="connsiteY4" fmla="*/ 1790700 h 2425700"/>
                  <a:gd name="connsiteX5" fmla="*/ 2209800 w 2209800"/>
                  <a:gd name="connsiteY5" fmla="*/ 1651000 h 2425700"/>
                  <a:gd name="connsiteX6" fmla="*/ 2184400 w 2209800"/>
                  <a:gd name="connsiteY6" fmla="*/ 0 h 2425700"/>
                  <a:gd name="connsiteX7" fmla="*/ 0 w 2209800"/>
                  <a:gd name="connsiteY7" fmla="*/ 228600 h 2425700"/>
                  <a:gd name="connsiteX0" fmla="*/ 0 w 2209800"/>
                  <a:gd name="connsiteY0" fmla="*/ 228600 h 2425700"/>
                  <a:gd name="connsiteX1" fmla="*/ 12700 w 2209800"/>
                  <a:gd name="connsiteY1" fmla="*/ 1930400 h 2425700"/>
                  <a:gd name="connsiteX2" fmla="*/ 777240 w 2209800"/>
                  <a:gd name="connsiteY2" fmla="*/ 1877060 h 2425700"/>
                  <a:gd name="connsiteX3" fmla="*/ 711200 w 2209800"/>
                  <a:gd name="connsiteY3" fmla="*/ 2425700 h 2425700"/>
                  <a:gd name="connsiteX4" fmla="*/ 1384300 w 2209800"/>
                  <a:gd name="connsiteY4" fmla="*/ 1790700 h 2425700"/>
                  <a:gd name="connsiteX5" fmla="*/ 2209800 w 2209800"/>
                  <a:gd name="connsiteY5" fmla="*/ 1651000 h 2425700"/>
                  <a:gd name="connsiteX6" fmla="*/ 2184400 w 2209800"/>
                  <a:gd name="connsiteY6" fmla="*/ 0 h 2425700"/>
                  <a:gd name="connsiteX7" fmla="*/ 0 w 2209800"/>
                  <a:gd name="connsiteY7" fmla="*/ 228600 h 24257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209800" h="2425700">
                    <a:moveTo>
                      <a:pt x="0" y="228600"/>
                    </a:moveTo>
                    <a:cubicBezTo>
                      <a:pt x="4233" y="795867"/>
                      <a:pt x="8467" y="1363133"/>
                      <a:pt x="12700" y="1930400"/>
                    </a:cubicBezTo>
                    <a:lnTo>
                      <a:pt x="777240" y="1877060"/>
                    </a:lnTo>
                    <a:lnTo>
                      <a:pt x="711200" y="2425700"/>
                    </a:lnTo>
                    <a:lnTo>
                      <a:pt x="1384300" y="1790700"/>
                    </a:lnTo>
                    <a:lnTo>
                      <a:pt x="2209800" y="1651000"/>
                    </a:lnTo>
                    <a:lnTo>
                      <a:pt x="2184400" y="0"/>
                    </a:lnTo>
                    <a:lnTo>
                      <a:pt x="0" y="228600"/>
                    </a:lnTo>
                    <a:close/>
                  </a:path>
                </a:pathLst>
              </a:custGeom>
              <a:solidFill>
                <a:srgbClr val="21A557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anchor="ctr"/>
              <a:lstStyle/>
              <a:p>
                <a:pPr algn="ctr" defTabSz="555429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852" kern="0">
                  <a:solidFill>
                    <a:prstClr val="white"/>
                  </a:solidFill>
                </a:endParaRPr>
              </a:p>
            </p:txBody>
          </p:sp>
        </p:grpSp>
        <p:sp>
          <p:nvSpPr>
            <p:cNvPr id="12" name="文本框 11"/>
            <p:cNvSpPr txBox="1">
              <a:spLocks noChangeArrowheads="1"/>
            </p:cNvSpPr>
            <p:nvPr/>
          </p:nvSpPr>
          <p:spPr bwMode="auto">
            <a:xfrm>
              <a:off x="5110678" y="4188246"/>
              <a:ext cx="1709734" cy="4375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defTabSz="555429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/>
              </a:pPr>
              <a:r>
                <a:rPr lang="zh-CN" altLang="en-US" sz="1703" kern="0" dirty="0">
                  <a:solidFill>
                    <a:srgbClr val="FFFFFF"/>
                  </a:solidFill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网易云课堂</a:t>
              </a:r>
            </a:p>
          </p:txBody>
        </p:sp>
        <p:sp>
          <p:nvSpPr>
            <p:cNvPr id="13" name="矩形 12"/>
            <p:cNvSpPr/>
            <p:nvPr/>
          </p:nvSpPr>
          <p:spPr>
            <a:xfrm>
              <a:off x="6697267" y="4179911"/>
              <a:ext cx="1650206" cy="395288"/>
            </a:xfrm>
            <a:prstGeom prst="rect">
              <a:avLst/>
            </a:prstGeom>
            <a:solidFill>
              <a:sysClr val="window" lastClr="FFFFFF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anchor="ctr"/>
            <a:lstStyle/>
            <a:p>
              <a:pPr algn="ctr" defTabSz="555429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852" kern="0">
                <a:solidFill>
                  <a:prstClr val="white"/>
                </a:solidFill>
              </a:endParaRPr>
            </a:p>
          </p:txBody>
        </p:sp>
        <p:grpSp>
          <p:nvGrpSpPr>
            <p:cNvPr id="14" name="组合 13"/>
            <p:cNvGrpSpPr>
              <a:grpSpLocks/>
            </p:cNvGrpSpPr>
            <p:nvPr/>
          </p:nvGrpSpPr>
          <p:grpSpPr bwMode="auto">
            <a:xfrm>
              <a:off x="6742510" y="4271590"/>
              <a:ext cx="291703" cy="205978"/>
              <a:chOff x="6744072" y="3965894"/>
              <a:chExt cx="409599" cy="289318"/>
            </a:xfrm>
          </p:grpSpPr>
          <p:sp>
            <p:nvSpPr>
              <p:cNvPr id="21" name="同心圆 20"/>
              <p:cNvSpPr/>
              <p:nvPr/>
            </p:nvSpPr>
            <p:spPr>
              <a:xfrm>
                <a:off x="6744072" y="3965894"/>
                <a:ext cx="265821" cy="265905"/>
              </a:xfrm>
              <a:prstGeom prst="donut">
                <a:avLst>
                  <a:gd name="adj" fmla="val 18732"/>
                </a:avLst>
              </a:prstGeom>
              <a:solidFill>
                <a:srgbClr val="C2C2C4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anchor="ctr"/>
              <a:lstStyle/>
              <a:p>
                <a:pPr algn="ctr" defTabSz="555429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852" kern="0">
                  <a:solidFill>
                    <a:prstClr val="black"/>
                  </a:solidFill>
                </a:endParaRPr>
              </a:p>
            </p:txBody>
          </p:sp>
          <p:sp>
            <p:nvSpPr>
              <p:cNvPr id="22" name="流程图: 终止 21"/>
              <p:cNvSpPr/>
              <p:nvPr/>
            </p:nvSpPr>
            <p:spPr>
              <a:xfrm rot="2172947">
                <a:off x="6938005" y="4210059"/>
                <a:ext cx="215666" cy="45153"/>
              </a:xfrm>
              <a:prstGeom prst="flowChartTerminator">
                <a:avLst/>
              </a:prstGeom>
              <a:solidFill>
                <a:srgbClr val="C2C2C4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anchor="ctr"/>
              <a:lstStyle/>
              <a:p>
                <a:pPr algn="ctr" defTabSz="555429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852" kern="0">
                  <a:solidFill>
                    <a:prstClr val="white"/>
                  </a:solidFill>
                </a:endParaRPr>
              </a:p>
            </p:txBody>
          </p:sp>
        </p:grpSp>
        <p:sp>
          <p:nvSpPr>
            <p:cNvPr id="15" name="文本框 14"/>
            <p:cNvSpPr txBox="1">
              <a:spLocks noChangeArrowheads="1"/>
            </p:cNvSpPr>
            <p:nvPr/>
          </p:nvSpPr>
          <p:spPr bwMode="auto">
            <a:xfrm>
              <a:off x="7008018" y="4183482"/>
              <a:ext cx="757239" cy="7611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defTabSz="555429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/>
              </a:pPr>
              <a:r>
                <a:rPr lang="zh-CN" altLang="en-US" sz="1703" b="1" kern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秋叶</a:t>
              </a:r>
            </a:p>
          </p:txBody>
        </p:sp>
        <p:sp>
          <p:nvSpPr>
            <p:cNvPr id="16" name="流程图: 终止 15"/>
            <p:cNvSpPr/>
            <p:nvPr/>
          </p:nvSpPr>
          <p:spPr>
            <a:xfrm rot="2459239">
              <a:off x="7556898" y="4838327"/>
              <a:ext cx="607219" cy="128588"/>
            </a:xfrm>
            <a:prstGeom prst="flowChartTerminator">
              <a:avLst/>
            </a:prstGeom>
            <a:solidFill>
              <a:srgbClr val="5D6175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anchor="ctr"/>
            <a:lstStyle/>
            <a:p>
              <a:pPr algn="ctr" defTabSz="555429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095" kern="0">
                <a:solidFill>
                  <a:prstClr val="white"/>
                </a:solidFill>
              </a:endParaRPr>
            </a:p>
          </p:txBody>
        </p:sp>
        <p:grpSp>
          <p:nvGrpSpPr>
            <p:cNvPr id="17" name="组合 7"/>
            <p:cNvGrpSpPr>
              <a:grpSpLocks/>
            </p:cNvGrpSpPr>
            <p:nvPr/>
          </p:nvGrpSpPr>
          <p:grpSpPr bwMode="auto">
            <a:xfrm>
              <a:off x="6967538" y="4056086"/>
              <a:ext cx="846535" cy="846535"/>
              <a:chOff x="9216452" y="7221413"/>
              <a:chExt cx="998633" cy="998634"/>
            </a:xfrm>
          </p:grpSpPr>
          <p:sp>
            <p:nvSpPr>
              <p:cNvPr id="19" name="同心圆 18"/>
              <p:cNvSpPr/>
              <p:nvPr/>
            </p:nvSpPr>
            <p:spPr>
              <a:xfrm>
                <a:off x="9216452" y="7221413"/>
                <a:ext cx="998633" cy="998634"/>
              </a:xfrm>
              <a:prstGeom prst="donut">
                <a:avLst>
                  <a:gd name="adj" fmla="val 8808"/>
                </a:avLst>
              </a:prstGeom>
              <a:solidFill>
                <a:srgbClr val="5D6175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anchor="ctr"/>
              <a:lstStyle/>
              <a:p>
                <a:pPr algn="ctr" defTabSz="555429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1095" kern="0">
                  <a:solidFill>
                    <a:prstClr val="black"/>
                  </a:solidFill>
                </a:endParaRPr>
              </a:p>
            </p:txBody>
          </p:sp>
          <p:pic>
            <p:nvPicPr>
              <p:cNvPr id="20" name="图片 19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293373" y="7298335"/>
                <a:ext cx="844790" cy="844790"/>
              </a:xfrm>
              <a:prstGeom prst="ellipse">
                <a:avLst/>
              </a:prstGeom>
            </p:spPr>
          </p:pic>
        </p:grpSp>
        <p:sp>
          <p:nvSpPr>
            <p:cNvPr id="18" name="矩形 23"/>
            <p:cNvSpPr>
              <a:spLocks noChangeArrowheads="1"/>
            </p:cNvSpPr>
            <p:nvPr/>
          </p:nvSpPr>
          <p:spPr bwMode="auto">
            <a:xfrm>
              <a:off x="20243" y="4353745"/>
              <a:ext cx="3107856" cy="3450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defTabSz="555429"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/>
              </a:pPr>
              <a:r>
                <a:rPr lang="zh-CN" altLang="en-US" sz="1216" kern="0">
                  <a:solidFill>
                    <a:srgbClr val="F96551"/>
                  </a:solidFill>
                  <a:latin typeface="方正正黑简体" panose="02000000000000000000" pitchFamily="2" charset="-122"/>
                  <a:ea typeface="方正正黑简体" panose="02000000000000000000" pitchFamily="2" charset="-122"/>
                </a:rPr>
                <a:t>网易云课堂最受欢迎的付费职场课</a:t>
              </a:r>
            </a:p>
          </p:txBody>
        </p:sp>
      </p:grpSp>
      <p:sp>
        <p:nvSpPr>
          <p:cNvPr id="26" name="文本框 25"/>
          <p:cNvSpPr txBox="1"/>
          <p:nvPr/>
        </p:nvSpPr>
        <p:spPr>
          <a:xfrm>
            <a:off x="3500712" y="1387842"/>
            <a:ext cx="5190581" cy="23532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916" b="1" dirty="0">
                <a:solidFill>
                  <a:srgbClr val="E505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#</a:t>
            </a:r>
            <a:r>
              <a:rPr lang="zh-CN" altLang="en-US" sz="2916" b="1" dirty="0">
                <a:solidFill>
                  <a:srgbClr val="E505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和秋叶一起学</a:t>
            </a:r>
            <a:r>
              <a:rPr lang="en-US" altLang="zh-CN" sz="2916" b="1" dirty="0">
                <a:solidFill>
                  <a:srgbClr val="E505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PPT#</a:t>
            </a:r>
          </a:p>
          <a:p>
            <a:pPr algn="ctr">
              <a:spcBef>
                <a:spcPts val="2431"/>
              </a:spcBef>
            </a:pPr>
            <a:r>
              <a:rPr lang="zh-CN" altLang="en-US" sz="3564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学员寒假读书笔记</a:t>
            </a:r>
            <a:r>
              <a:rPr lang="en-US" altLang="zh-CN" sz="3564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096</a:t>
            </a:r>
            <a:r>
              <a:rPr lang="zh-CN" altLang="en-US" sz="3564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号</a:t>
            </a:r>
            <a:endParaRPr lang="en-US" altLang="zh-CN" sz="3564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spcBef>
                <a:spcPts val="2431"/>
              </a:spcBef>
            </a:pPr>
            <a:r>
              <a:rPr lang="zh-CN" altLang="en-US" sz="2268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你也想做？请马上</a:t>
            </a:r>
            <a:r>
              <a:rPr lang="en-US" altLang="zh-CN" sz="2268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</a:t>
            </a:r>
            <a:r>
              <a:rPr lang="zh-CN" altLang="en-US" sz="2268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时间卡片 约定</a:t>
            </a:r>
            <a:endParaRPr lang="en-US" altLang="zh-CN" sz="2268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1944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我们免费指导你做出好读书笔记</a:t>
            </a:r>
            <a:r>
              <a:rPr lang="en-US" altLang="zh-CN" sz="1944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944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！</a:t>
            </a:r>
          </a:p>
        </p:txBody>
      </p:sp>
    </p:spTree>
    <p:extLst>
      <p:ext uri="{BB962C8B-B14F-4D97-AF65-F5344CB8AC3E}">
        <p14:creationId xmlns:p14="http://schemas.microsoft.com/office/powerpoint/2010/main" val="23843302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4_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1661</TotalTime>
  <Words>462</Words>
  <Application>Microsoft Office PowerPoint</Application>
  <PresentationFormat>宽屏</PresentationFormat>
  <Paragraphs>58</Paragraphs>
  <Slides>13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13</vt:i4>
      </vt:variant>
    </vt:vector>
  </HeadingPairs>
  <TitlesOfParts>
    <vt:vector size="24" baseType="lpstr">
      <vt:lpstr>方正粗倩简体</vt:lpstr>
      <vt:lpstr>方正正黑简体</vt:lpstr>
      <vt:lpstr>方正正中黑简体</vt:lpstr>
      <vt:lpstr>宋体</vt:lpstr>
      <vt:lpstr>微软雅黑</vt:lpstr>
      <vt:lpstr>文鼎习字体</vt:lpstr>
      <vt:lpstr>Arial</vt:lpstr>
      <vt:lpstr>Calibri</vt:lpstr>
      <vt:lpstr>Calibri Light</vt:lpstr>
      <vt:lpstr>Office 主题</vt:lpstr>
      <vt:lpstr>4_Office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洪忠艺</dc:creator>
  <cp:lastModifiedBy>小巴</cp:lastModifiedBy>
  <cp:revision>35</cp:revision>
  <dcterms:created xsi:type="dcterms:W3CDTF">2014-04-27T14:33:32Z</dcterms:created>
  <dcterms:modified xsi:type="dcterms:W3CDTF">2014-05-02T08:22:12Z</dcterms:modified>
</cp:coreProperties>
</file>