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56" r:id="rId3"/>
    <p:sldId id="258" r:id="rId4"/>
    <p:sldId id="257" r:id="rId5"/>
    <p:sldId id="259" r:id="rId6"/>
    <p:sldId id="260" r:id="rId7"/>
    <p:sldId id="266" r:id="rId8"/>
    <p:sldId id="261" r:id="rId9"/>
    <p:sldId id="267" r:id="rId10"/>
    <p:sldId id="262" r:id="rId11"/>
    <p:sldId id="268" r:id="rId12"/>
    <p:sldId id="263" r:id="rId13"/>
    <p:sldId id="269" r:id="rId14"/>
    <p:sldId id="264" r:id="rId15"/>
    <p:sldId id="270" r:id="rId16"/>
    <p:sldId id="265" r:id="rId17"/>
    <p:sldId id="271" r:id="rId18"/>
    <p:sldId id="272" r:id="rId19"/>
    <p:sldId id="273" r:id="rId20"/>
  </p:sldIdLst>
  <p:sldSz cx="12192000" cy="6858000"/>
  <p:notesSz cx="6858000" cy="9144000"/>
  <p:custDataLst>
    <p:tags r:id="rId2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90604"/>
    <a:srgbClr val="EED415"/>
    <a:srgbClr val="B19E18"/>
    <a:srgbClr val="B3A01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581" autoAdjust="0"/>
    <p:restoredTop sz="94660"/>
  </p:normalViewPr>
  <p:slideViewPr>
    <p:cSldViewPr snapToGrid="0" showGuides="1">
      <p:cViewPr varScale="1">
        <p:scale>
          <a:sx n="74" d="100"/>
          <a:sy n="74" d="100"/>
        </p:scale>
        <p:origin x="306" y="6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tags" Target="tags/tag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E427C0-6C0A-4B5C-95F3-45982AA4F147}" type="datetimeFigureOut">
              <a:rPr lang="zh-CN" altLang="en-US" smtClean="0"/>
              <a:t>2014/8/22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42420-3C70-479A-9B4F-00F495B656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671165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E427C0-6C0A-4B5C-95F3-45982AA4F147}" type="datetimeFigureOut">
              <a:rPr lang="zh-CN" altLang="en-US" smtClean="0"/>
              <a:t>2014/8/22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42420-3C70-479A-9B4F-00F495B656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08867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E427C0-6C0A-4B5C-95F3-45982AA4F147}" type="datetimeFigureOut">
              <a:rPr lang="zh-CN" altLang="en-US" smtClean="0"/>
              <a:t>2014/8/22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42420-3C70-479A-9B4F-00F495B656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52277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E427C0-6C0A-4B5C-95F3-45982AA4F147}" type="datetimeFigureOut">
              <a:rPr lang="zh-CN" altLang="en-US" smtClean="0"/>
              <a:t>2014/8/22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42420-3C70-479A-9B4F-00F495B656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72779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E427C0-6C0A-4B5C-95F3-45982AA4F147}" type="datetimeFigureOut">
              <a:rPr lang="zh-CN" altLang="en-US" smtClean="0"/>
              <a:t>2014/8/22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42420-3C70-479A-9B4F-00F495B656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93516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E427C0-6C0A-4B5C-95F3-45982AA4F147}" type="datetimeFigureOut">
              <a:rPr lang="zh-CN" altLang="en-US" smtClean="0"/>
              <a:t>2014/8/22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42420-3C70-479A-9B4F-00F495B656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1319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E427C0-6C0A-4B5C-95F3-45982AA4F147}" type="datetimeFigureOut">
              <a:rPr lang="zh-CN" altLang="en-US" smtClean="0"/>
              <a:t>2014/8/22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42420-3C70-479A-9B4F-00F495B656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200471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E427C0-6C0A-4B5C-95F3-45982AA4F147}" type="datetimeFigureOut">
              <a:rPr lang="zh-CN" altLang="en-US" smtClean="0"/>
              <a:t>2014/8/22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42420-3C70-479A-9B4F-00F495B656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01414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E427C0-6C0A-4B5C-95F3-45982AA4F147}" type="datetimeFigureOut">
              <a:rPr lang="zh-CN" altLang="en-US" smtClean="0"/>
              <a:t>2014/8/22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42420-3C70-479A-9B4F-00F495B656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02195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E427C0-6C0A-4B5C-95F3-45982AA4F147}" type="datetimeFigureOut">
              <a:rPr lang="zh-CN" altLang="en-US" smtClean="0"/>
              <a:t>2014/8/22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42420-3C70-479A-9B4F-00F495B656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26132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E427C0-6C0A-4B5C-95F3-45982AA4F147}" type="datetimeFigureOut">
              <a:rPr lang="zh-CN" altLang="en-US" smtClean="0"/>
              <a:t>2014/8/22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42420-3C70-479A-9B4F-00F495B656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34918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1" y="2130430"/>
            <a:ext cx="103632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1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114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228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342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6457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0571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4685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880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2914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2014/8/22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81950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2014/8/22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65508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5" y="4406903"/>
            <a:ext cx="10363200" cy="1362076"/>
          </a:xfrm>
        </p:spPr>
        <p:txBody>
          <a:bodyPr anchor="t"/>
          <a:lstStyle>
            <a:lvl1pPr algn="l">
              <a:defRPr sz="36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5" y="2906713"/>
            <a:ext cx="10363200" cy="1500187"/>
          </a:xfrm>
        </p:spPr>
        <p:txBody>
          <a:bodyPr anchor="b"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11428" indent="0">
              <a:buNone/>
              <a:defRPr sz="1620">
                <a:solidFill>
                  <a:schemeClr val="tx1">
                    <a:tint val="75000"/>
                  </a:schemeClr>
                </a:solidFill>
              </a:defRPr>
            </a:lvl2pPr>
            <a:lvl3pPr marL="822858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3pPr>
            <a:lvl4pPr marL="1234286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4pPr>
            <a:lvl5pPr marL="1645714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5pPr>
            <a:lvl6pPr marL="2057143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6pPr>
            <a:lvl7pPr marL="2468572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7pPr>
            <a:lvl8pPr marL="288000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8pPr>
            <a:lvl9pPr marL="3291428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2014/8/22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0127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1" y="1600204"/>
            <a:ext cx="5384800" cy="4525963"/>
          </a:xfrm>
        </p:spPr>
        <p:txBody>
          <a:bodyPr/>
          <a:lstStyle>
            <a:lvl1pPr>
              <a:defRPr sz="2520"/>
            </a:lvl1pPr>
            <a:lvl2pPr>
              <a:defRPr sz="2160"/>
            </a:lvl2pPr>
            <a:lvl3pPr>
              <a:defRPr sz="1800"/>
            </a:lvl3pPr>
            <a:lvl4pPr>
              <a:defRPr sz="1620"/>
            </a:lvl4pPr>
            <a:lvl5pPr>
              <a:defRPr sz="1620"/>
            </a:lvl5pPr>
            <a:lvl6pPr>
              <a:defRPr sz="1620"/>
            </a:lvl6pPr>
            <a:lvl7pPr>
              <a:defRPr sz="1620"/>
            </a:lvl7pPr>
            <a:lvl8pPr>
              <a:defRPr sz="1620"/>
            </a:lvl8pPr>
            <a:lvl9pPr>
              <a:defRPr sz="162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4"/>
            <a:ext cx="5384800" cy="4525963"/>
          </a:xfrm>
        </p:spPr>
        <p:txBody>
          <a:bodyPr/>
          <a:lstStyle>
            <a:lvl1pPr>
              <a:defRPr sz="2520"/>
            </a:lvl1pPr>
            <a:lvl2pPr>
              <a:defRPr sz="2160"/>
            </a:lvl2pPr>
            <a:lvl3pPr>
              <a:defRPr sz="1800"/>
            </a:lvl3pPr>
            <a:lvl4pPr>
              <a:defRPr sz="1620"/>
            </a:lvl4pPr>
            <a:lvl5pPr>
              <a:defRPr sz="1620"/>
            </a:lvl5pPr>
            <a:lvl6pPr>
              <a:defRPr sz="1620"/>
            </a:lvl6pPr>
            <a:lvl7pPr>
              <a:defRPr sz="1620"/>
            </a:lvl7pPr>
            <a:lvl8pPr>
              <a:defRPr sz="1620"/>
            </a:lvl8pPr>
            <a:lvl9pPr>
              <a:defRPr sz="162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2014/8/22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30473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2160" b="1"/>
            </a:lvl1pPr>
            <a:lvl2pPr marL="411428" indent="0">
              <a:buNone/>
              <a:defRPr sz="1800" b="1"/>
            </a:lvl2pPr>
            <a:lvl3pPr marL="822858" indent="0">
              <a:buNone/>
              <a:defRPr sz="1620" b="1"/>
            </a:lvl3pPr>
            <a:lvl4pPr marL="1234286" indent="0">
              <a:buNone/>
              <a:defRPr sz="1440" b="1"/>
            </a:lvl4pPr>
            <a:lvl5pPr marL="1645714" indent="0">
              <a:buNone/>
              <a:defRPr sz="1440" b="1"/>
            </a:lvl5pPr>
            <a:lvl6pPr marL="2057143" indent="0">
              <a:buNone/>
              <a:defRPr sz="1440" b="1"/>
            </a:lvl6pPr>
            <a:lvl7pPr marL="2468572" indent="0">
              <a:buNone/>
              <a:defRPr sz="1440" b="1"/>
            </a:lvl7pPr>
            <a:lvl8pPr marL="2880000" indent="0">
              <a:buNone/>
              <a:defRPr sz="1440" b="1"/>
            </a:lvl8pPr>
            <a:lvl9pPr marL="3291428" indent="0">
              <a:buNone/>
              <a:defRPr sz="144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160"/>
            </a:lvl1pPr>
            <a:lvl2pPr>
              <a:defRPr sz="1800"/>
            </a:lvl2pPr>
            <a:lvl3pPr>
              <a:defRPr sz="1620"/>
            </a:lvl3pPr>
            <a:lvl4pPr>
              <a:defRPr sz="1440"/>
            </a:lvl4pPr>
            <a:lvl5pPr>
              <a:defRPr sz="1440"/>
            </a:lvl5pPr>
            <a:lvl6pPr>
              <a:defRPr sz="1440"/>
            </a:lvl6pPr>
            <a:lvl7pPr>
              <a:defRPr sz="1440"/>
            </a:lvl7pPr>
            <a:lvl8pPr>
              <a:defRPr sz="1440"/>
            </a:lvl8pPr>
            <a:lvl9pPr>
              <a:defRPr sz="144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70" y="1535113"/>
            <a:ext cx="5389033" cy="639763"/>
          </a:xfrm>
        </p:spPr>
        <p:txBody>
          <a:bodyPr anchor="b"/>
          <a:lstStyle>
            <a:lvl1pPr marL="0" indent="0">
              <a:buNone/>
              <a:defRPr sz="2160" b="1"/>
            </a:lvl1pPr>
            <a:lvl2pPr marL="411428" indent="0">
              <a:buNone/>
              <a:defRPr sz="1800" b="1"/>
            </a:lvl2pPr>
            <a:lvl3pPr marL="822858" indent="0">
              <a:buNone/>
              <a:defRPr sz="1620" b="1"/>
            </a:lvl3pPr>
            <a:lvl4pPr marL="1234286" indent="0">
              <a:buNone/>
              <a:defRPr sz="1440" b="1"/>
            </a:lvl4pPr>
            <a:lvl5pPr marL="1645714" indent="0">
              <a:buNone/>
              <a:defRPr sz="1440" b="1"/>
            </a:lvl5pPr>
            <a:lvl6pPr marL="2057143" indent="0">
              <a:buNone/>
              <a:defRPr sz="1440" b="1"/>
            </a:lvl6pPr>
            <a:lvl7pPr marL="2468572" indent="0">
              <a:buNone/>
              <a:defRPr sz="1440" b="1"/>
            </a:lvl7pPr>
            <a:lvl8pPr marL="2880000" indent="0">
              <a:buNone/>
              <a:defRPr sz="1440" b="1"/>
            </a:lvl8pPr>
            <a:lvl9pPr marL="3291428" indent="0">
              <a:buNone/>
              <a:defRPr sz="144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70" y="2174875"/>
            <a:ext cx="5389033" cy="3951288"/>
          </a:xfrm>
        </p:spPr>
        <p:txBody>
          <a:bodyPr/>
          <a:lstStyle>
            <a:lvl1pPr>
              <a:defRPr sz="2160"/>
            </a:lvl1pPr>
            <a:lvl2pPr>
              <a:defRPr sz="1800"/>
            </a:lvl2pPr>
            <a:lvl3pPr>
              <a:defRPr sz="1620"/>
            </a:lvl3pPr>
            <a:lvl4pPr>
              <a:defRPr sz="1440"/>
            </a:lvl4pPr>
            <a:lvl5pPr>
              <a:defRPr sz="1440"/>
            </a:lvl5pPr>
            <a:lvl6pPr>
              <a:defRPr sz="1440"/>
            </a:lvl6pPr>
            <a:lvl7pPr>
              <a:defRPr sz="1440"/>
            </a:lvl7pPr>
            <a:lvl8pPr>
              <a:defRPr sz="1440"/>
            </a:lvl8pPr>
            <a:lvl9pPr>
              <a:defRPr sz="144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2014/8/22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89428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2014/8/22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739918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2014/8/22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536137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3" y="273051"/>
            <a:ext cx="4011084" cy="1162051"/>
          </a:xfrm>
        </p:spPr>
        <p:txBody>
          <a:bodyPr anchor="b"/>
          <a:lstStyle>
            <a:lvl1pPr algn="l">
              <a:defRPr sz="18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5" y="273056"/>
            <a:ext cx="6815667" cy="5853113"/>
          </a:xfrm>
        </p:spPr>
        <p:txBody>
          <a:bodyPr/>
          <a:lstStyle>
            <a:lvl1pPr>
              <a:defRPr sz="2880"/>
            </a:lvl1pPr>
            <a:lvl2pPr>
              <a:defRPr sz="2520"/>
            </a:lvl2pPr>
            <a:lvl3pPr>
              <a:defRPr sz="216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3" y="1435104"/>
            <a:ext cx="4011084" cy="4691063"/>
          </a:xfrm>
        </p:spPr>
        <p:txBody>
          <a:bodyPr/>
          <a:lstStyle>
            <a:lvl1pPr marL="0" indent="0">
              <a:buNone/>
              <a:defRPr sz="1260"/>
            </a:lvl1pPr>
            <a:lvl2pPr marL="411428" indent="0">
              <a:buNone/>
              <a:defRPr sz="1080"/>
            </a:lvl2pPr>
            <a:lvl3pPr marL="822858" indent="0">
              <a:buNone/>
              <a:defRPr sz="900"/>
            </a:lvl3pPr>
            <a:lvl4pPr marL="1234286" indent="0">
              <a:buNone/>
              <a:defRPr sz="811"/>
            </a:lvl4pPr>
            <a:lvl5pPr marL="1645714" indent="0">
              <a:buNone/>
              <a:defRPr sz="811"/>
            </a:lvl5pPr>
            <a:lvl6pPr marL="2057143" indent="0">
              <a:buNone/>
              <a:defRPr sz="811"/>
            </a:lvl6pPr>
            <a:lvl7pPr marL="2468572" indent="0">
              <a:buNone/>
              <a:defRPr sz="811"/>
            </a:lvl7pPr>
            <a:lvl8pPr marL="2880000" indent="0">
              <a:buNone/>
              <a:defRPr sz="811"/>
            </a:lvl8pPr>
            <a:lvl9pPr marL="3291428" indent="0">
              <a:buNone/>
              <a:defRPr sz="81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2014/8/22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005649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9"/>
          </a:xfrm>
        </p:spPr>
        <p:txBody>
          <a:bodyPr anchor="b"/>
          <a:lstStyle>
            <a:lvl1pPr algn="l">
              <a:defRPr sz="18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2880"/>
            </a:lvl1pPr>
            <a:lvl2pPr marL="411428" indent="0">
              <a:buNone/>
              <a:defRPr sz="2520"/>
            </a:lvl2pPr>
            <a:lvl3pPr marL="822858" indent="0">
              <a:buNone/>
              <a:defRPr sz="2160"/>
            </a:lvl3pPr>
            <a:lvl4pPr marL="1234286" indent="0">
              <a:buNone/>
              <a:defRPr sz="1800"/>
            </a:lvl4pPr>
            <a:lvl5pPr marL="1645714" indent="0">
              <a:buNone/>
              <a:defRPr sz="1800"/>
            </a:lvl5pPr>
            <a:lvl6pPr marL="2057143" indent="0">
              <a:buNone/>
              <a:defRPr sz="1800"/>
            </a:lvl6pPr>
            <a:lvl7pPr marL="2468572" indent="0">
              <a:buNone/>
              <a:defRPr sz="1800"/>
            </a:lvl7pPr>
            <a:lvl8pPr marL="2880000" indent="0">
              <a:buNone/>
              <a:defRPr sz="1800"/>
            </a:lvl8pPr>
            <a:lvl9pPr marL="3291428" indent="0">
              <a:buNone/>
              <a:defRPr sz="18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3"/>
          </a:xfrm>
        </p:spPr>
        <p:txBody>
          <a:bodyPr/>
          <a:lstStyle>
            <a:lvl1pPr marL="0" indent="0">
              <a:buNone/>
              <a:defRPr sz="1260"/>
            </a:lvl1pPr>
            <a:lvl2pPr marL="411428" indent="0">
              <a:buNone/>
              <a:defRPr sz="1080"/>
            </a:lvl2pPr>
            <a:lvl3pPr marL="822858" indent="0">
              <a:buNone/>
              <a:defRPr sz="900"/>
            </a:lvl3pPr>
            <a:lvl4pPr marL="1234286" indent="0">
              <a:buNone/>
              <a:defRPr sz="811"/>
            </a:lvl4pPr>
            <a:lvl5pPr marL="1645714" indent="0">
              <a:buNone/>
              <a:defRPr sz="811"/>
            </a:lvl5pPr>
            <a:lvl6pPr marL="2057143" indent="0">
              <a:buNone/>
              <a:defRPr sz="811"/>
            </a:lvl6pPr>
            <a:lvl7pPr marL="2468572" indent="0">
              <a:buNone/>
              <a:defRPr sz="811"/>
            </a:lvl7pPr>
            <a:lvl8pPr marL="2880000" indent="0">
              <a:buNone/>
              <a:defRPr sz="811"/>
            </a:lvl8pPr>
            <a:lvl9pPr marL="3291428" indent="0">
              <a:buNone/>
              <a:defRPr sz="81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2014/8/22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590358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2014/8/22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184241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43"/>
            <a:ext cx="27432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1" y="274643"/>
            <a:ext cx="80264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2014/8/22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40163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tile tx="0" ty="0" sx="100000" sy="100000" flip="none" algn="ctr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E427C0-6C0A-4B5C-95F3-45982AA4F147}" type="datetimeFigureOut">
              <a:rPr lang="zh-CN" altLang="en-US" smtClean="0"/>
              <a:t>2014/8/22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C42420-3C70-479A-9B4F-00F495B656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20966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0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601" y="2746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1" y="1600204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1" y="6356356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2014/8/22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1" y="6356356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1" y="6356356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47186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822858" rtl="0" eaLnBrk="1" latinLnBrk="0" hangingPunct="1">
        <a:spcBef>
          <a:spcPct val="0"/>
        </a:spcBef>
        <a:buNone/>
        <a:defRPr sz="39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8571" indent="-308571" algn="l" defTabSz="822858" rtl="0" eaLnBrk="1" latinLnBrk="0" hangingPunct="1">
        <a:spcBef>
          <a:spcPct val="20000"/>
        </a:spcBef>
        <a:buFont typeface="Arial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1pPr>
      <a:lvl2pPr marL="668573" indent="-257144" algn="l" defTabSz="822858" rtl="0" eaLnBrk="1" latinLnBrk="0" hangingPunct="1">
        <a:spcBef>
          <a:spcPct val="20000"/>
        </a:spcBef>
        <a:buFont typeface="Arial" pitchFamily="34" charset="0"/>
        <a:buChar char="–"/>
        <a:defRPr sz="2520" kern="1200">
          <a:solidFill>
            <a:schemeClr val="tx1"/>
          </a:solidFill>
          <a:latin typeface="+mn-lt"/>
          <a:ea typeface="+mn-ea"/>
          <a:cs typeface="+mn-cs"/>
        </a:defRPr>
      </a:lvl2pPr>
      <a:lvl3pPr marL="1028572" indent="-205714" algn="l" defTabSz="822858" rtl="0" eaLnBrk="1" latinLnBrk="0" hangingPunct="1">
        <a:spcBef>
          <a:spcPct val="20000"/>
        </a:spcBef>
        <a:buFont typeface="Arial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440000" indent="-205714" algn="l" defTabSz="822858" rtl="0" eaLnBrk="1" latinLnBrk="0" hangingPunct="1">
        <a:spcBef>
          <a:spcPct val="20000"/>
        </a:spcBef>
        <a:buFont typeface="Arial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51428" indent="-205714" algn="l" defTabSz="822858" rtl="0" eaLnBrk="1" latinLnBrk="0" hangingPunct="1">
        <a:spcBef>
          <a:spcPct val="20000"/>
        </a:spcBef>
        <a:buFont typeface="Arial" pitchFamily="34" charset="0"/>
        <a:buChar char="»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62858" indent="-205714" algn="l" defTabSz="822858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674286" indent="-205714" algn="l" defTabSz="822858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085714" indent="-205714" algn="l" defTabSz="822858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497143" indent="-205714" algn="l" defTabSz="822858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822858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1pPr>
      <a:lvl2pPr marL="411428" algn="l" defTabSz="822858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2pPr>
      <a:lvl3pPr marL="822858" algn="l" defTabSz="822858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3pPr>
      <a:lvl4pPr marL="1234286" algn="l" defTabSz="822858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4pPr>
      <a:lvl5pPr marL="1645714" algn="l" defTabSz="822858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5pPr>
      <a:lvl6pPr marL="2057143" algn="l" defTabSz="822858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6pPr>
      <a:lvl7pPr marL="2468572" algn="l" defTabSz="822858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7pPr>
      <a:lvl8pPr marL="2880000" algn="l" defTabSz="822858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8pPr>
      <a:lvl9pPr marL="3291428" algn="l" defTabSz="822858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2163650" y="2198330"/>
            <a:ext cx="7864699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000" b="1" dirty="0" smtClean="0">
                <a:solidFill>
                  <a:schemeClr val="bg1"/>
                </a:solidFill>
                <a:latin typeface="SNOWREN建刚体" panose="02010604000101010101" pitchFamily="2" charset="-122"/>
                <a:ea typeface="SNOWREN建刚体" panose="02010604000101010101" pitchFamily="2" charset="-122"/>
              </a:rPr>
              <a:t>每个人都会死，</a:t>
            </a:r>
            <a:endParaRPr lang="en-US" altLang="zh-CN" sz="6000" b="1" dirty="0" smtClean="0">
              <a:solidFill>
                <a:schemeClr val="bg1"/>
              </a:solidFill>
              <a:latin typeface="SNOWREN建刚体" panose="02010604000101010101" pitchFamily="2" charset="-122"/>
              <a:ea typeface="SNOWREN建刚体" panose="02010604000101010101" pitchFamily="2" charset="-122"/>
            </a:endParaRPr>
          </a:p>
          <a:p>
            <a:r>
              <a:rPr lang="zh-CN" altLang="en-US" sz="4400" b="1" dirty="0" smtClean="0">
                <a:solidFill>
                  <a:schemeClr val="bg1"/>
                </a:solidFill>
                <a:latin typeface="SNOWREN建刚体" panose="02010604000101010101" pitchFamily="2" charset="-122"/>
                <a:ea typeface="SNOWREN建刚体" panose="02010604000101010101" pitchFamily="2" charset="-122"/>
              </a:rPr>
              <a:t>         但我总以为自己不会</a:t>
            </a:r>
            <a:endParaRPr lang="zh-CN" altLang="en-US" sz="4400" b="1" dirty="0">
              <a:solidFill>
                <a:schemeClr val="bg1"/>
              </a:solidFill>
              <a:latin typeface="SNOWREN建刚体" panose="02010604000101010101" pitchFamily="2" charset="-122"/>
              <a:ea typeface="SNOWREN建刚体" panose="02010604000101010101" pitchFamily="2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821250" y="5719619"/>
            <a:ext cx="736027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chemeClr val="bg1"/>
                </a:solidFill>
                <a:latin typeface="造字工房悦黑体验版常规体" pitchFamily="50" charset="-122"/>
                <a:ea typeface="造字工房悦黑体验版常规体" pitchFamily="50" charset="-122"/>
              </a:rPr>
              <a:t>【</a:t>
            </a:r>
            <a:r>
              <a:rPr lang="zh-CN" altLang="en-US" sz="2400" dirty="0">
                <a:solidFill>
                  <a:schemeClr val="bg1"/>
                </a:solidFill>
                <a:latin typeface="造字工房悦黑体验版常规体" pitchFamily="50" charset="-122"/>
                <a:ea typeface="造字工房悦黑体验版常规体" pitchFamily="50" charset="-122"/>
              </a:rPr>
              <a:t>美</a:t>
            </a:r>
            <a:r>
              <a:rPr lang="en-US" altLang="zh-CN" sz="2400" dirty="0">
                <a:solidFill>
                  <a:schemeClr val="bg1"/>
                </a:solidFill>
                <a:latin typeface="造字工房悦黑体验版常规体" pitchFamily="50" charset="-122"/>
                <a:ea typeface="造字工房悦黑体验版常规体" pitchFamily="50" charset="-122"/>
              </a:rPr>
              <a:t>】Thomas </a:t>
            </a:r>
            <a:r>
              <a:rPr lang="en-US" altLang="zh-CN" sz="2400" dirty="0" err="1">
                <a:solidFill>
                  <a:schemeClr val="bg1"/>
                </a:solidFill>
                <a:latin typeface="造字工房悦黑体验版常规体" pitchFamily="50" charset="-122"/>
                <a:ea typeface="造字工房悦黑体验版常规体" pitchFamily="50" charset="-122"/>
              </a:rPr>
              <a:t>Cathcart</a:t>
            </a:r>
            <a:r>
              <a:rPr lang="en-US" altLang="zh-CN" sz="2400" dirty="0">
                <a:solidFill>
                  <a:schemeClr val="bg1"/>
                </a:solidFill>
                <a:latin typeface="造字工房悦黑体验版常规体" pitchFamily="50" charset="-122"/>
                <a:ea typeface="造字工房悦黑体验版常规体" pitchFamily="50" charset="-122"/>
              </a:rPr>
              <a:t> </a:t>
            </a:r>
            <a:r>
              <a:rPr lang="en-US" altLang="zh-CN" sz="2400" dirty="0" smtClean="0">
                <a:solidFill>
                  <a:schemeClr val="bg1"/>
                </a:solidFill>
                <a:latin typeface="造字工房悦黑体验版常规体" pitchFamily="50" charset="-122"/>
                <a:ea typeface="造字工房悦黑体验版常规体" pitchFamily="50" charset="-122"/>
              </a:rPr>
              <a:t>Daniel </a:t>
            </a:r>
            <a:r>
              <a:rPr lang="en-US" altLang="zh-CN" sz="2400" dirty="0">
                <a:solidFill>
                  <a:schemeClr val="bg1"/>
                </a:solidFill>
                <a:latin typeface="造字工房悦黑体验版常规体" pitchFamily="50" charset="-122"/>
                <a:ea typeface="造字工房悦黑体验版常规体" pitchFamily="50" charset="-122"/>
              </a:rPr>
              <a:t>Klein </a:t>
            </a:r>
            <a:r>
              <a:rPr lang="en-US" altLang="zh-CN" sz="2400" dirty="0" smtClean="0">
                <a:solidFill>
                  <a:schemeClr val="bg1"/>
                </a:solidFill>
                <a:latin typeface="造字工房悦黑体验版常规体" pitchFamily="50" charset="-122"/>
                <a:ea typeface="造字工房悦黑体验版常规体" pitchFamily="50" charset="-122"/>
              </a:rPr>
              <a:t> </a:t>
            </a:r>
            <a:r>
              <a:rPr lang="zh-CN" altLang="en-US" sz="2400" dirty="0" smtClean="0">
                <a:solidFill>
                  <a:schemeClr val="bg1"/>
                </a:solidFill>
                <a:latin typeface="造字工房悦黑体验版常规体" pitchFamily="50" charset="-122"/>
                <a:ea typeface="造字工房悦黑体验版常规体" pitchFamily="50" charset="-122"/>
              </a:rPr>
              <a:t>著作</a:t>
            </a:r>
            <a:endParaRPr lang="en-US" altLang="zh-CN" sz="2400" dirty="0" smtClean="0">
              <a:solidFill>
                <a:schemeClr val="bg1"/>
              </a:solidFill>
              <a:latin typeface="造字工房悦黑体验版常规体" pitchFamily="50" charset="-122"/>
              <a:ea typeface="造字工房悦黑体验版常规体" pitchFamily="50" charset="-122"/>
            </a:endParaRPr>
          </a:p>
          <a:p>
            <a:r>
              <a:rPr lang="en-US" altLang="zh-CN" sz="2400" dirty="0" smtClean="0">
                <a:solidFill>
                  <a:schemeClr val="bg1"/>
                </a:solidFill>
                <a:latin typeface="造字工房悦黑体验版常规体" pitchFamily="50" charset="-122"/>
                <a:ea typeface="造字工房悦黑体验版常规体" pitchFamily="50" charset="-122"/>
              </a:rPr>
              <a:t>【</a:t>
            </a:r>
            <a:r>
              <a:rPr lang="zh-CN" altLang="en-US" sz="2400" dirty="0" smtClean="0">
                <a:solidFill>
                  <a:schemeClr val="bg1"/>
                </a:solidFill>
                <a:latin typeface="造字工房悦黑体验版常规体" pitchFamily="50" charset="-122"/>
                <a:ea typeface="造字工房悦黑体验版常规体" pitchFamily="50" charset="-122"/>
              </a:rPr>
              <a:t>中</a:t>
            </a:r>
            <a:r>
              <a:rPr lang="en-US" altLang="zh-CN" sz="2400" dirty="0" smtClean="0">
                <a:solidFill>
                  <a:schemeClr val="bg1"/>
                </a:solidFill>
                <a:latin typeface="造字工房悦黑体验版常规体" pitchFamily="50" charset="-122"/>
                <a:ea typeface="造字工房悦黑体验版常规体" pitchFamily="50" charset="-122"/>
              </a:rPr>
              <a:t>】 </a:t>
            </a:r>
            <a:r>
              <a:rPr lang="zh-CN" altLang="en-US" sz="2400" dirty="0" smtClean="0">
                <a:solidFill>
                  <a:schemeClr val="bg1"/>
                </a:solidFill>
                <a:latin typeface="造字工房悦黑体验版常规体" pitchFamily="50" charset="-122"/>
                <a:ea typeface="造字工房悦黑体验版常规体" pitchFamily="50" charset="-122"/>
              </a:rPr>
              <a:t>胡燕娟 译</a:t>
            </a:r>
            <a:r>
              <a:rPr lang="en-US" altLang="zh-CN" sz="2400" dirty="0">
                <a:solidFill>
                  <a:schemeClr val="bg1"/>
                </a:solidFill>
                <a:latin typeface="造字工房悦黑体验版常规体" pitchFamily="50" charset="-122"/>
                <a:ea typeface="造字工房悦黑体验版常规体" pitchFamily="50" charset="-122"/>
              </a:rPr>
              <a:t> </a:t>
            </a:r>
            <a:r>
              <a:rPr lang="en-US" altLang="zh-CN" sz="2400" dirty="0" smtClean="0">
                <a:solidFill>
                  <a:schemeClr val="bg1"/>
                </a:solidFill>
                <a:latin typeface="造字工房悦黑体验版常规体" pitchFamily="50" charset="-122"/>
                <a:ea typeface="造字工房悦黑体验版常规体" pitchFamily="50" charset="-122"/>
              </a:rPr>
              <a:t>          Dandoliya   </a:t>
            </a:r>
            <a:r>
              <a:rPr lang="zh-CN" altLang="en-US" sz="2400" dirty="0" smtClean="0">
                <a:solidFill>
                  <a:schemeClr val="bg1"/>
                </a:solidFill>
                <a:latin typeface="造字工房悦黑体验版常规体" pitchFamily="50" charset="-122"/>
                <a:ea typeface="造字工房悦黑体验版常规体" pitchFamily="50" charset="-122"/>
              </a:rPr>
              <a:t>  笔记</a:t>
            </a:r>
            <a:r>
              <a:rPr lang="en-US" altLang="zh-CN" sz="2400" dirty="0" smtClean="0">
                <a:solidFill>
                  <a:schemeClr val="bg1"/>
                </a:solidFill>
                <a:latin typeface="造字工房悦黑体验版常规体" pitchFamily="50" charset="-122"/>
                <a:ea typeface="造字工房悦黑体验版常规体" pitchFamily="50" charset="-122"/>
              </a:rPr>
              <a:t> </a:t>
            </a:r>
            <a:endParaRPr lang="en-US" altLang="zh-CN" sz="2400" dirty="0">
              <a:solidFill>
                <a:schemeClr val="bg1"/>
              </a:solidFill>
              <a:latin typeface="造字工房悦黑体验版常规体" pitchFamily="50" charset="-122"/>
              <a:ea typeface="造字工房悦黑体验版常规体" pitchFamily="50" charset="-122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799850" y="961158"/>
            <a:ext cx="2407584" cy="1030110"/>
            <a:chOff x="898300" y="1017428"/>
            <a:chExt cx="3882981" cy="1661375"/>
          </a:xfrm>
        </p:grpSpPr>
        <p:sp>
          <p:nvSpPr>
            <p:cNvPr id="5" name="椭圆 4"/>
            <p:cNvSpPr/>
            <p:nvPr/>
          </p:nvSpPr>
          <p:spPr>
            <a:xfrm>
              <a:off x="898300" y="1017428"/>
              <a:ext cx="1661375" cy="1661375"/>
            </a:xfrm>
            <a:prstGeom prst="ellipse">
              <a:avLst/>
            </a:prstGeom>
            <a:solidFill>
              <a:srgbClr val="EED415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椭圆 5"/>
            <p:cNvSpPr/>
            <p:nvPr/>
          </p:nvSpPr>
          <p:spPr>
            <a:xfrm>
              <a:off x="2009103" y="1017428"/>
              <a:ext cx="1661375" cy="1661375"/>
            </a:xfrm>
            <a:prstGeom prst="ellipse">
              <a:avLst/>
            </a:prstGeom>
            <a:solidFill>
              <a:srgbClr val="EED415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椭圆 6"/>
            <p:cNvSpPr/>
            <p:nvPr/>
          </p:nvSpPr>
          <p:spPr>
            <a:xfrm>
              <a:off x="3119906" y="1017428"/>
              <a:ext cx="1661375" cy="1661375"/>
            </a:xfrm>
            <a:prstGeom prst="ellipse">
              <a:avLst/>
            </a:prstGeom>
            <a:solidFill>
              <a:srgbClr val="EED415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9027106" y="4098163"/>
            <a:ext cx="2407584" cy="1030110"/>
            <a:chOff x="898300" y="1017428"/>
            <a:chExt cx="3882981" cy="1661375"/>
          </a:xfrm>
        </p:grpSpPr>
        <p:sp>
          <p:nvSpPr>
            <p:cNvPr id="14" name="椭圆 13"/>
            <p:cNvSpPr/>
            <p:nvPr/>
          </p:nvSpPr>
          <p:spPr>
            <a:xfrm>
              <a:off x="898300" y="1017428"/>
              <a:ext cx="1661375" cy="1661375"/>
            </a:xfrm>
            <a:prstGeom prst="ellipse">
              <a:avLst/>
            </a:prstGeom>
            <a:solidFill>
              <a:srgbClr val="EED415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椭圆 14"/>
            <p:cNvSpPr/>
            <p:nvPr/>
          </p:nvSpPr>
          <p:spPr>
            <a:xfrm>
              <a:off x="2009103" y="1017428"/>
              <a:ext cx="1661375" cy="1661375"/>
            </a:xfrm>
            <a:prstGeom prst="ellipse">
              <a:avLst/>
            </a:prstGeom>
            <a:solidFill>
              <a:srgbClr val="EED415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/>
            <p:cNvSpPr/>
            <p:nvPr/>
          </p:nvSpPr>
          <p:spPr>
            <a:xfrm>
              <a:off x="3119906" y="1017428"/>
              <a:ext cx="1661375" cy="1661375"/>
            </a:xfrm>
            <a:prstGeom prst="ellipse">
              <a:avLst/>
            </a:prstGeom>
            <a:solidFill>
              <a:srgbClr val="EED415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19" name="直接连接符 18"/>
          <p:cNvCxnSpPr/>
          <p:nvPr/>
        </p:nvCxnSpPr>
        <p:spPr>
          <a:xfrm>
            <a:off x="2210305" y="4640368"/>
            <a:ext cx="6816801" cy="0"/>
          </a:xfrm>
          <a:prstGeom prst="line">
            <a:avLst/>
          </a:prstGeom>
          <a:ln>
            <a:solidFill>
              <a:srgbClr val="B19E18"/>
            </a:solidFill>
            <a:prstDash val="lgDashDot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>
          <a:xfrm>
            <a:off x="3207434" y="1476213"/>
            <a:ext cx="6816801" cy="0"/>
          </a:xfrm>
          <a:prstGeom prst="line">
            <a:avLst/>
          </a:prstGeom>
          <a:ln>
            <a:solidFill>
              <a:srgbClr val="B3A01A"/>
            </a:solidFill>
            <a:prstDash val="lgDashDot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73420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12192000" cy="1024983"/>
          </a:xfrm>
          <a:prstGeom prst="rect">
            <a:avLst/>
          </a:prstGeom>
          <a:solidFill>
            <a:srgbClr val="EED41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384" y="675518"/>
            <a:ext cx="3802956" cy="5506963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  <p:grpSp>
        <p:nvGrpSpPr>
          <p:cNvPr id="9" name="组合 8"/>
          <p:cNvGrpSpPr/>
          <p:nvPr/>
        </p:nvGrpSpPr>
        <p:grpSpPr>
          <a:xfrm>
            <a:off x="4574532" y="970806"/>
            <a:ext cx="7360276" cy="3799314"/>
            <a:chOff x="4574532" y="1382286"/>
            <a:chExt cx="7360276" cy="3799314"/>
          </a:xfrm>
        </p:grpSpPr>
        <p:sp>
          <p:nvSpPr>
            <p:cNvPr id="3" name="文本框 2"/>
            <p:cNvSpPr txBox="1"/>
            <p:nvPr/>
          </p:nvSpPr>
          <p:spPr>
            <a:xfrm>
              <a:off x="4574532" y="1382286"/>
              <a:ext cx="7360276" cy="37240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 smtClean="0">
                  <a:solidFill>
                    <a:schemeClr val="bg1"/>
                  </a:solidFill>
                  <a:latin typeface="造字工房悦黑体验版常规体" pitchFamily="50" charset="-122"/>
                  <a:ea typeface="造字工房悦黑体验版常规体" pitchFamily="50" charset="-122"/>
                </a:rPr>
                <a:t>这本书的</a:t>
              </a:r>
              <a:r>
                <a:rPr lang="zh-CN" altLang="en-US" sz="6000" b="1" dirty="0">
                  <a:solidFill>
                    <a:srgbClr val="EED415"/>
                  </a:solidFill>
                  <a:latin typeface="SNOWREN建刚体" panose="02010604000101010101" pitchFamily="2" charset="-122"/>
                  <a:ea typeface="SNOWREN建刚体" panose="02010604000101010101" pitchFamily="2" charset="-122"/>
                </a:rPr>
                <a:t>奇葩</a:t>
              </a:r>
              <a:r>
                <a:rPr lang="zh-CN" altLang="en-US" sz="2400" dirty="0" smtClean="0">
                  <a:solidFill>
                    <a:schemeClr val="bg1"/>
                  </a:solidFill>
                  <a:latin typeface="造字工房悦黑体验版常规体" pitchFamily="50" charset="-122"/>
                  <a:ea typeface="造字工房悦黑体验版常规体" pitchFamily="50" charset="-122"/>
                </a:rPr>
                <a:t>之处：</a:t>
              </a:r>
              <a:endParaRPr lang="en-US" altLang="zh-CN" sz="2400" dirty="0" smtClean="0">
                <a:solidFill>
                  <a:schemeClr val="bg1"/>
                </a:solidFill>
                <a:latin typeface="造字工房悦黑体验版常规体" pitchFamily="50" charset="-122"/>
                <a:ea typeface="造字工房悦黑体验版常规体" pitchFamily="50" charset="-122"/>
              </a:endParaRPr>
            </a:p>
            <a:p>
              <a:pPr marL="342900" indent="342900">
                <a:buFont typeface="Wingdings" panose="05000000000000000000" pitchFamily="2" charset="2"/>
                <a:buChar char="n"/>
              </a:pPr>
              <a:r>
                <a:rPr lang="zh-CN" altLang="en-US" sz="2400" dirty="0" smtClean="0">
                  <a:solidFill>
                    <a:schemeClr val="bg1"/>
                  </a:solidFill>
                  <a:latin typeface="造字工房悦黑体验版常规体" pitchFamily="50" charset="-122"/>
                  <a:ea typeface="造字工房悦黑体验版常规体" pitchFamily="50" charset="-122"/>
                </a:rPr>
                <a:t>这是本哲学书，用</a:t>
              </a:r>
              <a:r>
                <a:rPr lang="zh-CN" altLang="en-US" sz="4400" b="1" dirty="0">
                  <a:solidFill>
                    <a:srgbClr val="EED415"/>
                  </a:solidFill>
                  <a:latin typeface="SNOWREN建刚体" panose="02010604000101010101" pitchFamily="2" charset="-122"/>
                  <a:ea typeface="SNOWREN建刚体" panose="02010604000101010101" pitchFamily="2" charset="-122"/>
                </a:rPr>
                <a:t>死亡</a:t>
              </a:r>
              <a:r>
                <a:rPr lang="zh-CN" altLang="en-US" sz="2400" dirty="0" smtClean="0">
                  <a:solidFill>
                    <a:schemeClr val="bg1"/>
                  </a:solidFill>
                  <a:latin typeface="造字工房悦黑体验版常规体" pitchFamily="50" charset="-122"/>
                  <a:ea typeface="造字工房悦黑体验版常规体" pitchFamily="50" charset="-122"/>
                </a:rPr>
                <a:t>作为线索</a:t>
              </a:r>
              <a:endParaRPr lang="en-US" altLang="zh-CN" sz="2400" dirty="0" smtClean="0">
                <a:solidFill>
                  <a:schemeClr val="bg1"/>
                </a:solidFill>
                <a:latin typeface="造字工房悦黑体验版常规体" pitchFamily="50" charset="-122"/>
                <a:ea typeface="造字工房悦黑体验版常规体" pitchFamily="50" charset="-122"/>
              </a:endParaRPr>
            </a:p>
            <a:p>
              <a:pPr marL="342900" indent="342900">
                <a:buFont typeface="Wingdings" panose="05000000000000000000" pitchFamily="2" charset="2"/>
                <a:buChar char="n"/>
              </a:pPr>
              <a:r>
                <a:rPr lang="zh-CN" altLang="en-US" sz="2400" dirty="0" smtClean="0">
                  <a:solidFill>
                    <a:schemeClr val="bg1"/>
                  </a:solidFill>
                  <a:latin typeface="造字工房悦黑体验版常规体" pitchFamily="50" charset="-122"/>
                  <a:ea typeface="造字工房悦黑体验版常规体" pitchFamily="50" charset="-122"/>
                </a:rPr>
                <a:t>大量</a:t>
              </a:r>
              <a:r>
                <a:rPr lang="en-US" altLang="zh-CN" sz="2400" dirty="0" smtClean="0">
                  <a:solidFill>
                    <a:schemeClr val="bg1"/>
                  </a:solidFill>
                  <a:latin typeface="造字工房悦黑体验版常规体" pitchFamily="50" charset="-122"/>
                  <a:ea typeface="造字工房悦黑体验版常规体" pitchFamily="50" charset="-122"/>
                </a:rPr>
                <a:t>no </a:t>
              </a:r>
              <a:r>
                <a:rPr lang="en-US" altLang="zh-CN" sz="2400" dirty="0" err="1" smtClean="0">
                  <a:solidFill>
                    <a:schemeClr val="bg1"/>
                  </a:solidFill>
                  <a:latin typeface="造字工房悦黑体验版常规体" pitchFamily="50" charset="-122"/>
                  <a:ea typeface="造字工房悦黑体验版常规体" pitchFamily="50" charset="-122"/>
                </a:rPr>
                <a:t>zuo</a:t>
              </a:r>
              <a:r>
                <a:rPr lang="en-US" altLang="zh-CN" sz="2400" dirty="0" smtClean="0">
                  <a:solidFill>
                    <a:schemeClr val="bg1"/>
                  </a:solidFill>
                  <a:latin typeface="造字工房悦黑体验版常规体" pitchFamily="50" charset="-122"/>
                  <a:ea typeface="造字工房悦黑体验版常规体" pitchFamily="50" charset="-122"/>
                </a:rPr>
                <a:t> no die </a:t>
              </a:r>
              <a:r>
                <a:rPr lang="zh-CN" altLang="en-US" sz="2400" dirty="0" smtClean="0">
                  <a:solidFill>
                    <a:schemeClr val="bg1"/>
                  </a:solidFill>
                  <a:latin typeface="造字工房悦黑体验版常规体" pitchFamily="50" charset="-122"/>
                  <a:ea typeface="造字工房悦黑体验版常规体" pitchFamily="50" charset="-122"/>
                </a:rPr>
                <a:t>的</a:t>
              </a:r>
              <a:r>
                <a:rPr lang="zh-CN" altLang="en-US" sz="4400" b="1" dirty="0" smtClean="0">
                  <a:solidFill>
                    <a:srgbClr val="EED415"/>
                  </a:solidFill>
                  <a:latin typeface="SNOWREN建刚体" panose="02010604000101010101" pitchFamily="2" charset="-122"/>
                  <a:ea typeface="SNOWREN建刚体" panose="02010604000101010101" pitchFamily="2" charset="-122"/>
                </a:rPr>
                <a:t>漫画</a:t>
              </a:r>
              <a:r>
                <a:rPr lang="zh-CN" altLang="en-US" sz="2400" dirty="0">
                  <a:solidFill>
                    <a:schemeClr val="bg1"/>
                  </a:solidFill>
                  <a:latin typeface="造字工房悦黑体验版常规体" pitchFamily="50" charset="-122"/>
                  <a:ea typeface="造字工房悦黑体验版常规体" pitchFamily="50" charset="-122"/>
                </a:rPr>
                <a:t>混进了这本书</a:t>
              </a:r>
              <a:endParaRPr lang="en-US" altLang="zh-CN" sz="2400" dirty="0">
                <a:solidFill>
                  <a:schemeClr val="bg1"/>
                </a:solidFill>
                <a:latin typeface="造字工房悦黑体验版常规体" pitchFamily="50" charset="-122"/>
                <a:ea typeface="造字工房悦黑体验版常规体" pitchFamily="50" charset="-122"/>
              </a:endParaRPr>
            </a:p>
            <a:p>
              <a:pPr marL="342900" indent="342900">
                <a:buFont typeface="Wingdings" panose="05000000000000000000" pitchFamily="2" charset="2"/>
                <a:buChar char="n"/>
              </a:pPr>
              <a:r>
                <a:rPr lang="zh-CN" altLang="en-US" sz="2400" dirty="0">
                  <a:solidFill>
                    <a:schemeClr val="bg1"/>
                  </a:solidFill>
                  <a:latin typeface="造字工房悦黑体验版常规体" pitchFamily="50" charset="-122"/>
                  <a:ea typeface="造字工房悦黑体验版常规体" pitchFamily="50" charset="-122"/>
                </a:rPr>
                <a:t>这本</a:t>
              </a:r>
              <a:r>
                <a:rPr lang="zh-CN" altLang="en-US" sz="2400" dirty="0" smtClean="0">
                  <a:solidFill>
                    <a:schemeClr val="bg1"/>
                  </a:solidFill>
                  <a:latin typeface="造字工房悦黑体验版常规体" pitchFamily="50" charset="-122"/>
                  <a:ea typeface="造字工房悦黑体验版常规体" pitchFamily="50" charset="-122"/>
                </a:rPr>
                <a:t>书的作者一定是个</a:t>
              </a:r>
              <a:r>
                <a:rPr lang="zh-CN" altLang="en-US" sz="4400" b="1" dirty="0" smtClean="0">
                  <a:solidFill>
                    <a:srgbClr val="EED415"/>
                  </a:solidFill>
                  <a:latin typeface="SNOWREN建刚体" panose="02010604000101010101" pitchFamily="2" charset="-122"/>
                  <a:ea typeface="SNOWREN建刚体" panose="02010604000101010101" pitchFamily="2" charset="-122"/>
                </a:rPr>
                <a:t>段子手</a:t>
              </a:r>
              <a:endParaRPr lang="en-US" altLang="zh-CN" sz="2400" dirty="0">
                <a:solidFill>
                  <a:schemeClr val="bg1"/>
                </a:solidFill>
                <a:latin typeface="造字工房悦黑体验版常规体" pitchFamily="50" charset="-122"/>
                <a:ea typeface="造字工房悦黑体验版常规体" pitchFamily="50" charset="-122"/>
              </a:endParaRPr>
            </a:p>
            <a:p>
              <a:pPr marL="342900" indent="342900">
                <a:buFont typeface="Wingdings" panose="05000000000000000000" pitchFamily="2" charset="2"/>
                <a:buChar char="n"/>
              </a:pPr>
              <a:r>
                <a:rPr lang="zh-CN" altLang="en-US" sz="2400" dirty="0" smtClean="0">
                  <a:solidFill>
                    <a:schemeClr val="bg1"/>
                  </a:solidFill>
                  <a:latin typeface="造字工房悦黑体验版常规体" pitchFamily="50" charset="-122"/>
                  <a:ea typeface="造字工房悦黑体验版常规体" pitchFamily="50" charset="-122"/>
                </a:rPr>
                <a:t> </a:t>
              </a:r>
              <a:r>
                <a:rPr lang="zh-CN" altLang="en-US" sz="4400" b="1" dirty="0" smtClean="0">
                  <a:solidFill>
                    <a:srgbClr val="EED415"/>
                  </a:solidFill>
                  <a:latin typeface="SNOWREN建刚体" panose="02010604000101010101" pitchFamily="2" charset="-122"/>
                  <a:ea typeface="SNOWREN建刚体" panose="02010604000101010101" pitchFamily="2" charset="-122"/>
                </a:rPr>
                <a:t>对话式</a:t>
              </a:r>
              <a:r>
                <a:rPr lang="zh-CN" altLang="en-US" sz="2400" dirty="0" smtClean="0">
                  <a:solidFill>
                    <a:schemeClr val="bg1"/>
                  </a:solidFill>
                  <a:latin typeface="造字工房悦黑体验版常规体" pitchFamily="50" charset="-122"/>
                  <a:ea typeface="造字工房悦黑体验版常规体" pitchFamily="50" charset="-122"/>
                </a:rPr>
                <a:t>的行文方式几乎把哲学家黑了个遍</a:t>
              </a:r>
              <a:endParaRPr lang="en-US" altLang="zh-CN" sz="2400" dirty="0">
                <a:solidFill>
                  <a:schemeClr val="bg1"/>
                </a:solidFill>
                <a:latin typeface="造字工房悦黑体验版常规体" pitchFamily="50" charset="-122"/>
                <a:ea typeface="造字工房悦黑体验版常规体" pitchFamily="50" charset="-122"/>
              </a:endParaRPr>
            </a:p>
          </p:txBody>
        </p:sp>
        <p:cxnSp>
          <p:nvCxnSpPr>
            <p:cNvPr id="6" name="直接连接符 5"/>
            <p:cNvCxnSpPr/>
            <p:nvPr/>
          </p:nvCxnSpPr>
          <p:spPr>
            <a:xfrm>
              <a:off x="4693920" y="2377440"/>
              <a:ext cx="7240888" cy="0"/>
            </a:xfrm>
            <a:prstGeom prst="line">
              <a:avLst/>
            </a:prstGeom>
            <a:ln>
              <a:solidFill>
                <a:srgbClr val="EED415"/>
              </a:solidFill>
              <a:prstDash val="lgDashDot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接连接符 7"/>
            <p:cNvCxnSpPr/>
            <p:nvPr/>
          </p:nvCxnSpPr>
          <p:spPr>
            <a:xfrm>
              <a:off x="4693920" y="5181600"/>
              <a:ext cx="7240888" cy="0"/>
            </a:xfrm>
            <a:prstGeom prst="line">
              <a:avLst/>
            </a:prstGeom>
            <a:ln>
              <a:solidFill>
                <a:srgbClr val="EED415"/>
              </a:solidFill>
              <a:prstDash val="lgDashDot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文本框 9"/>
          <p:cNvSpPr txBox="1"/>
          <p:nvPr/>
        </p:nvSpPr>
        <p:spPr>
          <a:xfrm>
            <a:off x="4951112" y="4659463"/>
            <a:ext cx="736027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zh-CN" sz="2400" dirty="0">
              <a:solidFill>
                <a:schemeClr val="bg1"/>
              </a:solidFill>
              <a:latin typeface="造字工房悦黑体验版常规体" pitchFamily="50" charset="-122"/>
              <a:ea typeface="造字工房悦黑体验版常规体" pitchFamily="50" charset="-122"/>
            </a:endParaRPr>
          </a:p>
          <a:p>
            <a:pPr marL="342900"/>
            <a:r>
              <a:rPr lang="zh-CN" altLang="en-US" sz="2400" dirty="0" smtClean="0">
                <a:solidFill>
                  <a:schemeClr val="bg1"/>
                </a:solidFill>
                <a:latin typeface="造字工房悦黑体验版常规体" pitchFamily="50" charset="-122"/>
                <a:ea typeface="造字工房悦黑体验版常规体" pitchFamily="50" charset="-122"/>
              </a:rPr>
              <a:t>一句话总结：</a:t>
            </a:r>
            <a:r>
              <a:rPr lang="zh-CN" altLang="en-US" sz="4400" b="1" dirty="0">
                <a:solidFill>
                  <a:srgbClr val="EED415"/>
                </a:solidFill>
                <a:latin typeface="SNOWREN建刚体" panose="02010604000101010101" pitchFamily="2" charset="-122"/>
                <a:ea typeface="SNOWREN建刚体" panose="02010604000101010101" pitchFamily="2" charset="-122"/>
              </a:rPr>
              <a:t>严肃吐槽接地</a:t>
            </a:r>
            <a:r>
              <a:rPr lang="zh-CN" altLang="en-US" sz="4400" b="1" dirty="0" smtClean="0">
                <a:solidFill>
                  <a:srgbClr val="EED415"/>
                </a:solidFill>
                <a:latin typeface="SNOWREN建刚体" panose="02010604000101010101" pitchFamily="2" charset="-122"/>
                <a:ea typeface="SNOWREN建刚体" panose="02010604000101010101" pitchFamily="2" charset="-122"/>
              </a:rPr>
              <a:t>气</a:t>
            </a:r>
            <a:endParaRPr lang="en-US" altLang="zh-CN" sz="4400" b="1" dirty="0" smtClean="0">
              <a:solidFill>
                <a:srgbClr val="EED415"/>
              </a:solidFill>
              <a:latin typeface="SNOWREN建刚体" panose="02010604000101010101" pitchFamily="2" charset="-122"/>
              <a:ea typeface="SNOWREN建刚体" panose="02010604000101010101" pitchFamily="2" charset="-122"/>
            </a:endParaRPr>
          </a:p>
          <a:p>
            <a:pPr marL="342900"/>
            <a:r>
              <a:rPr lang="en-US" altLang="zh-CN" sz="4400" b="1" dirty="0">
                <a:solidFill>
                  <a:srgbClr val="EED415"/>
                </a:solidFill>
                <a:latin typeface="SNOWREN建刚体" panose="02010604000101010101" pitchFamily="2" charset="-122"/>
                <a:ea typeface="SNOWREN建刚体" panose="02010604000101010101" pitchFamily="2" charset="-122"/>
              </a:rPr>
              <a:t> </a:t>
            </a:r>
            <a:r>
              <a:rPr lang="en-US" altLang="zh-CN" sz="4400" b="1" dirty="0" smtClean="0">
                <a:solidFill>
                  <a:srgbClr val="EED415"/>
                </a:solidFill>
                <a:latin typeface="SNOWREN建刚体" panose="02010604000101010101" pitchFamily="2" charset="-122"/>
                <a:ea typeface="SNOWREN建刚体" panose="02010604000101010101" pitchFamily="2" charset="-122"/>
              </a:rPr>
              <a:t>      </a:t>
            </a:r>
            <a:r>
              <a:rPr lang="zh-CN" altLang="en-US" sz="4400" b="1" dirty="0" smtClean="0">
                <a:solidFill>
                  <a:srgbClr val="EED415"/>
                </a:solidFill>
                <a:latin typeface="SNOWREN建刚体" panose="02010604000101010101" pitchFamily="2" charset="-122"/>
                <a:ea typeface="SNOWREN建刚体" panose="02010604000101010101" pitchFamily="2" charset="-122"/>
              </a:rPr>
              <a:t>反思</a:t>
            </a:r>
            <a:r>
              <a:rPr lang="zh-CN" altLang="en-US" sz="4400" b="1" dirty="0">
                <a:solidFill>
                  <a:srgbClr val="EED415"/>
                </a:solidFill>
                <a:latin typeface="SNOWREN建刚体" panose="02010604000101010101" pitchFamily="2" charset="-122"/>
                <a:ea typeface="SNOWREN建刚体" panose="02010604000101010101" pitchFamily="2" charset="-122"/>
              </a:rPr>
              <a:t>搞笑不偿命</a:t>
            </a:r>
            <a:endParaRPr lang="en-US" altLang="zh-CN" sz="4400" b="1" dirty="0">
              <a:solidFill>
                <a:srgbClr val="EED415"/>
              </a:solidFill>
              <a:latin typeface="SNOWREN建刚体" panose="02010604000101010101" pitchFamily="2" charset="-122"/>
              <a:ea typeface="SNOWREN建刚体" panose="0201060400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30621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圆角矩形 17"/>
          <p:cNvSpPr/>
          <p:nvPr/>
        </p:nvSpPr>
        <p:spPr>
          <a:xfrm>
            <a:off x="826477" y="2133600"/>
            <a:ext cx="10539046" cy="4099560"/>
          </a:xfrm>
          <a:prstGeom prst="roundRect">
            <a:avLst>
              <a:gd name="adj" fmla="val 7933"/>
            </a:avLst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4" name="组合 13"/>
          <p:cNvGrpSpPr/>
          <p:nvPr/>
        </p:nvGrpSpPr>
        <p:grpSpPr>
          <a:xfrm>
            <a:off x="425548" y="533399"/>
            <a:ext cx="5563772" cy="900334"/>
            <a:chOff x="1080868" y="1280159"/>
            <a:chExt cx="5563772" cy="900334"/>
          </a:xfrm>
        </p:grpSpPr>
        <p:sp>
          <p:nvSpPr>
            <p:cNvPr id="2" name="椭圆 1"/>
            <p:cNvSpPr/>
            <p:nvPr/>
          </p:nvSpPr>
          <p:spPr>
            <a:xfrm>
              <a:off x="1294228" y="1280160"/>
              <a:ext cx="900333" cy="900333"/>
            </a:xfrm>
            <a:prstGeom prst="ellipse">
              <a:avLst/>
            </a:prstGeom>
            <a:solidFill>
              <a:srgbClr val="EED4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3" name="组合 12"/>
            <p:cNvGrpSpPr/>
            <p:nvPr/>
          </p:nvGrpSpPr>
          <p:grpSpPr>
            <a:xfrm>
              <a:off x="1080868" y="1280159"/>
              <a:ext cx="5563772" cy="900333"/>
              <a:chOff x="1080868" y="1280159"/>
              <a:chExt cx="5563772" cy="900333"/>
            </a:xfrm>
          </p:grpSpPr>
          <p:sp>
            <p:nvSpPr>
              <p:cNvPr id="8" name="椭圆 7"/>
              <p:cNvSpPr/>
              <p:nvPr/>
            </p:nvSpPr>
            <p:spPr>
              <a:xfrm>
                <a:off x="1080868" y="1280159"/>
                <a:ext cx="900333" cy="900333"/>
              </a:xfrm>
              <a:prstGeom prst="ellipse">
                <a:avLst/>
              </a:prstGeom>
              <a:solidFill>
                <a:srgbClr val="EED415">
                  <a:alpha val="6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" name="文本框 10"/>
              <p:cNvSpPr txBox="1"/>
              <p:nvPr/>
            </p:nvSpPr>
            <p:spPr>
              <a:xfrm>
                <a:off x="2287172" y="1351417"/>
                <a:ext cx="4357468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4400" b="1" dirty="0">
                    <a:solidFill>
                      <a:srgbClr val="EED415"/>
                    </a:solidFill>
                    <a:latin typeface="SNOWREN建刚体" panose="02010604000101010101" pitchFamily="2" charset="-122"/>
                    <a:ea typeface="SNOWREN建刚体" panose="02010604000101010101" pitchFamily="2" charset="-122"/>
                  </a:rPr>
                  <a:t>前言の相声</a:t>
                </a:r>
                <a:endParaRPr lang="en-US" altLang="zh-CN" sz="4400" b="1" dirty="0">
                  <a:solidFill>
                    <a:srgbClr val="EED415"/>
                  </a:solidFill>
                  <a:latin typeface="SNOWREN建刚体" panose="02010604000101010101" pitchFamily="2" charset="-122"/>
                  <a:ea typeface="SNOWREN建刚体" panose="02010604000101010101" pitchFamily="2" charset="-122"/>
                </a:endParaRPr>
              </a:p>
            </p:txBody>
          </p:sp>
          <p:sp>
            <p:nvSpPr>
              <p:cNvPr id="12" name="文本框 11"/>
              <p:cNvSpPr txBox="1"/>
              <p:nvPr/>
            </p:nvSpPr>
            <p:spPr>
              <a:xfrm>
                <a:off x="1386840" y="1452878"/>
                <a:ext cx="80772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3600" i="1" dirty="0">
                    <a:solidFill>
                      <a:schemeClr val="bg1"/>
                    </a:solidFill>
                    <a:latin typeface="造字工房悦黑体验版常规体" pitchFamily="50" charset="-122"/>
                    <a:ea typeface="造字工房悦黑体验版常规体" pitchFamily="50" charset="-122"/>
                  </a:rPr>
                  <a:t>引</a:t>
                </a:r>
                <a:endParaRPr lang="en-US" altLang="zh-CN" sz="3600" i="1" dirty="0">
                  <a:solidFill>
                    <a:schemeClr val="bg1"/>
                  </a:solidFill>
                  <a:latin typeface="造字工房悦黑体验版常规体" pitchFamily="50" charset="-122"/>
                  <a:ea typeface="造字工房悦黑体验版常规体" pitchFamily="50" charset="-122"/>
                </a:endParaRPr>
              </a:p>
            </p:txBody>
          </p:sp>
        </p:grpSp>
      </p:grpSp>
      <p:sp>
        <p:nvSpPr>
          <p:cNvPr id="16" name="文本框 15"/>
          <p:cNvSpPr txBox="1"/>
          <p:nvPr/>
        </p:nvSpPr>
        <p:spPr>
          <a:xfrm>
            <a:off x="1234440" y="1706256"/>
            <a:ext cx="9723120" cy="1384995"/>
          </a:xfrm>
          <a:prstGeom prst="rect">
            <a:avLst/>
          </a:prstGeom>
          <a:blipFill dpi="0" rotWithShape="1">
            <a:blip r:embed="rId2"/>
            <a:srcRect/>
            <a:tile tx="0" ty="0" sx="100000" sy="100000" flip="none" algn="tl"/>
          </a:blipFill>
        </p:spPr>
        <p:txBody>
          <a:bodyPr wrap="square" rtlCol="0">
            <a:spAutoFit/>
          </a:bodyPr>
          <a:lstStyle/>
          <a:p>
            <a:r>
              <a:rPr lang="zh-CN" altLang="en-US" sz="2800" dirty="0" smtClean="0">
                <a:solidFill>
                  <a:schemeClr val="bg1"/>
                </a:solidFill>
                <a:latin typeface="造字工房悦黑体验版常规体" pitchFamily="50" charset="-122"/>
                <a:ea typeface="造字工房悦黑体验版常规体" pitchFamily="50" charset="-122"/>
              </a:rPr>
              <a:t>不好意思，能不能耽误你一点时间？我们在做一个调查，想问你几个问题，只需要一分钟，我们甚至不会问你的名字，可以吗？我们要问的问题是：</a:t>
            </a:r>
            <a:endParaRPr lang="en-US" altLang="zh-CN" sz="2800" dirty="0">
              <a:solidFill>
                <a:schemeClr val="bg1"/>
              </a:solidFill>
              <a:latin typeface="造字工房悦黑体验版常规体" pitchFamily="50" charset="-122"/>
              <a:ea typeface="造字工房悦黑体验版常规体" pitchFamily="5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532206" y="3600376"/>
            <a:ext cx="9127588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400" b="1" dirty="0" smtClean="0">
                <a:solidFill>
                  <a:srgbClr val="EED415"/>
                </a:solidFill>
                <a:latin typeface="SNOWREN建刚体" panose="02010604000101010101" pitchFamily="2" charset="-122"/>
                <a:ea typeface="SNOWREN建刚体" panose="02010604000101010101" pitchFamily="2" charset="-122"/>
              </a:rPr>
              <a:t>你真的觉得自己会死吗？</a:t>
            </a:r>
            <a:endParaRPr lang="en-US" altLang="zh-CN" sz="4400" b="1" dirty="0" smtClean="0">
              <a:solidFill>
                <a:srgbClr val="EED415"/>
              </a:solidFill>
              <a:latin typeface="SNOWREN建刚体" panose="02010604000101010101" pitchFamily="2" charset="-122"/>
              <a:ea typeface="SNOWREN建刚体" panose="02010604000101010101" pitchFamily="2" charset="-122"/>
            </a:endParaRPr>
          </a:p>
          <a:p>
            <a:r>
              <a:rPr lang="zh-CN" altLang="en-US" sz="4400" b="1" dirty="0">
                <a:solidFill>
                  <a:srgbClr val="EED415"/>
                </a:solidFill>
                <a:latin typeface="SNOWREN建刚体" panose="02010604000101010101" pitchFamily="2" charset="-122"/>
                <a:ea typeface="SNOWREN建刚体" panose="02010604000101010101" pitchFamily="2" charset="-122"/>
              </a:rPr>
              <a:t>发自</a:t>
            </a:r>
            <a:r>
              <a:rPr lang="zh-CN" altLang="en-US" sz="4400" b="1" dirty="0" smtClean="0">
                <a:solidFill>
                  <a:srgbClr val="EED415"/>
                </a:solidFill>
                <a:latin typeface="SNOWREN建刚体" panose="02010604000101010101" pitchFamily="2" charset="-122"/>
                <a:ea typeface="SNOWREN建刚体" panose="02010604000101010101" pitchFamily="2" charset="-122"/>
              </a:rPr>
              <a:t>内心地这么认为吗？</a:t>
            </a:r>
            <a:endParaRPr lang="en-US" altLang="zh-CN" sz="4400" b="1" dirty="0" smtClean="0">
              <a:solidFill>
                <a:srgbClr val="EED415"/>
              </a:solidFill>
              <a:latin typeface="SNOWREN建刚体" panose="02010604000101010101" pitchFamily="2" charset="-122"/>
              <a:ea typeface="SNOWREN建刚体" panose="02010604000101010101" pitchFamily="2" charset="-122"/>
            </a:endParaRPr>
          </a:p>
          <a:p>
            <a:r>
              <a:rPr lang="zh-CN" altLang="en-US" sz="4400" b="1" dirty="0">
                <a:solidFill>
                  <a:srgbClr val="EED415"/>
                </a:solidFill>
                <a:latin typeface="SNOWREN建刚体" panose="02010604000101010101" pitchFamily="2" charset="-122"/>
                <a:ea typeface="SNOWREN建刚体" panose="02010604000101010101" pitchFamily="2" charset="-122"/>
              </a:rPr>
              <a:t>你</a:t>
            </a:r>
            <a:r>
              <a:rPr lang="zh-CN" altLang="en-US" sz="4400" b="1" dirty="0" smtClean="0">
                <a:solidFill>
                  <a:srgbClr val="EED415"/>
                </a:solidFill>
                <a:latin typeface="SNOWREN建刚体" panose="02010604000101010101" pitchFamily="2" charset="-122"/>
                <a:ea typeface="SNOWREN建刚体" panose="02010604000101010101" pitchFamily="2" charset="-122"/>
              </a:rPr>
              <a:t>真的觉得生命有一天会终结吗？</a:t>
            </a:r>
            <a:endParaRPr lang="en-US" altLang="zh-CN" sz="4400" b="1" dirty="0">
              <a:solidFill>
                <a:srgbClr val="EED415"/>
              </a:solidFill>
              <a:latin typeface="SNOWREN建刚体" panose="02010604000101010101" pitchFamily="2" charset="-122"/>
              <a:ea typeface="SNOWREN建刚体" panose="0201060400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025260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2712626" y="932644"/>
            <a:ext cx="5563772" cy="900334"/>
            <a:chOff x="1080868" y="1280159"/>
            <a:chExt cx="5563772" cy="900334"/>
          </a:xfrm>
        </p:grpSpPr>
        <p:sp>
          <p:nvSpPr>
            <p:cNvPr id="2" name="椭圆 1"/>
            <p:cNvSpPr/>
            <p:nvPr/>
          </p:nvSpPr>
          <p:spPr>
            <a:xfrm>
              <a:off x="1294228" y="1280160"/>
              <a:ext cx="900333" cy="900333"/>
            </a:xfrm>
            <a:prstGeom prst="ellipse">
              <a:avLst/>
            </a:prstGeom>
            <a:solidFill>
              <a:srgbClr val="EED4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3" name="组合 12"/>
            <p:cNvGrpSpPr/>
            <p:nvPr/>
          </p:nvGrpSpPr>
          <p:grpSpPr>
            <a:xfrm>
              <a:off x="1080868" y="1280159"/>
              <a:ext cx="5563772" cy="900333"/>
              <a:chOff x="1080868" y="1280159"/>
              <a:chExt cx="5563772" cy="900333"/>
            </a:xfrm>
          </p:grpSpPr>
          <p:sp>
            <p:nvSpPr>
              <p:cNvPr id="8" name="椭圆 7"/>
              <p:cNvSpPr/>
              <p:nvPr/>
            </p:nvSpPr>
            <p:spPr>
              <a:xfrm>
                <a:off x="1080868" y="1280159"/>
                <a:ext cx="900333" cy="900333"/>
              </a:xfrm>
              <a:prstGeom prst="ellipse">
                <a:avLst/>
              </a:prstGeom>
              <a:solidFill>
                <a:srgbClr val="EED415">
                  <a:alpha val="6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" name="文本框 10"/>
              <p:cNvSpPr txBox="1"/>
              <p:nvPr/>
            </p:nvSpPr>
            <p:spPr>
              <a:xfrm>
                <a:off x="2287172" y="1351417"/>
                <a:ext cx="4357468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4400" b="1" dirty="0" smtClean="0">
                    <a:solidFill>
                      <a:srgbClr val="EED415"/>
                    </a:solidFill>
                    <a:latin typeface="SNOWREN建刚体" panose="02010604000101010101" pitchFamily="2" charset="-122"/>
                    <a:ea typeface="SNOWREN建刚体" panose="02010604000101010101" pitchFamily="2" charset="-122"/>
                  </a:rPr>
                  <a:t>死亡の焦虑</a:t>
                </a:r>
                <a:endParaRPr lang="en-US" altLang="zh-CN" sz="4400" b="1" dirty="0">
                  <a:solidFill>
                    <a:srgbClr val="EED415"/>
                  </a:solidFill>
                  <a:latin typeface="SNOWREN建刚体" panose="02010604000101010101" pitchFamily="2" charset="-122"/>
                  <a:ea typeface="SNOWREN建刚体" panose="02010604000101010101" pitchFamily="2" charset="-122"/>
                </a:endParaRPr>
              </a:p>
            </p:txBody>
          </p:sp>
          <p:sp>
            <p:nvSpPr>
              <p:cNvPr id="12" name="文本框 11"/>
              <p:cNvSpPr txBox="1"/>
              <p:nvPr/>
            </p:nvSpPr>
            <p:spPr>
              <a:xfrm>
                <a:off x="1386840" y="1452878"/>
                <a:ext cx="80772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3600" i="1" dirty="0">
                    <a:solidFill>
                      <a:schemeClr val="bg1"/>
                    </a:solidFill>
                    <a:latin typeface="造字工房悦黑体验版常规体" pitchFamily="50" charset="-122"/>
                    <a:ea typeface="造字工房悦黑体验版常规体" pitchFamily="50" charset="-122"/>
                  </a:rPr>
                  <a:t>壹</a:t>
                </a:r>
                <a:endParaRPr lang="en-US" altLang="zh-CN" sz="3600" i="1" dirty="0">
                  <a:solidFill>
                    <a:schemeClr val="bg1"/>
                  </a:solidFill>
                  <a:latin typeface="造字工房悦黑体验版常规体" pitchFamily="50" charset="-122"/>
                  <a:ea typeface="造字工房悦黑体验版常规体" pitchFamily="50" charset="-122"/>
                </a:endParaRPr>
              </a:p>
            </p:txBody>
          </p:sp>
        </p:grpSp>
      </p:grpSp>
      <p:grpSp>
        <p:nvGrpSpPr>
          <p:cNvPr id="10" name="组合 9"/>
          <p:cNvGrpSpPr/>
          <p:nvPr/>
        </p:nvGrpSpPr>
        <p:grpSpPr>
          <a:xfrm>
            <a:off x="2712626" y="3029753"/>
            <a:ext cx="5563772" cy="900334"/>
            <a:chOff x="1080868" y="1280159"/>
            <a:chExt cx="5563772" cy="900334"/>
          </a:xfrm>
        </p:grpSpPr>
        <p:sp>
          <p:nvSpPr>
            <p:cNvPr id="15" name="椭圆 14"/>
            <p:cNvSpPr/>
            <p:nvPr/>
          </p:nvSpPr>
          <p:spPr>
            <a:xfrm>
              <a:off x="1294228" y="1280160"/>
              <a:ext cx="900333" cy="900333"/>
            </a:xfrm>
            <a:prstGeom prst="ellipse">
              <a:avLst/>
            </a:prstGeom>
            <a:solidFill>
              <a:srgbClr val="EED4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8" name="组合 17"/>
            <p:cNvGrpSpPr/>
            <p:nvPr/>
          </p:nvGrpSpPr>
          <p:grpSpPr>
            <a:xfrm>
              <a:off x="1080868" y="1280159"/>
              <a:ext cx="5563772" cy="900333"/>
              <a:chOff x="1080868" y="1280159"/>
              <a:chExt cx="5563772" cy="900333"/>
            </a:xfrm>
          </p:grpSpPr>
          <p:sp>
            <p:nvSpPr>
              <p:cNvPr id="19" name="椭圆 18"/>
              <p:cNvSpPr/>
              <p:nvPr/>
            </p:nvSpPr>
            <p:spPr>
              <a:xfrm>
                <a:off x="1080868" y="1280159"/>
                <a:ext cx="900333" cy="900333"/>
              </a:xfrm>
              <a:prstGeom prst="ellipse">
                <a:avLst/>
              </a:prstGeom>
              <a:solidFill>
                <a:srgbClr val="EED415">
                  <a:alpha val="6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" name="文本框 19"/>
              <p:cNvSpPr txBox="1"/>
              <p:nvPr/>
            </p:nvSpPr>
            <p:spPr>
              <a:xfrm>
                <a:off x="2287172" y="1351417"/>
                <a:ext cx="4357468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4400" b="1" dirty="0" smtClean="0">
                    <a:solidFill>
                      <a:srgbClr val="EED415"/>
                    </a:solidFill>
                    <a:latin typeface="SNOWREN建刚体" panose="02010604000101010101" pitchFamily="2" charset="-122"/>
                    <a:ea typeface="SNOWREN建刚体" panose="02010604000101010101" pitchFamily="2" charset="-122"/>
                  </a:rPr>
                  <a:t>永恒の现在</a:t>
                </a:r>
                <a:endParaRPr lang="en-US" altLang="zh-CN" sz="4400" b="1" dirty="0">
                  <a:solidFill>
                    <a:srgbClr val="EED415"/>
                  </a:solidFill>
                  <a:latin typeface="SNOWREN建刚体" panose="02010604000101010101" pitchFamily="2" charset="-122"/>
                  <a:ea typeface="SNOWREN建刚体" panose="02010604000101010101" pitchFamily="2" charset="-122"/>
                </a:endParaRPr>
              </a:p>
            </p:txBody>
          </p:sp>
          <p:sp>
            <p:nvSpPr>
              <p:cNvPr id="21" name="文本框 20"/>
              <p:cNvSpPr txBox="1"/>
              <p:nvPr/>
            </p:nvSpPr>
            <p:spPr>
              <a:xfrm>
                <a:off x="1386840" y="1452878"/>
                <a:ext cx="80772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3600" i="1" dirty="0" smtClean="0">
                    <a:solidFill>
                      <a:schemeClr val="bg1"/>
                    </a:solidFill>
                    <a:latin typeface="造字工房悦黑体验版常规体" pitchFamily="50" charset="-122"/>
                    <a:ea typeface="造字工房悦黑体验版常规体" pitchFamily="50" charset="-122"/>
                  </a:rPr>
                  <a:t>贰</a:t>
                </a:r>
                <a:endParaRPr lang="en-US" altLang="zh-CN" sz="3600" i="1" dirty="0">
                  <a:solidFill>
                    <a:schemeClr val="bg1"/>
                  </a:solidFill>
                  <a:latin typeface="造字工房悦黑体验版常规体" pitchFamily="50" charset="-122"/>
                  <a:ea typeface="造字工房悦黑体验版常规体" pitchFamily="50" charset="-122"/>
                </a:endParaRPr>
              </a:p>
            </p:txBody>
          </p:sp>
        </p:grpSp>
      </p:grpSp>
      <p:grpSp>
        <p:nvGrpSpPr>
          <p:cNvPr id="22" name="组合 21"/>
          <p:cNvGrpSpPr/>
          <p:nvPr/>
        </p:nvGrpSpPr>
        <p:grpSpPr>
          <a:xfrm>
            <a:off x="2712626" y="5126862"/>
            <a:ext cx="5563772" cy="900334"/>
            <a:chOff x="1080868" y="1280159"/>
            <a:chExt cx="5563772" cy="900334"/>
          </a:xfrm>
        </p:grpSpPr>
        <p:sp>
          <p:nvSpPr>
            <p:cNvPr id="23" name="椭圆 22"/>
            <p:cNvSpPr/>
            <p:nvPr/>
          </p:nvSpPr>
          <p:spPr>
            <a:xfrm>
              <a:off x="1294228" y="1280160"/>
              <a:ext cx="900333" cy="900333"/>
            </a:xfrm>
            <a:prstGeom prst="ellipse">
              <a:avLst/>
            </a:prstGeom>
            <a:solidFill>
              <a:srgbClr val="EED4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24" name="组合 23"/>
            <p:cNvGrpSpPr/>
            <p:nvPr/>
          </p:nvGrpSpPr>
          <p:grpSpPr>
            <a:xfrm>
              <a:off x="1080868" y="1280159"/>
              <a:ext cx="5563772" cy="900333"/>
              <a:chOff x="1080868" y="1280159"/>
              <a:chExt cx="5563772" cy="900333"/>
            </a:xfrm>
          </p:grpSpPr>
          <p:sp>
            <p:nvSpPr>
              <p:cNvPr id="25" name="椭圆 24"/>
              <p:cNvSpPr/>
              <p:nvPr/>
            </p:nvSpPr>
            <p:spPr>
              <a:xfrm>
                <a:off x="1080868" y="1280159"/>
                <a:ext cx="900333" cy="900333"/>
              </a:xfrm>
              <a:prstGeom prst="ellipse">
                <a:avLst/>
              </a:prstGeom>
              <a:solidFill>
                <a:srgbClr val="EED415">
                  <a:alpha val="6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6" name="文本框 25"/>
              <p:cNvSpPr txBox="1"/>
              <p:nvPr/>
            </p:nvSpPr>
            <p:spPr>
              <a:xfrm>
                <a:off x="2287172" y="1351417"/>
                <a:ext cx="4357468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4400" b="1" dirty="0" smtClean="0">
                    <a:solidFill>
                      <a:srgbClr val="EED415"/>
                    </a:solidFill>
                    <a:latin typeface="SNOWREN建刚体" panose="02010604000101010101" pitchFamily="2" charset="-122"/>
                    <a:ea typeface="SNOWREN建刚体" panose="02010604000101010101" pitchFamily="2" charset="-122"/>
                  </a:rPr>
                  <a:t>灵魂の不朽</a:t>
                </a:r>
                <a:endParaRPr lang="en-US" altLang="zh-CN" sz="4400" b="1" dirty="0">
                  <a:solidFill>
                    <a:srgbClr val="EED415"/>
                  </a:solidFill>
                  <a:latin typeface="SNOWREN建刚体" panose="02010604000101010101" pitchFamily="2" charset="-122"/>
                  <a:ea typeface="SNOWREN建刚体" panose="02010604000101010101" pitchFamily="2" charset="-122"/>
                </a:endParaRPr>
              </a:p>
            </p:txBody>
          </p:sp>
          <p:sp>
            <p:nvSpPr>
              <p:cNvPr id="27" name="文本框 26"/>
              <p:cNvSpPr txBox="1"/>
              <p:nvPr/>
            </p:nvSpPr>
            <p:spPr>
              <a:xfrm>
                <a:off x="1386840" y="1452878"/>
                <a:ext cx="80772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3600" i="1" dirty="0" smtClean="0">
                    <a:solidFill>
                      <a:schemeClr val="bg1"/>
                    </a:solidFill>
                    <a:latin typeface="造字工房悦黑体验版常规体" pitchFamily="50" charset="-122"/>
                    <a:ea typeface="造字工房悦黑体验版常规体" pitchFamily="50" charset="-122"/>
                  </a:rPr>
                  <a:t>叁</a:t>
                </a:r>
                <a:endParaRPr lang="en-US" altLang="zh-CN" sz="3600" i="1" dirty="0">
                  <a:solidFill>
                    <a:schemeClr val="bg1"/>
                  </a:solidFill>
                  <a:latin typeface="造字工房悦黑体验版常规体" pitchFamily="50" charset="-122"/>
                  <a:ea typeface="造字工房悦黑体验版常规体" pitchFamily="50" charset="-122"/>
                </a:endParaRPr>
              </a:p>
            </p:txBody>
          </p:sp>
        </p:grpSp>
      </p:grpSp>
      <p:grpSp>
        <p:nvGrpSpPr>
          <p:cNvPr id="28" name="组合 27"/>
          <p:cNvGrpSpPr/>
          <p:nvPr/>
        </p:nvGrpSpPr>
        <p:grpSpPr>
          <a:xfrm>
            <a:off x="7416630" y="932644"/>
            <a:ext cx="5563772" cy="900334"/>
            <a:chOff x="1080868" y="1280159"/>
            <a:chExt cx="5563772" cy="900334"/>
          </a:xfrm>
        </p:grpSpPr>
        <p:sp>
          <p:nvSpPr>
            <p:cNvPr id="29" name="椭圆 28"/>
            <p:cNvSpPr/>
            <p:nvPr/>
          </p:nvSpPr>
          <p:spPr>
            <a:xfrm>
              <a:off x="1294228" y="1280160"/>
              <a:ext cx="900333" cy="900333"/>
            </a:xfrm>
            <a:prstGeom prst="ellipse">
              <a:avLst/>
            </a:prstGeom>
            <a:solidFill>
              <a:srgbClr val="EED4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30" name="组合 29"/>
            <p:cNvGrpSpPr/>
            <p:nvPr/>
          </p:nvGrpSpPr>
          <p:grpSpPr>
            <a:xfrm>
              <a:off x="1080868" y="1280159"/>
              <a:ext cx="5563772" cy="900333"/>
              <a:chOff x="1080868" y="1280159"/>
              <a:chExt cx="5563772" cy="900333"/>
            </a:xfrm>
          </p:grpSpPr>
          <p:sp>
            <p:nvSpPr>
              <p:cNvPr id="31" name="椭圆 30"/>
              <p:cNvSpPr/>
              <p:nvPr/>
            </p:nvSpPr>
            <p:spPr>
              <a:xfrm>
                <a:off x="1080868" y="1280159"/>
                <a:ext cx="900333" cy="900333"/>
              </a:xfrm>
              <a:prstGeom prst="ellipse">
                <a:avLst/>
              </a:prstGeom>
              <a:solidFill>
                <a:srgbClr val="EED415">
                  <a:alpha val="6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2" name="文本框 31"/>
              <p:cNvSpPr txBox="1"/>
              <p:nvPr/>
            </p:nvSpPr>
            <p:spPr>
              <a:xfrm>
                <a:off x="2287172" y="1351417"/>
                <a:ext cx="4357468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4400" b="1" dirty="0" smtClean="0">
                    <a:solidFill>
                      <a:srgbClr val="EED415"/>
                    </a:solidFill>
                    <a:latin typeface="SNOWREN建刚体" panose="02010604000101010101" pitchFamily="2" charset="-122"/>
                    <a:ea typeface="SNOWREN建刚体" panose="02010604000101010101" pitchFamily="2" charset="-122"/>
                  </a:rPr>
                  <a:t>濒死の通灵</a:t>
                </a:r>
                <a:endParaRPr lang="en-US" altLang="zh-CN" sz="4400" b="1" dirty="0">
                  <a:solidFill>
                    <a:srgbClr val="EED415"/>
                  </a:solidFill>
                  <a:latin typeface="SNOWREN建刚体" panose="02010604000101010101" pitchFamily="2" charset="-122"/>
                  <a:ea typeface="SNOWREN建刚体" panose="02010604000101010101" pitchFamily="2" charset="-122"/>
                </a:endParaRPr>
              </a:p>
            </p:txBody>
          </p:sp>
          <p:sp>
            <p:nvSpPr>
              <p:cNvPr id="33" name="文本框 32"/>
              <p:cNvSpPr txBox="1"/>
              <p:nvPr/>
            </p:nvSpPr>
            <p:spPr>
              <a:xfrm>
                <a:off x="1386840" y="1452878"/>
                <a:ext cx="80772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3600" i="1" dirty="0">
                    <a:solidFill>
                      <a:schemeClr val="bg1"/>
                    </a:solidFill>
                    <a:latin typeface="造字工房悦黑体验版常规体" pitchFamily="50" charset="-122"/>
                    <a:ea typeface="造字工房悦黑体验版常规体" pitchFamily="50" charset="-122"/>
                  </a:rPr>
                  <a:t>肆</a:t>
                </a:r>
                <a:endParaRPr lang="en-US" altLang="zh-CN" sz="3600" i="1" dirty="0">
                  <a:solidFill>
                    <a:schemeClr val="bg1"/>
                  </a:solidFill>
                  <a:latin typeface="造字工房悦黑体验版常规体" pitchFamily="50" charset="-122"/>
                  <a:ea typeface="造字工房悦黑体验版常规体" pitchFamily="50" charset="-122"/>
                </a:endParaRPr>
              </a:p>
            </p:txBody>
          </p:sp>
        </p:grpSp>
      </p:grpSp>
      <p:grpSp>
        <p:nvGrpSpPr>
          <p:cNvPr id="34" name="组合 33"/>
          <p:cNvGrpSpPr/>
          <p:nvPr/>
        </p:nvGrpSpPr>
        <p:grpSpPr>
          <a:xfrm>
            <a:off x="7416630" y="3029753"/>
            <a:ext cx="5563772" cy="900334"/>
            <a:chOff x="1080868" y="1280159"/>
            <a:chExt cx="5563772" cy="900334"/>
          </a:xfrm>
        </p:grpSpPr>
        <p:sp>
          <p:nvSpPr>
            <p:cNvPr id="35" name="椭圆 34"/>
            <p:cNvSpPr/>
            <p:nvPr/>
          </p:nvSpPr>
          <p:spPr>
            <a:xfrm>
              <a:off x="1294228" y="1280160"/>
              <a:ext cx="900333" cy="900333"/>
            </a:xfrm>
            <a:prstGeom prst="ellipse">
              <a:avLst/>
            </a:prstGeom>
            <a:solidFill>
              <a:srgbClr val="EED4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36" name="组合 35"/>
            <p:cNvGrpSpPr/>
            <p:nvPr/>
          </p:nvGrpSpPr>
          <p:grpSpPr>
            <a:xfrm>
              <a:off x="1080868" y="1280159"/>
              <a:ext cx="5563772" cy="900333"/>
              <a:chOff x="1080868" y="1280159"/>
              <a:chExt cx="5563772" cy="900333"/>
            </a:xfrm>
          </p:grpSpPr>
          <p:sp>
            <p:nvSpPr>
              <p:cNvPr id="37" name="椭圆 36"/>
              <p:cNvSpPr/>
              <p:nvPr/>
            </p:nvSpPr>
            <p:spPr>
              <a:xfrm>
                <a:off x="1080868" y="1280159"/>
                <a:ext cx="900333" cy="900333"/>
              </a:xfrm>
              <a:prstGeom prst="ellipse">
                <a:avLst/>
              </a:prstGeom>
              <a:solidFill>
                <a:srgbClr val="EED415">
                  <a:alpha val="6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2287172" y="1351417"/>
                <a:ext cx="4357468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4400" b="1" dirty="0" smtClean="0">
                    <a:solidFill>
                      <a:srgbClr val="EED415"/>
                    </a:solidFill>
                    <a:latin typeface="SNOWREN建刚体" panose="02010604000101010101" pitchFamily="2" charset="-122"/>
                    <a:ea typeface="SNOWREN建刚体" panose="02010604000101010101" pitchFamily="2" charset="-122"/>
                  </a:rPr>
                  <a:t>自杀の</a:t>
                </a:r>
                <a:r>
                  <a:rPr lang="zh-CN" altLang="en-US" sz="4400" b="1" dirty="0">
                    <a:solidFill>
                      <a:srgbClr val="EED415"/>
                    </a:solidFill>
                    <a:latin typeface="SNOWREN建刚体" panose="02010604000101010101" pitchFamily="2" charset="-122"/>
                    <a:ea typeface="SNOWREN建刚体" panose="02010604000101010101" pitchFamily="2" charset="-122"/>
                  </a:rPr>
                  <a:t>道德</a:t>
                </a:r>
                <a:endParaRPr lang="en-US" altLang="zh-CN" sz="4400" b="1" dirty="0">
                  <a:solidFill>
                    <a:srgbClr val="EED415"/>
                  </a:solidFill>
                  <a:latin typeface="SNOWREN建刚体" panose="02010604000101010101" pitchFamily="2" charset="-122"/>
                  <a:ea typeface="SNOWREN建刚体" panose="02010604000101010101" pitchFamily="2" charset="-122"/>
                </a:endParaRPr>
              </a:p>
            </p:txBody>
          </p:sp>
          <p:sp>
            <p:nvSpPr>
              <p:cNvPr id="39" name="文本框 38"/>
              <p:cNvSpPr txBox="1"/>
              <p:nvPr/>
            </p:nvSpPr>
            <p:spPr>
              <a:xfrm>
                <a:off x="1386840" y="1452878"/>
                <a:ext cx="80772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3600" i="1" dirty="0" smtClean="0">
                    <a:solidFill>
                      <a:schemeClr val="bg1"/>
                    </a:solidFill>
                    <a:latin typeface="造字工房悦黑体验版常规体" pitchFamily="50" charset="-122"/>
                    <a:ea typeface="造字工房悦黑体验版常规体" pitchFamily="50" charset="-122"/>
                  </a:rPr>
                  <a:t>伍</a:t>
                </a:r>
                <a:endParaRPr lang="en-US" altLang="zh-CN" sz="3600" i="1" dirty="0">
                  <a:solidFill>
                    <a:schemeClr val="bg1"/>
                  </a:solidFill>
                  <a:latin typeface="造字工房悦黑体验版常规体" pitchFamily="50" charset="-122"/>
                  <a:ea typeface="造字工房悦黑体验版常规体" pitchFamily="50" charset="-122"/>
                </a:endParaRPr>
              </a:p>
            </p:txBody>
          </p:sp>
        </p:grpSp>
      </p:grpSp>
      <p:grpSp>
        <p:nvGrpSpPr>
          <p:cNvPr id="40" name="组合 39"/>
          <p:cNvGrpSpPr/>
          <p:nvPr/>
        </p:nvGrpSpPr>
        <p:grpSpPr>
          <a:xfrm>
            <a:off x="7416630" y="5138486"/>
            <a:ext cx="5563772" cy="900334"/>
            <a:chOff x="1080868" y="1280159"/>
            <a:chExt cx="5563772" cy="900334"/>
          </a:xfrm>
        </p:grpSpPr>
        <p:sp>
          <p:nvSpPr>
            <p:cNvPr id="41" name="椭圆 40"/>
            <p:cNvSpPr/>
            <p:nvPr/>
          </p:nvSpPr>
          <p:spPr>
            <a:xfrm>
              <a:off x="1294228" y="1280160"/>
              <a:ext cx="900333" cy="900333"/>
            </a:xfrm>
            <a:prstGeom prst="ellipse">
              <a:avLst/>
            </a:prstGeom>
            <a:solidFill>
              <a:srgbClr val="EED4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42" name="组合 41"/>
            <p:cNvGrpSpPr/>
            <p:nvPr/>
          </p:nvGrpSpPr>
          <p:grpSpPr>
            <a:xfrm>
              <a:off x="1080868" y="1280159"/>
              <a:ext cx="5563772" cy="900333"/>
              <a:chOff x="1080868" y="1280159"/>
              <a:chExt cx="5563772" cy="900333"/>
            </a:xfrm>
          </p:grpSpPr>
          <p:sp>
            <p:nvSpPr>
              <p:cNvPr id="43" name="椭圆 42"/>
              <p:cNvSpPr/>
              <p:nvPr/>
            </p:nvSpPr>
            <p:spPr>
              <a:xfrm>
                <a:off x="1080868" y="1280159"/>
                <a:ext cx="900333" cy="900333"/>
              </a:xfrm>
              <a:prstGeom prst="ellipse">
                <a:avLst/>
              </a:prstGeom>
              <a:solidFill>
                <a:srgbClr val="EED415">
                  <a:alpha val="6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4" name="文本框 43"/>
              <p:cNvSpPr txBox="1"/>
              <p:nvPr/>
            </p:nvSpPr>
            <p:spPr>
              <a:xfrm>
                <a:off x="2287172" y="1351417"/>
                <a:ext cx="4357468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4400" b="1" dirty="0" smtClean="0">
                    <a:solidFill>
                      <a:srgbClr val="EED415"/>
                    </a:solidFill>
                    <a:latin typeface="SNOWREN建刚体" panose="02010604000101010101" pitchFamily="2" charset="-122"/>
                    <a:ea typeface="SNOWREN建刚体" panose="02010604000101010101" pitchFamily="2" charset="-122"/>
                  </a:rPr>
                  <a:t>技术の长生</a:t>
                </a:r>
                <a:endParaRPr lang="en-US" altLang="zh-CN" sz="4400" b="1" dirty="0">
                  <a:solidFill>
                    <a:srgbClr val="EED415"/>
                  </a:solidFill>
                  <a:latin typeface="SNOWREN建刚体" panose="02010604000101010101" pitchFamily="2" charset="-122"/>
                  <a:ea typeface="SNOWREN建刚体" panose="02010604000101010101" pitchFamily="2" charset="-122"/>
                </a:endParaRPr>
              </a:p>
            </p:txBody>
          </p:sp>
          <p:sp>
            <p:nvSpPr>
              <p:cNvPr id="45" name="文本框 44"/>
              <p:cNvSpPr txBox="1"/>
              <p:nvPr/>
            </p:nvSpPr>
            <p:spPr>
              <a:xfrm>
                <a:off x="1386840" y="1452878"/>
                <a:ext cx="80772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3600" i="1" dirty="0" smtClean="0">
                    <a:solidFill>
                      <a:schemeClr val="bg1"/>
                    </a:solidFill>
                    <a:latin typeface="造字工房悦黑体验版常规体" pitchFamily="50" charset="-122"/>
                    <a:ea typeface="造字工房悦黑体验版常规体" pitchFamily="50" charset="-122"/>
                  </a:rPr>
                  <a:t>陆</a:t>
                </a:r>
                <a:endParaRPr lang="en-US" altLang="zh-CN" sz="3600" i="1" dirty="0">
                  <a:solidFill>
                    <a:schemeClr val="bg1"/>
                  </a:solidFill>
                  <a:latin typeface="造字工房悦黑体验版常规体" pitchFamily="50" charset="-122"/>
                  <a:ea typeface="造字工房悦黑体验版常规体" pitchFamily="50" charset="-122"/>
                </a:endParaRPr>
              </a:p>
            </p:txBody>
          </p:sp>
        </p:grpSp>
      </p:grpSp>
      <p:sp>
        <p:nvSpPr>
          <p:cNvPr id="46" name="文本框 45"/>
          <p:cNvSpPr txBox="1"/>
          <p:nvPr/>
        </p:nvSpPr>
        <p:spPr>
          <a:xfrm>
            <a:off x="457485" y="2367171"/>
            <a:ext cx="914123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600" b="1" dirty="0">
                <a:solidFill>
                  <a:srgbClr val="EED415"/>
                </a:solidFill>
                <a:latin typeface="SNOWREN建刚体" panose="02010604000101010101" pitchFamily="2" charset="-122"/>
                <a:ea typeface="SNOWREN建刚体" panose="02010604000101010101" pitchFamily="2" charset="-122"/>
              </a:rPr>
              <a:t>目录</a:t>
            </a:r>
            <a:endParaRPr lang="en-US" altLang="zh-CN" sz="6600" b="1" dirty="0">
              <a:solidFill>
                <a:srgbClr val="EED415"/>
              </a:solidFill>
              <a:latin typeface="SNOWREN建刚体" panose="02010604000101010101" pitchFamily="2" charset="-122"/>
              <a:ea typeface="SNOWREN建刚体" panose="02010604000101010101" pitchFamily="2" charset="-122"/>
            </a:endParaRPr>
          </a:p>
        </p:txBody>
      </p:sp>
      <p:cxnSp>
        <p:nvCxnSpPr>
          <p:cNvPr id="47" name="直接连接符 46"/>
          <p:cNvCxnSpPr/>
          <p:nvPr/>
        </p:nvCxnSpPr>
        <p:spPr>
          <a:xfrm>
            <a:off x="1935349" y="1003902"/>
            <a:ext cx="0" cy="5034917"/>
          </a:xfrm>
          <a:prstGeom prst="line">
            <a:avLst/>
          </a:prstGeom>
          <a:ln w="28575">
            <a:solidFill>
              <a:srgbClr val="EED415"/>
            </a:solidFill>
            <a:prstDash val="lgDashDot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76947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0" y="1899441"/>
            <a:ext cx="12192000" cy="1368248"/>
          </a:xfrm>
          <a:prstGeom prst="rect">
            <a:avLst/>
          </a:prstGeom>
          <a:solidFill>
            <a:srgbClr val="EED41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" name="组合 1"/>
          <p:cNvGrpSpPr/>
          <p:nvPr/>
        </p:nvGrpSpPr>
        <p:grpSpPr>
          <a:xfrm>
            <a:off x="425548" y="533399"/>
            <a:ext cx="5563772" cy="900334"/>
            <a:chOff x="1080868" y="1280159"/>
            <a:chExt cx="5563772" cy="900334"/>
          </a:xfrm>
        </p:grpSpPr>
        <p:sp>
          <p:nvSpPr>
            <p:cNvPr id="3" name="椭圆 2"/>
            <p:cNvSpPr/>
            <p:nvPr/>
          </p:nvSpPr>
          <p:spPr>
            <a:xfrm>
              <a:off x="1294228" y="1280160"/>
              <a:ext cx="900333" cy="900333"/>
            </a:xfrm>
            <a:prstGeom prst="ellipse">
              <a:avLst/>
            </a:prstGeom>
            <a:solidFill>
              <a:srgbClr val="EED4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4" name="组合 3"/>
            <p:cNvGrpSpPr/>
            <p:nvPr/>
          </p:nvGrpSpPr>
          <p:grpSpPr>
            <a:xfrm>
              <a:off x="1080868" y="1280159"/>
              <a:ext cx="5563772" cy="900333"/>
              <a:chOff x="1080868" y="1280159"/>
              <a:chExt cx="5563772" cy="900333"/>
            </a:xfrm>
          </p:grpSpPr>
          <p:sp>
            <p:nvSpPr>
              <p:cNvPr id="5" name="椭圆 4"/>
              <p:cNvSpPr/>
              <p:nvPr/>
            </p:nvSpPr>
            <p:spPr>
              <a:xfrm>
                <a:off x="1080868" y="1280159"/>
                <a:ext cx="900333" cy="900333"/>
              </a:xfrm>
              <a:prstGeom prst="ellipse">
                <a:avLst/>
              </a:prstGeom>
              <a:solidFill>
                <a:srgbClr val="EED415">
                  <a:alpha val="6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" name="文本框 5"/>
              <p:cNvSpPr txBox="1"/>
              <p:nvPr/>
            </p:nvSpPr>
            <p:spPr>
              <a:xfrm>
                <a:off x="2287172" y="1351417"/>
                <a:ext cx="4357468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4400" b="1" dirty="0" smtClean="0">
                    <a:solidFill>
                      <a:srgbClr val="EED415"/>
                    </a:solidFill>
                    <a:latin typeface="SNOWREN建刚体" panose="02010604000101010101" pitchFamily="2" charset="-122"/>
                    <a:ea typeface="SNOWREN建刚体" panose="02010604000101010101" pitchFamily="2" charset="-122"/>
                  </a:rPr>
                  <a:t>死亡</a:t>
                </a:r>
                <a:r>
                  <a:rPr lang="ja-JP" altLang="en-US" sz="4400" b="1" dirty="0" smtClean="0">
                    <a:solidFill>
                      <a:srgbClr val="EED415"/>
                    </a:solidFill>
                    <a:latin typeface="SNOWREN建刚体" panose="02010604000101010101" pitchFamily="2" charset="-122"/>
                    <a:ea typeface="SNOWREN建刚体" panose="02010604000101010101" pitchFamily="2" charset="-122"/>
                  </a:rPr>
                  <a:t>の</a:t>
                </a:r>
                <a:r>
                  <a:rPr lang="zh-CN" altLang="en-US" sz="4400" b="1" dirty="0" smtClean="0">
                    <a:solidFill>
                      <a:srgbClr val="EED415"/>
                    </a:solidFill>
                    <a:latin typeface="SNOWREN建刚体" panose="02010604000101010101" pitchFamily="2" charset="-122"/>
                    <a:ea typeface="SNOWREN建刚体" panose="02010604000101010101" pitchFamily="2" charset="-122"/>
                  </a:rPr>
                  <a:t>焦虑</a:t>
                </a:r>
                <a:endParaRPr lang="zh-CN" altLang="en-US" sz="4400" b="1" dirty="0">
                  <a:solidFill>
                    <a:srgbClr val="EED415"/>
                  </a:solidFill>
                  <a:latin typeface="SNOWREN建刚体" panose="02010604000101010101" pitchFamily="2" charset="-122"/>
                  <a:ea typeface="SNOWREN建刚体" panose="02010604000101010101" pitchFamily="2" charset="-122"/>
                </a:endParaRPr>
              </a:p>
            </p:txBody>
          </p:sp>
          <p:sp>
            <p:nvSpPr>
              <p:cNvPr id="7" name="文本框 6"/>
              <p:cNvSpPr txBox="1"/>
              <p:nvPr/>
            </p:nvSpPr>
            <p:spPr>
              <a:xfrm>
                <a:off x="1386840" y="1452878"/>
                <a:ext cx="80772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3600" i="1" dirty="0" smtClean="0">
                    <a:solidFill>
                      <a:schemeClr val="bg1"/>
                    </a:solidFill>
                    <a:latin typeface="造字工房悦黑体验版常规体" pitchFamily="50" charset="-122"/>
                    <a:ea typeface="造字工房悦黑体验版常规体" pitchFamily="50" charset="-122"/>
                  </a:rPr>
                  <a:t>壹</a:t>
                </a:r>
                <a:endParaRPr lang="en-US" altLang="zh-CN" sz="3600" i="1" dirty="0">
                  <a:solidFill>
                    <a:schemeClr val="bg1"/>
                  </a:solidFill>
                  <a:latin typeface="造字工房悦黑体验版常规体" pitchFamily="50" charset="-122"/>
                  <a:ea typeface="造字工房悦黑体验版常规体" pitchFamily="50" charset="-122"/>
                </a:endParaRPr>
              </a:p>
            </p:txBody>
          </p:sp>
        </p:grpSp>
      </p:grpSp>
      <p:sp>
        <p:nvSpPr>
          <p:cNvPr id="8" name="文本框 7"/>
          <p:cNvSpPr txBox="1"/>
          <p:nvPr/>
        </p:nvSpPr>
        <p:spPr>
          <a:xfrm>
            <a:off x="434662" y="1980724"/>
            <a:ext cx="6482973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solidFill>
                  <a:sysClr val="windowText" lastClr="000000"/>
                </a:solidFill>
                <a:latin typeface="造字工房悦黑体验版常规体" pitchFamily="50" charset="-122"/>
                <a:ea typeface="造字工房悦黑体验版常规体" pitchFamily="50" charset="-122"/>
              </a:rPr>
              <a:t>按照贝克尔的说法，享受生活的唯一方式，就是终极幻觉，它是最基本的人类欲望。他还会催生永生系统，实现其系统的方式大概是三种：</a:t>
            </a:r>
            <a:endParaRPr lang="en-US" altLang="zh-CN" sz="2400" dirty="0" smtClean="0">
              <a:solidFill>
                <a:sysClr val="windowText" lastClr="000000"/>
              </a:solidFill>
              <a:latin typeface="造字工房悦黑体验版常规体" pitchFamily="50" charset="-122"/>
              <a:ea typeface="造字工房悦黑体验版常规体" pitchFamily="50" charset="-122"/>
            </a:endParaRPr>
          </a:p>
          <a:p>
            <a:endParaRPr lang="en-US" altLang="zh-CN" sz="2400" dirty="0" smtClean="0">
              <a:solidFill>
                <a:schemeClr val="bg1"/>
              </a:solidFill>
              <a:latin typeface="造字工房悦黑体验版常规体" pitchFamily="50" charset="-122"/>
              <a:ea typeface="造字工房悦黑体验版常规体" pitchFamily="50" charset="-122"/>
            </a:endParaRPr>
          </a:p>
          <a:p>
            <a:pPr marL="742950" indent="-742950">
              <a:buFont typeface="+mj-lt"/>
              <a:buAutoNum type="arabicPeriod"/>
            </a:pPr>
            <a:r>
              <a:rPr lang="zh-CN" altLang="en-US" sz="4400" b="1" dirty="0" smtClean="0">
                <a:solidFill>
                  <a:srgbClr val="EED415"/>
                </a:solidFill>
                <a:latin typeface="SNOWREN建刚体" panose="02010604000101010101" pitchFamily="2" charset="-122"/>
                <a:ea typeface="SNOWREN建刚体" panose="02010604000101010101" pitchFamily="2" charset="-122"/>
              </a:rPr>
              <a:t>要艺术品要签名</a:t>
            </a:r>
            <a:endParaRPr lang="en-US" altLang="zh-CN" sz="4400" b="1" dirty="0">
              <a:solidFill>
                <a:srgbClr val="EED415"/>
              </a:solidFill>
              <a:latin typeface="SNOWREN建刚体" panose="02010604000101010101" pitchFamily="2" charset="-122"/>
              <a:ea typeface="SNOWREN建刚体" panose="02010604000101010101" pitchFamily="2" charset="-122"/>
            </a:endParaRPr>
          </a:p>
          <a:p>
            <a:pPr marL="742950" indent="-742950">
              <a:buFont typeface="+mj-lt"/>
              <a:buAutoNum type="arabicPeriod"/>
            </a:pPr>
            <a:r>
              <a:rPr lang="zh-CN" altLang="en-US" sz="4400" b="1" dirty="0" smtClean="0">
                <a:solidFill>
                  <a:srgbClr val="EED415"/>
                </a:solidFill>
                <a:latin typeface="SNOWREN建刚体" panose="02010604000101010101" pitchFamily="2" charset="-122"/>
                <a:ea typeface="SNOWREN建刚体" panose="02010604000101010101" pitchFamily="2" charset="-122"/>
              </a:rPr>
              <a:t>要宗教感要文明</a:t>
            </a:r>
            <a:endParaRPr lang="en-US" altLang="zh-CN" sz="4400" b="1" dirty="0">
              <a:solidFill>
                <a:srgbClr val="EED415"/>
              </a:solidFill>
              <a:latin typeface="SNOWREN建刚体" panose="02010604000101010101" pitchFamily="2" charset="-122"/>
              <a:ea typeface="SNOWREN建刚体" panose="02010604000101010101" pitchFamily="2" charset="-122"/>
            </a:endParaRPr>
          </a:p>
          <a:p>
            <a:pPr marL="742950" indent="-742950">
              <a:buFont typeface="+mj-lt"/>
              <a:buAutoNum type="arabicPeriod"/>
            </a:pPr>
            <a:r>
              <a:rPr lang="zh-CN" altLang="en-US" sz="4400" b="1" dirty="0" smtClean="0">
                <a:solidFill>
                  <a:srgbClr val="EED415"/>
                </a:solidFill>
                <a:latin typeface="SNOWREN建刚体" panose="02010604000101010101" pitchFamily="2" charset="-122"/>
                <a:ea typeface="SNOWREN建刚体" panose="02010604000101010101" pitchFamily="2" charset="-122"/>
              </a:rPr>
              <a:t>要财富值要享乐</a:t>
            </a:r>
            <a:endParaRPr lang="en-US" altLang="zh-CN" sz="4400" b="1" dirty="0" smtClean="0">
              <a:solidFill>
                <a:srgbClr val="EED415"/>
              </a:solidFill>
              <a:latin typeface="SNOWREN建刚体" panose="02010604000101010101" pitchFamily="2" charset="-122"/>
              <a:ea typeface="SNOWREN建刚体" panose="02010604000101010101" pitchFamily="2" charset="-122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260" t="3568" r="13592"/>
          <a:stretch/>
        </p:blipFill>
        <p:spPr>
          <a:xfrm>
            <a:off x="6917635" y="1615023"/>
            <a:ext cx="5076498" cy="3816665"/>
          </a:xfrm>
          <a:prstGeom prst="rect">
            <a:avLst/>
          </a:prstGeom>
          <a:ln w="38100" cap="sq">
            <a:solidFill>
              <a:srgbClr val="EED415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3" name="文本框 12"/>
          <p:cNvSpPr txBox="1"/>
          <p:nvPr/>
        </p:nvSpPr>
        <p:spPr>
          <a:xfrm>
            <a:off x="7037820" y="5656742"/>
            <a:ext cx="49563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 smtClean="0">
                <a:solidFill>
                  <a:schemeClr val="bg1"/>
                </a:solidFill>
                <a:latin typeface="造字工房悦黑体验版常规体" pitchFamily="50" charset="-122"/>
                <a:ea typeface="造字工房悦黑体验版常规体" pitchFamily="50" charset="-122"/>
              </a:rPr>
              <a:t> * 漫画里的猫说的话是：</a:t>
            </a:r>
            <a:r>
              <a:rPr lang="zh-CN" altLang="en-US" sz="2800" b="1" dirty="0">
                <a:solidFill>
                  <a:srgbClr val="EED415"/>
                </a:solidFill>
                <a:latin typeface="SNOWREN建刚体" panose="02010604000101010101" pitchFamily="2" charset="-122"/>
                <a:ea typeface="SNOWREN建刚体" panose="02010604000101010101" pitchFamily="2" charset="-122"/>
              </a:rPr>
              <a:t>“什么玩意儿？”</a:t>
            </a:r>
            <a:endParaRPr lang="en-US" altLang="zh-CN" sz="2800" b="1" dirty="0">
              <a:solidFill>
                <a:srgbClr val="EED415"/>
              </a:solidFill>
              <a:latin typeface="SNOWREN建刚体" panose="02010604000101010101" pitchFamily="2" charset="-122"/>
              <a:ea typeface="SNOWREN建刚体" panose="0201060400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442508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圆角矩形 31"/>
          <p:cNvSpPr/>
          <p:nvPr/>
        </p:nvSpPr>
        <p:spPr>
          <a:xfrm>
            <a:off x="440666" y="2371772"/>
            <a:ext cx="10746482" cy="4099560"/>
          </a:xfrm>
          <a:prstGeom prst="roundRect">
            <a:avLst>
              <a:gd name="adj" fmla="val 7933"/>
            </a:avLst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7" name="组合 16"/>
          <p:cNvGrpSpPr/>
          <p:nvPr/>
        </p:nvGrpSpPr>
        <p:grpSpPr>
          <a:xfrm>
            <a:off x="475614" y="468510"/>
            <a:ext cx="6369465" cy="769441"/>
            <a:chOff x="617282" y="558662"/>
            <a:chExt cx="6369465" cy="769441"/>
          </a:xfrm>
        </p:grpSpPr>
        <p:sp>
          <p:nvSpPr>
            <p:cNvPr id="6" name="文本框 5"/>
            <p:cNvSpPr txBox="1"/>
            <p:nvPr/>
          </p:nvSpPr>
          <p:spPr>
            <a:xfrm>
              <a:off x="2323691" y="558662"/>
              <a:ext cx="3446045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4400" b="1" dirty="0" smtClean="0">
                  <a:solidFill>
                    <a:srgbClr val="EED415"/>
                  </a:solidFill>
                  <a:latin typeface="SNOWREN建刚体" panose="02010604000101010101" pitchFamily="2" charset="-122"/>
                  <a:ea typeface="SNOWREN建刚体" panose="02010604000101010101" pitchFamily="2" charset="-122"/>
                </a:rPr>
                <a:t>摘抄の感悟</a:t>
              </a:r>
              <a:endParaRPr lang="zh-CN" altLang="en-US" sz="4400" b="1" dirty="0">
                <a:solidFill>
                  <a:srgbClr val="EED415"/>
                </a:solidFill>
                <a:latin typeface="SNOWREN建刚体" panose="02010604000101010101" pitchFamily="2" charset="-122"/>
                <a:ea typeface="SNOWREN建刚体" panose="02010604000101010101" pitchFamily="2" charset="-122"/>
              </a:endParaRPr>
            </a:p>
          </p:txBody>
        </p:sp>
        <p:grpSp>
          <p:nvGrpSpPr>
            <p:cNvPr id="11" name="组合 10"/>
            <p:cNvGrpSpPr/>
            <p:nvPr/>
          </p:nvGrpSpPr>
          <p:grpSpPr>
            <a:xfrm>
              <a:off x="617282" y="603938"/>
              <a:ext cx="1697223" cy="678890"/>
              <a:chOff x="617282" y="603938"/>
              <a:chExt cx="1697223" cy="678890"/>
            </a:xfrm>
          </p:grpSpPr>
          <p:sp>
            <p:nvSpPr>
              <p:cNvPr id="3" name="椭圆 2"/>
              <p:cNvSpPr/>
              <p:nvPr/>
            </p:nvSpPr>
            <p:spPr>
              <a:xfrm rot="5400000">
                <a:off x="956726" y="603938"/>
                <a:ext cx="678890" cy="678890"/>
              </a:xfrm>
              <a:prstGeom prst="ellipse">
                <a:avLst/>
              </a:prstGeom>
              <a:solidFill>
                <a:srgbClr val="EED415">
                  <a:alpha val="69804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" name="椭圆 4"/>
              <p:cNvSpPr/>
              <p:nvPr/>
            </p:nvSpPr>
            <p:spPr>
              <a:xfrm rot="5400000">
                <a:off x="617282" y="603938"/>
                <a:ext cx="678890" cy="678890"/>
              </a:xfrm>
              <a:prstGeom prst="ellipse">
                <a:avLst/>
              </a:prstGeom>
              <a:solidFill>
                <a:srgbClr val="EED415">
                  <a:alpha val="6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" name="椭圆 8"/>
              <p:cNvSpPr/>
              <p:nvPr/>
            </p:nvSpPr>
            <p:spPr>
              <a:xfrm rot="5400000">
                <a:off x="1296170" y="603938"/>
                <a:ext cx="678890" cy="678890"/>
              </a:xfrm>
              <a:prstGeom prst="ellipse">
                <a:avLst/>
              </a:prstGeom>
              <a:solidFill>
                <a:srgbClr val="EED415">
                  <a:alpha val="69804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" name="椭圆 9"/>
              <p:cNvSpPr/>
              <p:nvPr/>
            </p:nvSpPr>
            <p:spPr>
              <a:xfrm rot="5400000">
                <a:off x="1635615" y="603938"/>
                <a:ext cx="678890" cy="678890"/>
              </a:xfrm>
              <a:prstGeom prst="ellipse">
                <a:avLst/>
              </a:prstGeom>
              <a:solidFill>
                <a:srgbClr val="EED415">
                  <a:alpha val="69804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2" name="组合 11"/>
            <p:cNvGrpSpPr/>
            <p:nvPr/>
          </p:nvGrpSpPr>
          <p:grpSpPr>
            <a:xfrm>
              <a:off x="5289524" y="603937"/>
              <a:ext cx="1697223" cy="678890"/>
              <a:chOff x="617282" y="603938"/>
              <a:chExt cx="1697223" cy="678890"/>
            </a:xfrm>
          </p:grpSpPr>
          <p:sp>
            <p:nvSpPr>
              <p:cNvPr id="13" name="椭圆 12"/>
              <p:cNvSpPr/>
              <p:nvPr/>
            </p:nvSpPr>
            <p:spPr>
              <a:xfrm rot="5400000">
                <a:off x="956726" y="603938"/>
                <a:ext cx="678890" cy="678890"/>
              </a:xfrm>
              <a:prstGeom prst="ellipse">
                <a:avLst/>
              </a:prstGeom>
              <a:solidFill>
                <a:srgbClr val="EED415">
                  <a:alpha val="69804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" name="椭圆 13"/>
              <p:cNvSpPr/>
              <p:nvPr/>
            </p:nvSpPr>
            <p:spPr>
              <a:xfrm rot="5400000">
                <a:off x="617282" y="603938"/>
                <a:ext cx="678890" cy="678890"/>
              </a:xfrm>
              <a:prstGeom prst="ellipse">
                <a:avLst/>
              </a:prstGeom>
              <a:solidFill>
                <a:srgbClr val="EED415">
                  <a:alpha val="6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" name="椭圆 14"/>
              <p:cNvSpPr/>
              <p:nvPr/>
            </p:nvSpPr>
            <p:spPr>
              <a:xfrm rot="5400000">
                <a:off x="1296170" y="603938"/>
                <a:ext cx="678890" cy="678890"/>
              </a:xfrm>
              <a:prstGeom prst="ellipse">
                <a:avLst/>
              </a:prstGeom>
              <a:solidFill>
                <a:srgbClr val="EED415">
                  <a:alpha val="69804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" name="椭圆 15"/>
              <p:cNvSpPr/>
              <p:nvPr/>
            </p:nvSpPr>
            <p:spPr>
              <a:xfrm rot="5400000">
                <a:off x="1635615" y="603938"/>
                <a:ext cx="678890" cy="678890"/>
              </a:xfrm>
              <a:prstGeom prst="ellipse">
                <a:avLst/>
              </a:prstGeom>
              <a:solidFill>
                <a:srgbClr val="EED415">
                  <a:alpha val="69804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18" name="文本框 17"/>
          <p:cNvSpPr txBox="1"/>
          <p:nvPr/>
        </p:nvSpPr>
        <p:spPr>
          <a:xfrm>
            <a:off x="740233" y="1596169"/>
            <a:ext cx="7914370" cy="1569660"/>
          </a:xfrm>
          <a:prstGeom prst="rect">
            <a:avLst/>
          </a:prstGeom>
          <a:blipFill dpi="0" rotWithShape="1">
            <a:blip r:embed="rId2"/>
            <a:srcRect/>
            <a:tile tx="0" ty="0" sx="100000" sy="100000" flip="none" algn="tl"/>
          </a:blipFill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solidFill>
                  <a:schemeClr val="bg1"/>
                </a:solidFill>
                <a:latin typeface="造字工房悦黑体验版常规体" pitchFamily="50" charset="-122"/>
                <a:ea typeface="造字工房悦黑体验版常规体" pitchFamily="50" charset="-122"/>
              </a:rPr>
              <a:t>对克尔凯郭尔来说，根本性的人类焦虑和绝望，跟神经质的焦虑和绝望想必，更会让我们急得团团转。一些人因太多的可能性而不知所措：我们时间有限的肉身不能处理每日生活和想象中出现的无限选择，时间太少，想做的太多。</a:t>
            </a:r>
            <a:endParaRPr lang="en-US" altLang="zh-CN" sz="2400" dirty="0">
              <a:solidFill>
                <a:schemeClr val="bg1"/>
              </a:solidFill>
              <a:latin typeface="造字工房悦黑体验版常规体" pitchFamily="50" charset="-122"/>
              <a:ea typeface="造字工房悦黑体验版常规体" pitchFamily="50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742377" y="3185127"/>
            <a:ext cx="7375905" cy="2308324"/>
          </a:xfrm>
          <a:prstGeom prst="rect">
            <a:avLst/>
          </a:prstGeom>
          <a:blipFill dpi="0" rotWithShape="1">
            <a:blip r:embed="rId2"/>
            <a:srcRect/>
            <a:tile tx="0" ty="0" sx="100000" sy="100000" flip="none" algn="tl"/>
          </a:blip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 smtClean="0">
                <a:solidFill>
                  <a:srgbClr val="EED415"/>
                </a:solidFill>
                <a:latin typeface="造字工房悦黑体验版常规体" pitchFamily="50" charset="-122"/>
                <a:ea typeface="造字工房悦黑体验版常规体" pitchFamily="50" charset="-122"/>
              </a:rPr>
              <a:t>要解决这样的焦虑有以下几个办法：</a:t>
            </a:r>
            <a:endParaRPr lang="en-US" altLang="zh-CN" sz="2400" dirty="0">
              <a:solidFill>
                <a:srgbClr val="EED415"/>
              </a:solidFill>
              <a:latin typeface="造字工房悦黑体验版常规体" pitchFamily="50" charset="-122"/>
              <a:ea typeface="造字工房悦黑体验版常规体" pitchFamily="50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400" dirty="0" smtClean="0">
                <a:solidFill>
                  <a:srgbClr val="EED415"/>
                </a:solidFill>
                <a:latin typeface="造字工房悦黑体验版常规体" pitchFamily="50" charset="-122"/>
                <a:ea typeface="造字工房悦黑体验版常规体" pitchFamily="50" charset="-122"/>
              </a:rPr>
              <a:t>关闭自我：</a:t>
            </a:r>
            <a:r>
              <a:rPr lang="zh-CN" altLang="en-US" sz="2400" dirty="0" smtClean="0">
                <a:solidFill>
                  <a:schemeClr val="bg1"/>
                </a:solidFill>
                <a:latin typeface="造字工房悦黑体验版常规体" pitchFamily="50" charset="-122"/>
                <a:ea typeface="造字工房悦黑体验版常规体" pitchFamily="50" charset="-122"/>
              </a:rPr>
              <a:t>做好键盘侠，只在电脑前变身</a:t>
            </a:r>
            <a:endParaRPr lang="en-US" altLang="zh-CN" sz="2400" dirty="0" smtClean="0">
              <a:solidFill>
                <a:schemeClr val="bg1"/>
              </a:solidFill>
              <a:latin typeface="造字工房悦黑体验版常规体" pitchFamily="50" charset="-122"/>
              <a:ea typeface="造字工房悦黑体验版常规体" pitchFamily="50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400" dirty="0" smtClean="0">
                <a:solidFill>
                  <a:srgbClr val="EED415"/>
                </a:solidFill>
                <a:latin typeface="造字工房悦黑体验版常规体" pitchFamily="50" charset="-122"/>
                <a:ea typeface="造字工房悦黑体验版常规体" pitchFamily="50" charset="-122"/>
              </a:rPr>
              <a:t>永远结束：</a:t>
            </a:r>
            <a:r>
              <a:rPr lang="zh-CN" altLang="en-US" sz="2400" dirty="0" smtClean="0">
                <a:solidFill>
                  <a:schemeClr val="bg1"/>
                </a:solidFill>
                <a:latin typeface="造字工房悦黑体验版常规体" pitchFamily="50" charset="-122"/>
                <a:ea typeface="造字工房悦黑体验版常规体" pitchFamily="50" charset="-122"/>
              </a:rPr>
              <a:t>月半子是没有活路的，做个死吃货吧</a:t>
            </a:r>
            <a:endParaRPr lang="en-US" altLang="zh-CN" sz="2400" dirty="0" smtClean="0">
              <a:solidFill>
                <a:schemeClr val="bg1"/>
              </a:solidFill>
              <a:latin typeface="造字工房悦黑体验版常规体" pitchFamily="50" charset="-122"/>
              <a:ea typeface="造字工房悦黑体验版常规体" pitchFamily="50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400" dirty="0" smtClean="0">
                <a:solidFill>
                  <a:srgbClr val="EED415"/>
                </a:solidFill>
                <a:latin typeface="造字工房悦黑体验版常规体" pitchFamily="50" charset="-122"/>
                <a:ea typeface="造字工房悦黑体验版常规体" pitchFamily="50" charset="-122"/>
              </a:rPr>
              <a:t>尝试逃避：</a:t>
            </a:r>
            <a:r>
              <a:rPr lang="zh-CN" altLang="en-US" sz="2400" dirty="0" smtClean="0">
                <a:solidFill>
                  <a:schemeClr val="bg1"/>
                </a:solidFill>
                <a:latin typeface="造字工房悦黑体验版常规体" pitchFamily="50" charset="-122"/>
                <a:ea typeface="造字工房悦黑体验版常规体" pitchFamily="50" charset="-122"/>
              </a:rPr>
              <a:t>只做自己</a:t>
            </a:r>
            <a:r>
              <a:rPr lang="en-US" altLang="zh-CN" sz="2400" dirty="0" smtClean="0">
                <a:solidFill>
                  <a:schemeClr val="bg1"/>
                </a:solidFill>
                <a:latin typeface="造字工房悦黑体验版常规体" pitchFamily="50" charset="-122"/>
                <a:ea typeface="造字工房悦黑体验版常规体" pitchFamily="50" charset="-122"/>
              </a:rPr>
              <a:t>/</a:t>
            </a:r>
            <a:r>
              <a:rPr lang="zh-CN" altLang="en-US" sz="2400" dirty="0" smtClean="0">
                <a:solidFill>
                  <a:schemeClr val="bg1"/>
                </a:solidFill>
                <a:latin typeface="造字工房悦黑体验版常规体" pitchFamily="50" charset="-122"/>
                <a:ea typeface="造字工房悦黑体验版常规体" pitchFamily="50" charset="-122"/>
              </a:rPr>
              <a:t>陷入日常</a:t>
            </a:r>
            <a:r>
              <a:rPr lang="en-US" altLang="zh-CN" sz="2400" dirty="0" smtClean="0">
                <a:solidFill>
                  <a:schemeClr val="bg1"/>
                </a:solidFill>
                <a:latin typeface="造字工房悦黑体验版常规体" pitchFamily="50" charset="-122"/>
                <a:ea typeface="造字工房悦黑体验版常规体" pitchFamily="50" charset="-122"/>
              </a:rPr>
              <a:t>/</a:t>
            </a:r>
            <a:r>
              <a:rPr lang="zh-CN" altLang="en-US" sz="2400" dirty="0" smtClean="0">
                <a:solidFill>
                  <a:schemeClr val="bg1"/>
                </a:solidFill>
                <a:latin typeface="造字工房悦黑体验版常规体" pitchFamily="50" charset="-122"/>
                <a:ea typeface="造字工房悦黑体验版常规体" pitchFamily="50" charset="-122"/>
              </a:rPr>
              <a:t>自我创造</a:t>
            </a:r>
            <a:endParaRPr lang="en-US" altLang="zh-CN" sz="2400" dirty="0">
              <a:solidFill>
                <a:schemeClr val="bg1"/>
              </a:solidFill>
              <a:latin typeface="造字工房悦黑体验版常规体" pitchFamily="50" charset="-122"/>
              <a:ea typeface="造字工房悦黑体验版常规体" pitchFamily="50" charset="-122"/>
            </a:endParaRPr>
          </a:p>
        </p:txBody>
      </p:sp>
      <p:pic>
        <p:nvPicPr>
          <p:cNvPr id="34" name="图片 3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54170" y="853230"/>
            <a:ext cx="2845196" cy="3994387"/>
          </a:xfrm>
          <a:prstGeom prst="rect">
            <a:avLst/>
          </a:prstGeom>
          <a:ln w="38100" cap="sq">
            <a:solidFill>
              <a:schemeClr val="bg1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36" name="文本框 35"/>
          <p:cNvSpPr txBox="1"/>
          <p:nvPr/>
        </p:nvSpPr>
        <p:spPr>
          <a:xfrm>
            <a:off x="9336044" y="5136401"/>
            <a:ext cx="2081447" cy="954107"/>
          </a:xfrm>
          <a:prstGeom prst="rect">
            <a:avLst/>
          </a:prstGeom>
          <a:blipFill dpi="0" rotWithShape="1">
            <a:blip r:embed="rId2"/>
            <a:srcRect/>
            <a:tile tx="0" ty="0" sx="100000" sy="100000" flip="none" algn="tl"/>
          </a:blip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dirty="0" smtClean="0">
                <a:solidFill>
                  <a:srgbClr val="EED415"/>
                </a:solidFill>
                <a:latin typeface="SNOWREN建刚体" panose="02010604000101010101" pitchFamily="2" charset="-122"/>
                <a:ea typeface="SNOWREN建刚体" panose="02010604000101010101" pitchFamily="2" charset="-122"/>
              </a:rPr>
              <a:t>参考电影</a:t>
            </a:r>
            <a:endParaRPr lang="en-US" altLang="zh-CN" sz="2800" b="1" dirty="0" smtClean="0">
              <a:solidFill>
                <a:srgbClr val="EED415"/>
              </a:solidFill>
              <a:latin typeface="SNOWREN建刚体" panose="02010604000101010101" pitchFamily="2" charset="-122"/>
              <a:ea typeface="SNOWREN建刚体" panose="02010604000101010101" pitchFamily="2" charset="-122"/>
            </a:endParaRPr>
          </a:p>
          <a:p>
            <a:pPr algn="ctr"/>
            <a:r>
              <a:rPr lang="en-US" altLang="zh-CN" sz="2800" b="1" dirty="0" smtClean="0">
                <a:solidFill>
                  <a:srgbClr val="EED415"/>
                </a:solidFill>
                <a:latin typeface="SNOWREN建刚体" panose="02010604000101010101" pitchFamily="2" charset="-122"/>
                <a:ea typeface="SNOWREN建刚体" panose="02010604000101010101" pitchFamily="2" charset="-122"/>
              </a:rPr>
              <a:t>《</a:t>
            </a:r>
            <a:r>
              <a:rPr lang="zh-CN" altLang="en-US" sz="2800" b="1" dirty="0" smtClean="0">
                <a:solidFill>
                  <a:srgbClr val="EED415"/>
                </a:solidFill>
                <a:latin typeface="SNOWREN建刚体" panose="02010604000101010101" pitchFamily="2" charset="-122"/>
                <a:ea typeface="SNOWREN建刚体" panose="02010604000101010101" pitchFamily="2" charset="-122"/>
              </a:rPr>
              <a:t>黑天鹅</a:t>
            </a:r>
            <a:r>
              <a:rPr lang="en-US" altLang="zh-CN" sz="2800" b="1" dirty="0" smtClean="0">
                <a:solidFill>
                  <a:srgbClr val="EED415"/>
                </a:solidFill>
                <a:latin typeface="SNOWREN建刚体" panose="02010604000101010101" pitchFamily="2" charset="-122"/>
                <a:ea typeface="SNOWREN建刚体" panose="02010604000101010101" pitchFamily="2" charset="-122"/>
              </a:rPr>
              <a:t>》</a:t>
            </a:r>
            <a:endParaRPr lang="zh-CN" altLang="en-US" sz="2800" b="1" dirty="0">
              <a:solidFill>
                <a:srgbClr val="EED415"/>
              </a:solidFill>
              <a:latin typeface="SNOWREN建刚体" panose="02010604000101010101" pitchFamily="2" charset="-122"/>
              <a:ea typeface="SNOWREN建刚体" panose="02010604000101010101" pitchFamily="2" charset="-122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750661" y="5807389"/>
            <a:ext cx="7973165" cy="523220"/>
          </a:xfrm>
          <a:prstGeom prst="rect">
            <a:avLst/>
          </a:prstGeom>
          <a:blipFill dpi="0" rotWithShape="1">
            <a:blip r:embed="rId2"/>
            <a:srcRect/>
            <a:tile tx="0" ty="0" sx="100000" sy="100000" flip="none" algn="tl"/>
          </a:blipFill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SNOWREN建刚体" panose="02010604000101010101" pitchFamily="2" charset="-122"/>
                <a:ea typeface="SNOWREN建刚体" panose="02010604000101010101" pitchFamily="2" charset="-122"/>
              </a:rPr>
              <a:t>感悟</a:t>
            </a:r>
            <a:r>
              <a:rPr lang="zh-CN" altLang="en-US" sz="2800" b="1" dirty="0" smtClean="0">
                <a:solidFill>
                  <a:schemeClr val="bg1"/>
                </a:solidFill>
                <a:latin typeface="SNOWREN建刚体" panose="02010604000101010101" pitchFamily="2" charset="-122"/>
                <a:ea typeface="SNOWREN建刚体" panose="02010604000101010101" pitchFamily="2" charset="-122"/>
              </a:rPr>
              <a:t>：</a:t>
            </a:r>
            <a:r>
              <a:rPr lang="zh-CN" altLang="en-US" sz="2800" b="1" dirty="0">
                <a:solidFill>
                  <a:schemeClr val="bg1"/>
                </a:solidFill>
                <a:latin typeface="SNOWREN建刚体" panose="02010604000101010101" pitchFamily="2" charset="-122"/>
                <a:ea typeface="SNOWREN建刚体" panose="02010604000101010101" pitchFamily="2" charset="-122"/>
              </a:rPr>
              <a:t>要这么</a:t>
            </a:r>
            <a:r>
              <a:rPr lang="zh-CN" altLang="en-US" sz="2800" b="1" dirty="0" smtClean="0">
                <a:solidFill>
                  <a:schemeClr val="bg1"/>
                </a:solidFill>
                <a:latin typeface="SNOWREN建刚体" panose="02010604000101010101" pitchFamily="2" charset="-122"/>
                <a:ea typeface="SNOWREN建刚体" panose="02010604000101010101" pitchFamily="2" charset="-122"/>
              </a:rPr>
              <a:t>说，焦虑才是我们一辈子的真爱。</a:t>
            </a:r>
            <a:endParaRPr lang="en-US" altLang="zh-CN" sz="2800" b="1" dirty="0">
              <a:solidFill>
                <a:schemeClr val="bg1"/>
              </a:solidFill>
              <a:latin typeface="SNOWREN建刚体" panose="02010604000101010101" pitchFamily="2" charset="-122"/>
              <a:ea typeface="SNOWREN建刚体" panose="02010604000101010101" pitchFamily="2" charset="-122"/>
            </a:endParaRPr>
          </a:p>
        </p:txBody>
      </p:sp>
      <p:cxnSp>
        <p:nvCxnSpPr>
          <p:cNvPr id="40" name="直接连接符 39"/>
          <p:cNvCxnSpPr/>
          <p:nvPr/>
        </p:nvCxnSpPr>
        <p:spPr>
          <a:xfrm flipH="1">
            <a:off x="815059" y="5607739"/>
            <a:ext cx="7749392" cy="0"/>
          </a:xfrm>
          <a:prstGeom prst="line">
            <a:avLst/>
          </a:prstGeom>
          <a:ln w="28575">
            <a:solidFill>
              <a:srgbClr val="EED415"/>
            </a:solidFill>
            <a:prstDash val="lgDashDot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79741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0" y="1899441"/>
            <a:ext cx="12192000" cy="1368248"/>
          </a:xfrm>
          <a:prstGeom prst="rect">
            <a:avLst/>
          </a:prstGeom>
          <a:solidFill>
            <a:srgbClr val="EED41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" name="组合 1"/>
          <p:cNvGrpSpPr/>
          <p:nvPr/>
        </p:nvGrpSpPr>
        <p:grpSpPr>
          <a:xfrm>
            <a:off x="425548" y="533399"/>
            <a:ext cx="5563772" cy="900334"/>
            <a:chOff x="1080868" y="1280159"/>
            <a:chExt cx="5563772" cy="900334"/>
          </a:xfrm>
        </p:grpSpPr>
        <p:sp>
          <p:nvSpPr>
            <p:cNvPr id="3" name="椭圆 2"/>
            <p:cNvSpPr/>
            <p:nvPr/>
          </p:nvSpPr>
          <p:spPr>
            <a:xfrm>
              <a:off x="1294228" y="1280160"/>
              <a:ext cx="900333" cy="900333"/>
            </a:xfrm>
            <a:prstGeom prst="ellipse">
              <a:avLst/>
            </a:prstGeom>
            <a:solidFill>
              <a:srgbClr val="EED4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4" name="组合 3"/>
            <p:cNvGrpSpPr/>
            <p:nvPr/>
          </p:nvGrpSpPr>
          <p:grpSpPr>
            <a:xfrm>
              <a:off x="1080868" y="1280159"/>
              <a:ext cx="5563772" cy="900333"/>
              <a:chOff x="1080868" y="1280159"/>
              <a:chExt cx="5563772" cy="900333"/>
            </a:xfrm>
          </p:grpSpPr>
          <p:sp>
            <p:nvSpPr>
              <p:cNvPr id="5" name="椭圆 4"/>
              <p:cNvSpPr/>
              <p:nvPr/>
            </p:nvSpPr>
            <p:spPr>
              <a:xfrm>
                <a:off x="1080868" y="1280159"/>
                <a:ext cx="900333" cy="900333"/>
              </a:xfrm>
              <a:prstGeom prst="ellipse">
                <a:avLst/>
              </a:prstGeom>
              <a:solidFill>
                <a:srgbClr val="EED415">
                  <a:alpha val="6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" name="文本框 5"/>
              <p:cNvSpPr txBox="1"/>
              <p:nvPr/>
            </p:nvSpPr>
            <p:spPr>
              <a:xfrm>
                <a:off x="2287172" y="1351417"/>
                <a:ext cx="4357468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4400" b="1" dirty="0" smtClean="0">
                    <a:solidFill>
                      <a:srgbClr val="EED415"/>
                    </a:solidFill>
                    <a:latin typeface="SNOWREN建刚体" panose="02010604000101010101" pitchFamily="2" charset="-122"/>
                    <a:ea typeface="SNOWREN建刚体" panose="02010604000101010101" pitchFamily="2" charset="-122"/>
                  </a:rPr>
                  <a:t>永恒</a:t>
                </a:r>
                <a:r>
                  <a:rPr lang="ja-JP" altLang="en-US" sz="4400" b="1" dirty="0" smtClean="0">
                    <a:solidFill>
                      <a:srgbClr val="EED415"/>
                    </a:solidFill>
                    <a:latin typeface="SNOWREN建刚体" panose="02010604000101010101" pitchFamily="2" charset="-122"/>
                    <a:ea typeface="SNOWREN建刚体" panose="02010604000101010101" pitchFamily="2" charset="-122"/>
                  </a:rPr>
                  <a:t>の</a:t>
                </a:r>
                <a:r>
                  <a:rPr lang="zh-CN" altLang="en-US" sz="4400" b="1" dirty="0" smtClean="0">
                    <a:solidFill>
                      <a:srgbClr val="EED415"/>
                    </a:solidFill>
                    <a:latin typeface="SNOWREN建刚体" panose="02010604000101010101" pitchFamily="2" charset="-122"/>
                    <a:ea typeface="SNOWREN建刚体" panose="02010604000101010101" pitchFamily="2" charset="-122"/>
                  </a:rPr>
                  <a:t>现在</a:t>
                </a:r>
              </a:p>
            </p:txBody>
          </p:sp>
          <p:sp>
            <p:nvSpPr>
              <p:cNvPr id="7" name="文本框 6"/>
              <p:cNvSpPr txBox="1"/>
              <p:nvPr/>
            </p:nvSpPr>
            <p:spPr>
              <a:xfrm>
                <a:off x="1386840" y="1452878"/>
                <a:ext cx="80772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3600" i="1" dirty="0" smtClean="0">
                    <a:solidFill>
                      <a:schemeClr val="bg1"/>
                    </a:solidFill>
                    <a:latin typeface="造字工房悦黑体验版常规体" pitchFamily="50" charset="-122"/>
                    <a:ea typeface="造字工房悦黑体验版常规体" pitchFamily="50" charset="-122"/>
                  </a:rPr>
                  <a:t>贰</a:t>
                </a:r>
                <a:endParaRPr lang="en-US" altLang="zh-CN" sz="3600" i="1" dirty="0">
                  <a:solidFill>
                    <a:schemeClr val="bg1"/>
                  </a:solidFill>
                  <a:latin typeface="造字工房悦黑体验版常规体" pitchFamily="50" charset="-122"/>
                  <a:ea typeface="造字工房悦黑体验版常规体" pitchFamily="50" charset="-122"/>
                </a:endParaRPr>
              </a:p>
            </p:txBody>
          </p:sp>
        </p:grpSp>
      </p:grpSp>
      <p:sp>
        <p:nvSpPr>
          <p:cNvPr id="8" name="文本框 7"/>
          <p:cNvSpPr txBox="1"/>
          <p:nvPr/>
        </p:nvSpPr>
        <p:spPr>
          <a:xfrm>
            <a:off x="434662" y="1980724"/>
            <a:ext cx="6482973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solidFill>
                  <a:sysClr val="windowText" lastClr="000000"/>
                </a:solidFill>
                <a:latin typeface="造字工房悦黑体验版常规体" pitchFamily="50" charset="-122"/>
                <a:ea typeface="造字工房悦黑体验版常规体" pitchFamily="50" charset="-122"/>
              </a:rPr>
              <a:t>永恒就是此刻，而不是死亡之后，这是维特根斯坦的看法。而扯犊子的威廉詹姆斯认为：现在并不存在，只是未来和过去的边界线。</a:t>
            </a:r>
            <a:endParaRPr lang="en-US" altLang="zh-CN" sz="2400" dirty="0" smtClean="0">
              <a:solidFill>
                <a:sysClr val="windowText" lastClr="000000"/>
              </a:solidFill>
              <a:latin typeface="造字工房悦黑体验版常规体" pitchFamily="50" charset="-122"/>
              <a:ea typeface="造字工房悦黑体验版常规体" pitchFamily="50" charset="-122"/>
            </a:endParaRPr>
          </a:p>
          <a:p>
            <a:endParaRPr lang="en-US" altLang="zh-CN" sz="2400" dirty="0" smtClean="0">
              <a:solidFill>
                <a:schemeClr val="bg1"/>
              </a:solidFill>
              <a:latin typeface="造字工房悦黑体验版常规体" pitchFamily="50" charset="-122"/>
              <a:ea typeface="造字工房悦黑体验版常规体" pitchFamily="50" charset="-122"/>
            </a:endParaRPr>
          </a:p>
          <a:p>
            <a:endParaRPr lang="en-US" altLang="zh-CN" sz="2400" dirty="0" smtClean="0">
              <a:solidFill>
                <a:schemeClr val="bg1"/>
              </a:solidFill>
              <a:latin typeface="造字工房悦黑体验版常规体" pitchFamily="50" charset="-122"/>
              <a:ea typeface="造字工房悦黑体验版常规体" pitchFamily="50" charset="-122"/>
            </a:endParaRPr>
          </a:p>
          <a:p>
            <a:r>
              <a:rPr lang="zh-CN" altLang="en-US" sz="2400" dirty="0" smtClean="0">
                <a:solidFill>
                  <a:schemeClr val="bg1"/>
                </a:solidFill>
                <a:latin typeface="造字工房悦黑体验版常规体" pitchFamily="50" charset="-122"/>
                <a:ea typeface="造字工房悦黑体验版常规体" pitchFamily="50" charset="-122"/>
              </a:rPr>
              <a:t>为了理解这个观点，我们来看看当代哲学家艾伦</a:t>
            </a:r>
            <a:r>
              <a:rPr lang="en-US" altLang="zh-CN" sz="2400" dirty="0" smtClean="0">
                <a:solidFill>
                  <a:schemeClr val="bg1"/>
                </a:solidFill>
                <a:latin typeface="造字工房悦黑体验版常规体" pitchFamily="50" charset="-122"/>
                <a:ea typeface="造字工房悦黑体验版常规体" pitchFamily="50" charset="-122"/>
              </a:rPr>
              <a:t>.</a:t>
            </a:r>
            <a:r>
              <a:rPr lang="zh-CN" altLang="en-US" sz="2400" dirty="0" smtClean="0">
                <a:solidFill>
                  <a:schemeClr val="bg1"/>
                </a:solidFill>
                <a:latin typeface="造字工房悦黑体验版常规体" pitchFamily="50" charset="-122"/>
                <a:ea typeface="造字工房悦黑体验版常规体" pitchFamily="50" charset="-122"/>
              </a:rPr>
              <a:t>斯图尔特</a:t>
            </a:r>
            <a:r>
              <a:rPr lang="en-US" altLang="zh-CN" sz="2400" dirty="0" smtClean="0">
                <a:solidFill>
                  <a:schemeClr val="bg1"/>
                </a:solidFill>
                <a:latin typeface="造字工房悦黑体验版常规体" pitchFamily="50" charset="-122"/>
                <a:ea typeface="造字工房悦黑体验版常规体" pitchFamily="50" charset="-122"/>
              </a:rPr>
              <a:t>.</a:t>
            </a:r>
            <a:r>
              <a:rPr lang="zh-CN" altLang="en-US" sz="2400" dirty="0" smtClean="0">
                <a:solidFill>
                  <a:schemeClr val="bg1"/>
                </a:solidFill>
                <a:latin typeface="造字工房悦黑体验版常规体" pitchFamily="50" charset="-122"/>
                <a:ea typeface="造字工房悦黑体验版常规体" pitchFamily="50" charset="-122"/>
              </a:rPr>
              <a:t>格尼斯伯格的观点</a:t>
            </a:r>
            <a:r>
              <a:rPr lang="en-US" altLang="zh-CN" sz="2400" dirty="0" smtClean="0">
                <a:solidFill>
                  <a:schemeClr val="bg1"/>
                </a:solidFill>
                <a:latin typeface="造字工房悦黑体验版常规体" pitchFamily="50" charset="-122"/>
                <a:ea typeface="造字工房悦黑体验版常规体" pitchFamily="50" charset="-122"/>
              </a:rPr>
              <a:t>——</a:t>
            </a:r>
            <a:r>
              <a:rPr lang="zh-CN" altLang="en-US" sz="2400" dirty="0" smtClean="0">
                <a:solidFill>
                  <a:schemeClr val="bg1"/>
                </a:solidFill>
                <a:latin typeface="造字工房悦黑体验版常规体" pitchFamily="50" charset="-122"/>
                <a:ea typeface="造字工房悦黑体验版常规体" pitchFamily="50" charset="-122"/>
              </a:rPr>
              <a:t>除了他老母之外，所有人都知道他的另一个名字：伍迪</a:t>
            </a:r>
            <a:r>
              <a:rPr lang="en-US" altLang="zh-CN" sz="2400" dirty="0" smtClean="0">
                <a:solidFill>
                  <a:schemeClr val="bg1"/>
                </a:solidFill>
                <a:latin typeface="造字工房悦黑体验版常规体" pitchFamily="50" charset="-122"/>
                <a:ea typeface="造字工房悦黑体验版常规体" pitchFamily="50" charset="-122"/>
              </a:rPr>
              <a:t>.</a:t>
            </a:r>
            <a:r>
              <a:rPr lang="zh-CN" altLang="en-US" sz="2400" dirty="0" smtClean="0">
                <a:solidFill>
                  <a:schemeClr val="bg1"/>
                </a:solidFill>
                <a:latin typeface="造字工房悦黑体验版常规体" pitchFamily="50" charset="-122"/>
                <a:ea typeface="造字工房悦黑体验版常规体" pitchFamily="50" charset="-122"/>
              </a:rPr>
              <a:t>艾伦。</a:t>
            </a:r>
            <a:r>
              <a:rPr lang="en-US" altLang="zh-CN" sz="2400" dirty="0" smtClean="0">
                <a:solidFill>
                  <a:schemeClr val="bg1"/>
                </a:solidFill>
                <a:latin typeface="造字工房悦黑体验版常规体" pitchFamily="50" charset="-122"/>
                <a:ea typeface="造字工房悦黑体验版常规体" pitchFamily="50" charset="-122"/>
              </a:rPr>
              <a:t>——</a:t>
            </a:r>
            <a:r>
              <a:rPr lang="zh-CN" altLang="en-US" sz="2400" dirty="0" smtClean="0">
                <a:solidFill>
                  <a:schemeClr val="bg1"/>
                </a:solidFill>
                <a:latin typeface="造字工房悦黑体验版常规体" pitchFamily="50" charset="-122"/>
                <a:ea typeface="造字工房悦黑体验版常规体" pitchFamily="50" charset="-122"/>
              </a:rPr>
              <a:t>“时间是大自然用来防止所有事同时发生的方式。”</a:t>
            </a:r>
            <a:endParaRPr lang="en-US" altLang="zh-CN" sz="2400" dirty="0">
              <a:solidFill>
                <a:schemeClr val="bg1"/>
              </a:solidFill>
              <a:latin typeface="造字工房悦黑体验版常规体" pitchFamily="50" charset="-122"/>
              <a:ea typeface="造字工房悦黑体验版常规体" pitchFamily="50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037820" y="5656742"/>
            <a:ext cx="495631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 smtClean="0">
                <a:solidFill>
                  <a:schemeClr val="bg1"/>
                </a:solidFill>
                <a:latin typeface="造字工房悦黑体验版常规体" pitchFamily="50" charset="-122"/>
                <a:ea typeface="造字工房悦黑体验版常规体" pitchFamily="50" charset="-122"/>
              </a:rPr>
              <a:t> * 漫画下有一行字：</a:t>
            </a:r>
            <a:r>
              <a:rPr lang="zh-CN" altLang="en-US" sz="2800" b="1" dirty="0" smtClean="0">
                <a:solidFill>
                  <a:srgbClr val="EED415"/>
                </a:solidFill>
                <a:latin typeface="SNOWREN建刚体" panose="02010604000101010101" pitchFamily="2" charset="-122"/>
                <a:ea typeface="SNOWREN建刚体" panose="02010604000101010101" pitchFamily="2" charset="-122"/>
              </a:rPr>
              <a:t>“接下来什么都不会发生，就是这样了。”</a:t>
            </a:r>
            <a:endParaRPr lang="en-US" altLang="zh-CN" sz="2800" b="1" dirty="0">
              <a:solidFill>
                <a:srgbClr val="EED415"/>
              </a:solidFill>
              <a:latin typeface="SNOWREN建刚体" panose="02010604000101010101" pitchFamily="2" charset="-122"/>
              <a:ea typeface="SNOWREN建刚体" panose="02010604000101010101" pitchFamily="2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370" b="19076"/>
          <a:stretch/>
        </p:blipFill>
        <p:spPr>
          <a:xfrm rot="5400000" flipH="1" flipV="1">
            <a:off x="7587163" y="1014210"/>
            <a:ext cx="3857625" cy="5112913"/>
          </a:xfrm>
          <a:prstGeom prst="rect">
            <a:avLst/>
          </a:prstGeom>
          <a:ln w="38100" cap="sq">
            <a:solidFill>
              <a:srgbClr val="EED415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836749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圆角矩形 31"/>
          <p:cNvSpPr/>
          <p:nvPr/>
        </p:nvSpPr>
        <p:spPr>
          <a:xfrm>
            <a:off x="440666" y="2371772"/>
            <a:ext cx="10746482" cy="4099560"/>
          </a:xfrm>
          <a:prstGeom prst="roundRect">
            <a:avLst>
              <a:gd name="adj" fmla="val 7933"/>
            </a:avLst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7" name="组合 16"/>
          <p:cNvGrpSpPr/>
          <p:nvPr/>
        </p:nvGrpSpPr>
        <p:grpSpPr>
          <a:xfrm>
            <a:off x="475614" y="468510"/>
            <a:ext cx="6369465" cy="769441"/>
            <a:chOff x="617282" y="558662"/>
            <a:chExt cx="6369465" cy="769441"/>
          </a:xfrm>
        </p:grpSpPr>
        <p:sp>
          <p:nvSpPr>
            <p:cNvPr id="6" name="文本框 5"/>
            <p:cNvSpPr txBox="1"/>
            <p:nvPr/>
          </p:nvSpPr>
          <p:spPr>
            <a:xfrm>
              <a:off x="2323691" y="558662"/>
              <a:ext cx="3304377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4400" b="1" dirty="0" smtClean="0">
                  <a:solidFill>
                    <a:srgbClr val="EED415"/>
                  </a:solidFill>
                  <a:latin typeface="SNOWREN建刚体" panose="02010604000101010101" pitchFamily="2" charset="-122"/>
                  <a:ea typeface="SNOWREN建刚体" panose="02010604000101010101" pitchFamily="2" charset="-122"/>
                </a:rPr>
                <a:t>摘抄の感悟</a:t>
              </a:r>
              <a:endParaRPr lang="zh-CN" altLang="en-US" sz="4400" b="1" dirty="0">
                <a:solidFill>
                  <a:srgbClr val="EED415"/>
                </a:solidFill>
                <a:latin typeface="SNOWREN建刚体" panose="02010604000101010101" pitchFamily="2" charset="-122"/>
                <a:ea typeface="SNOWREN建刚体" panose="02010604000101010101" pitchFamily="2" charset="-122"/>
              </a:endParaRPr>
            </a:p>
          </p:txBody>
        </p:sp>
        <p:grpSp>
          <p:nvGrpSpPr>
            <p:cNvPr id="11" name="组合 10"/>
            <p:cNvGrpSpPr/>
            <p:nvPr/>
          </p:nvGrpSpPr>
          <p:grpSpPr>
            <a:xfrm>
              <a:off x="617282" y="603938"/>
              <a:ext cx="1697223" cy="678890"/>
              <a:chOff x="617282" y="603938"/>
              <a:chExt cx="1697223" cy="678890"/>
            </a:xfrm>
          </p:grpSpPr>
          <p:sp>
            <p:nvSpPr>
              <p:cNvPr id="3" name="椭圆 2"/>
              <p:cNvSpPr/>
              <p:nvPr/>
            </p:nvSpPr>
            <p:spPr>
              <a:xfrm rot="5400000">
                <a:off x="956726" y="603938"/>
                <a:ext cx="678890" cy="678890"/>
              </a:xfrm>
              <a:prstGeom prst="ellipse">
                <a:avLst/>
              </a:prstGeom>
              <a:solidFill>
                <a:srgbClr val="EED415">
                  <a:alpha val="69804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" name="椭圆 4"/>
              <p:cNvSpPr/>
              <p:nvPr/>
            </p:nvSpPr>
            <p:spPr>
              <a:xfrm rot="5400000">
                <a:off x="617282" y="603938"/>
                <a:ext cx="678890" cy="678890"/>
              </a:xfrm>
              <a:prstGeom prst="ellipse">
                <a:avLst/>
              </a:prstGeom>
              <a:solidFill>
                <a:srgbClr val="EED415">
                  <a:alpha val="6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" name="椭圆 8"/>
              <p:cNvSpPr/>
              <p:nvPr/>
            </p:nvSpPr>
            <p:spPr>
              <a:xfrm rot="5400000">
                <a:off x="1296170" y="603938"/>
                <a:ext cx="678890" cy="678890"/>
              </a:xfrm>
              <a:prstGeom prst="ellipse">
                <a:avLst/>
              </a:prstGeom>
              <a:solidFill>
                <a:srgbClr val="EED415">
                  <a:alpha val="69804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" name="椭圆 9"/>
              <p:cNvSpPr/>
              <p:nvPr/>
            </p:nvSpPr>
            <p:spPr>
              <a:xfrm rot="5400000">
                <a:off x="1635615" y="603938"/>
                <a:ext cx="678890" cy="678890"/>
              </a:xfrm>
              <a:prstGeom prst="ellipse">
                <a:avLst/>
              </a:prstGeom>
              <a:solidFill>
                <a:srgbClr val="EED415">
                  <a:alpha val="69804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2" name="组合 11"/>
            <p:cNvGrpSpPr/>
            <p:nvPr/>
          </p:nvGrpSpPr>
          <p:grpSpPr>
            <a:xfrm>
              <a:off x="5289524" y="603937"/>
              <a:ext cx="1697223" cy="678890"/>
              <a:chOff x="617282" y="603938"/>
              <a:chExt cx="1697223" cy="678890"/>
            </a:xfrm>
          </p:grpSpPr>
          <p:sp>
            <p:nvSpPr>
              <p:cNvPr id="13" name="椭圆 12"/>
              <p:cNvSpPr/>
              <p:nvPr/>
            </p:nvSpPr>
            <p:spPr>
              <a:xfrm rot="5400000">
                <a:off x="956726" y="603938"/>
                <a:ext cx="678890" cy="678890"/>
              </a:xfrm>
              <a:prstGeom prst="ellipse">
                <a:avLst/>
              </a:prstGeom>
              <a:solidFill>
                <a:srgbClr val="EED415">
                  <a:alpha val="69804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" name="椭圆 13"/>
              <p:cNvSpPr/>
              <p:nvPr/>
            </p:nvSpPr>
            <p:spPr>
              <a:xfrm rot="5400000">
                <a:off x="617282" y="603938"/>
                <a:ext cx="678890" cy="678890"/>
              </a:xfrm>
              <a:prstGeom prst="ellipse">
                <a:avLst/>
              </a:prstGeom>
              <a:solidFill>
                <a:srgbClr val="EED415">
                  <a:alpha val="6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" name="椭圆 14"/>
              <p:cNvSpPr/>
              <p:nvPr/>
            </p:nvSpPr>
            <p:spPr>
              <a:xfrm rot="5400000">
                <a:off x="1296170" y="603938"/>
                <a:ext cx="678890" cy="678890"/>
              </a:xfrm>
              <a:prstGeom prst="ellipse">
                <a:avLst/>
              </a:prstGeom>
              <a:solidFill>
                <a:srgbClr val="EED415">
                  <a:alpha val="69804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" name="椭圆 15"/>
              <p:cNvSpPr/>
              <p:nvPr/>
            </p:nvSpPr>
            <p:spPr>
              <a:xfrm rot="5400000">
                <a:off x="1635615" y="603938"/>
                <a:ext cx="678890" cy="678890"/>
              </a:xfrm>
              <a:prstGeom prst="ellipse">
                <a:avLst/>
              </a:prstGeom>
              <a:solidFill>
                <a:srgbClr val="EED415">
                  <a:alpha val="69804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18" name="文本框 17"/>
          <p:cNvSpPr txBox="1"/>
          <p:nvPr/>
        </p:nvSpPr>
        <p:spPr>
          <a:xfrm>
            <a:off x="740233" y="1596169"/>
            <a:ext cx="7914370" cy="1200329"/>
          </a:xfrm>
          <a:prstGeom prst="rect">
            <a:avLst/>
          </a:prstGeom>
          <a:blipFill dpi="0" rotWithShape="1">
            <a:blip r:embed="rId2"/>
            <a:srcRect/>
            <a:tile tx="0" ty="0" sx="100000" sy="100000" flip="none" algn="tl"/>
          </a:blipFill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solidFill>
                  <a:schemeClr val="bg1"/>
                </a:solidFill>
                <a:latin typeface="造字工房悦黑体验版常规体" pitchFamily="50" charset="-122"/>
                <a:ea typeface="造字工房悦黑体验版常规体" pitchFamily="50" charset="-122"/>
              </a:rPr>
              <a:t>维特根斯坦在他极具影响力的作品</a:t>
            </a:r>
            <a:r>
              <a:rPr lang="en-US" altLang="zh-CN" sz="2400" dirty="0" smtClean="0">
                <a:solidFill>
                  <a:schemeClr val="bg1"/>
                </a:solidFill>
                <a:latin typeface="造字工房悦黑体验版常规体" pitchFamily="50" charset="-122"/>
                <a:ea typeface="造字工房悦黑体验版常规体" pitchFamily="50" charset="-122"/>
              </a:rPr>
              <a:t>《</a:t>
            </a:r>
            <a:r>
              <a:rPr lang="zh-CN" altLang="en-US" sz="2400" dirty="0" smtClean="0">
                <a:solidFill>
                  <a:schemeClr val="bg1"/>
                </a:solidFill>
                <a:latin typeface="造字工房悦黑体验版常规体" pitchFamily="50" charset="-122"/>
                <a:ea typeface="造字工房悦黑体验版常规体" pitchFamily="50" charset="-122"/>
              </a:rPr>
              <a:t>逻辑哲学论</a:t>
            </a:r>
            <a:r>
              <a:rPr lang="en-US" altLang="zh-CN" sz="2400" dirty="0" smtClean="0">
                <a:solidFill>
                  <a:schemeClr val="bg1"/>
                </a:solidFill>
                <a:latin typeface="造字工房悦黑体验版常规体" pitchFamily="50" charset="-122"/>
                <a:ea typeface="造字工房悦黑体验版常规体" pitchFamily="50" charset="-122"/>
              </a:rPr>
              <a:t>》</a:t>
            </a:r>
            <a:r>
              <a:rPr lang="zh-CN" altLang="en-US" sz="2400" dirty="0" smtClean="0">
                <a:solidFill>
                  <a:schemeClr val="bg1"/>
                </a:solidFill>
                <a:latin typeface="造字工房悦黑体验版常规体" pitchFamily="50" charset="-122"/>
                <a:ea typeface="造字工房悦黑体验版常规体" pitchFamily="50" charset="-122"/>
              </a:rPr>
              <a:t>中写道：“如果我们不把永恒性理解为时间的无限延续，而是理解为无时间性，那么此刻活着的人，也就永恒地活着。”</a:t>
            </a:r>
            <a:endParaRPr lang="en-US" altLang="zh-CN" sz="2400" dirty="0">
              <a:solidFill>
                <a:schemeClr val="bg1"/>
              </a:solidFill>
              <a:latin typeface="造字工房悦黑体验版常规体" pitchFamily="50" charset="-122"/>
              <a:ea typeface="造字工房悦黑体验版常规体" pitchFamily="50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742377" y="3185127"/>
            <a:ext cx="7375905" cy="2862322"/>
          </a:xfrm>
          <a:prstGeom prst="rect">
            <a:avLst/>
          </a:prstGeom>
          <a:blipFill dpi="0" rotWithShape="1">
            <a:blip r:embed="rId2"/>
            <a:srcRect/>
            <a:tile tx="0" ty="0" sx="100000" sy="100000" flip="none" algn="tl"/>
          </a:blip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 smtClean="0">
                <a:solidFill>
                  <a:srgbClr val="EED415"/>
                </a:solidFill>
                <a:latin typeface="造字工房悦黑体验版常规体" pitchFamily="50" charset="-122"/>
                <a:ea typeface="造字工房悦黑体验版常规体" pitchFamily="50" charset="-122"/>
              </a:rPr>
              <a:t>本章对“现在</a:t>
            </a:r>
            <a:r>
              <a:rPr lang="en-US" altLang="zh-CN" sz="2400" dirty="0" smtClean="0">
                <a:solidFill>
                  <a:srgbClr val="EED415"/>
                </a:solidFill>
                <a:latin typeface="造字工房悦黑体验版常规体" pitchFamily="50" charset="-122"/>
                <a:ea typeface="造字工房悦黑体验版常规体" pitchFamily="50" charset="-122"/>
              </a:rPr>
              <a:t>/</a:t>
            </a:r>
            <a:r>
              <a:rPr lang="zh-CN" altLang="en-US" sz="2400" dirty="0" smtClean="0">
                <a:solidFill>
                  <a:srgbClr val="EED415"/>
                </a:solidFill>
                <a:latin typeface="造字工房悦黑体验版常规体" pitchFamily="50" charset="-122"/>
                <a:ea typeface="造字工房悦黑体验版常规体" pitchFamily="50" charset="-122"/>
              </a:rPr>
              <a:t>此刻”这个词进行了横搬竖扯式的分析，简单说就是：人死了啥也不是，而所谓的死了之后就有永恒，其实是骗纸一个，现在才是永恒，这个现在，并不是审美的永恒，而是这个词一直表示现在。</a:t>
            </a:r>
            <a:endParaRPr lang="en-US" altLang="zh-CN" sz="2400" dirty="0" smtClean="0">
              <a:solidFill>
                <a:srgbClr val="EED415"/>
              </a:solidFill>
              <a:latin typeface="造字工房悦黑体验版常规体" pitchFamily="50" charset="-122"/>
              <a:ea typeface="造字工房悦黑体验版常规体" pitchFamily="50" charset="-122"/>
            </a:endParaRPr>
          </a:p>
          <a:p>
            <a:pPr>
              <a:lnSpc>
                <a:spcPct val="150000"/>
              </a:lnSpc>
            </a:pPr>
            <a:endParaRPr lang="en-US" altLang="zh-CN" sz="2400" dirty="0">
              <a:solidFill>
                <a:srgbClr val="EED415"/>
              </a:solidFill>
              <a:latin typeface="造字工房悦黑体验版常规体" pitchFamily="50" charset="-122"/>
              <a:ea typeface="造字工房悦黑体验版常规体" pitchFamily="50" charset="-122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9336044" y="5136401"/>
            <a:ext cx="2081447" cy="954107"/>
          </a:xfrm>
          <a:prstGeom prst="rect">
            <a:avLst/>
          </a:prstGeom>
          <a:blipFill dpi="0" rotWithShape="1">
            <a:blip r:embed="rId2"/>
            <a:srcRect/>
            <a:tile tx="0" ty="0" sx="100000" sy="100000" flip="none" algn="tl"/>
          </a:blip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dirty="0" smtClean="0">
                <a:solidFill>
                  <a:srgbClr val="EED415"/>
                </a:solidFill>
                <a:latin typeface="SNOWREN建刚体" panose="02010604000101010101" pitchFamily="2" charset="-122"/>
                <a:ea typeface="SNOWREN建刚体" panose="02010604000101010101" pitchFamily="2" charset="-122"/>
              </a:rPr>
              <a:t>参考电影</a:t>
            </a:r>
            <a:endParaRPr lang="en-US" altLang="zh-CN" sz="2800" b="1" dirty="0" smtClean="0">
              <a:solidFill>
                <a:srgbClr val="EED415"/>
              </a:solidFill>
              <a:latin typeface="SNOWREN建刚体" panose="02010604000101010101" pitchFamily="2" charset="-122"/>
              <a:ea typeface="SNOWREN建刚体" panose="02010604000101010101" pitchFamily="2" charset="-122"/>
            </a:endParaRPr>
          </a:p>
          <a:p>
            <a:pPr algn="ctr"/>
            <a:r>
              <a:rPr lang="en-US" altLang="zh-CN" sz="2800" b="1" dirty="0" smtClean="0">
                <a:solidFill>
                  <a:srgbClr val="EED415"/>
                </a:solidFill>
                <a:latin typeface="SNOWREN建刚体" panose="02010604000101010101" pitchFamily="2" charset="-122"/>
                <a:ea typeface="SNOWREN建刚体" panose="02010604000101010101" pitchFamily="2" charset="-122"/>
              </a:rPr>
              <a:t>《</a:t>
            </a:r>
            <a:r>
              <a:rPr lang="zh-CN" altLang="en-US" sz="2800" b="1" dirty="0" smtClean="0">
                <a:solidFill>
                  <a:srgbClr val="EED415"/>
                </a:solidFill>
                <a:latin typeface="SNOWREN建刚体" panose="02010604000101010101" pitchFamily="2" charset="-122"/>
                <a:ea typeface="SNOWREN建刚体" panose="02010604000101010101" pitchFamily="2" charset="-122"/>
              </a:rPr>
              <a:t>罗拉快跑</a:t>
            </a:r>
            <a:r>
              <a:rPr lang="en-US" altLang="zh-CN" sz="2800" b="1" dirty="0" smtClean="0">
                <a:solidFill>
                  <a:srgbClr val="EED415"/>
                </a:solidFill>
                <a:latin typeface="SNOWREN建刚体" panose="02010604000101010101" pitchFamily="2" charset="-122"/>
                <a:ea typeface="SNOWREN建刚体" panose="02010604000101010101" pitchFamily="2" charset="-122"/>
              </a:rPr>
              <a:t>》</a:t>
            </a:r>
            <a:endParaRPr lang="zh-CN" altLang="en-US" sz="2800" b="1" dirty="0">
              <a:solidFill>
                <a:srgbClr val="EED415"/>
              </a:solidFill>
              <a:latin typeface="SNOWREN建刚体" panose="02010604000101010101" pitchFamily="2" charset="-122"/>
              <a:ea typeface="SNOWREN建刚体" panose="02010604000101010101" pitchFamily="2" charset="-122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750661" y="5807389"/>
            <a:ext cx="7973165" cy="523220"/>
          </a:xfrm>
          <a:prstGeom prst="rect">
            <a:avLst/>
          </a:prstGeom>
          <a:blipFill dpi="0" rotWithShape="1">
            <a:blip r:embed="rId2"/>
            <a:srcRect/>
            <a:tile tx="0" ty="0" sx="100000" sy="100000" flip="none" algn="tl"/>
          </a:blipFill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SNOWREN建刚体" panose="02010604000101010101" pitchFamily="2" charset="-122"/>
                <a:ea typeface="SNOWREN建刚体" panose="02010604000101010101" pitchFamily="2" charset="-122"/>
              </a:rPr>
              <a:t>感悟</a:t>
            </a:r>
            <a:r>
              <a:rPr lang="zh-CN" altLang="en-US" sz="2800" b="1" dirty="0" smtClean="0">
                <a:solidFill>
                  <a:schemeClr val="bg1"/>
                </a:solidFill>
                <a:latin typeface="SNOWREN建刚体" panose="02010604000101010101" pitchFamily="2" charset="-122"/>
                <a:ea typeface="SNOWREN建刚体" panose="02010604000101010101" pitchFamily="2" charset="-122"/>
              </a:rPr>
              <a:t>：颇有点于丹姐姐精神满足感的意思。</a:t>
            </a:r>
            <a:endParaRPr lang="en-US" altLang="zh-CN" sz="2800" b="1" dirty="0">
              <a:solidFill>
                <a:schemeClr val="bg1"/>
              </a:solidFill>
              <a:latin typeface="SNOWREN建刚体" panose="02010604000101010101" pitchFamily="2" charset="-122"/>
              <a:ea typeface="SNOWREN建刚体" panose="02010604000101010101" pitchFamily="2" charset="-122"/>
            </a:endParaRPr>
          </a:p>
        </p:txBody>
      </p:sp>
      <p:cxnSp>
        <p:nvCxnSpPr>
          <p:cNvPr id="40" name="直接连接符 39"/>
          <p:cNvCxnSpPr/>
          <p:nvPr/>
        </p:nvCxnSpPr>
        <p:spPr>
          <a:xfrm flipH="1">
            <a:off x="815059" y="5607739"/>
            <a:ext cx="7749392" cy="0"/>
          </a:xfrm>
          <a:prstGeom prst="line">
            <a:avLst/>
          </a:prstGeom>
          <a:ln w="28575">
            <a:solidFill>
              <a:srgbClr val="EED415"/>
            </a:solidFill>
            <a:prstDash val="lgDashDot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4047" y="658125"/>
            <a:ext cx="2881176" cy="4276746"/>
          </a:xfrm>
          <a:prstGeom prst="rect">
            <a:avLst/>
          </a:prstGeom>
          <a:ln w="38100" cap="sq">
            <a:noFill/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376286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0" y="1899441"/>
            <a:ext cx="12192000" cy="1368248"/>
          </a:xfrm>
          <a:prstGeom prst="rect">
            <a:avLst/>
          </a:prstGeom>
          <a:solidFill>
            <a:srgbClr val="EED41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" name="组合 1"/>
          <p:cNvGrpSpPr/>
          <p:nvPr/>
        </p:nvGrpSpPr>
        <p:grpSpPr>
          <a:xfrm>
            <a:off x="425548" y="533399"/>
            <a:ext cx="5563772" cy="900334"/>
            <a:chOff x="1080868" y="1280159"/>
            <a:chExt cx="5563772" cy="900334"/>
          </a:xfrm>
        </p:grpSpPr>
        <p:sp>
          <p:nvSpPr>
            <p:cNvPr id="3" name="椭圆 2"/>
            <p:cNvSpPr/>
            <p:nvPr/>
          </p:nvSpPr>
          <p:spPr>
            <a:xfrm>
              <a:off x="1294228" y="1280160"/>
              <a:ext cx="900333" cy="900333"/>
            </a:xfrm>
            <a:prstGeom prst="ellipse">
              <a:avLst/>
            </a:prstGeom>
            <a:solidFill>
              <a:srgbClr val="EED4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4" name="组合 3"/>
            <p:cNvGrpSpPr/>
            <p:nvPr/>
          </p:nvGrpSpPr>
          <p:grpSpPr>
            <a:xfrm>
              <a:off x="1080868" y="1280159"/>
              <a:ext cx="5563772" cy="900333"/>
              <a:chOff x="1080868" y="1280159"/>
              <a:chExt cx="5563772" cy="900333"/>
            </a:xfrm>
          </p:grpSpPr>
          <p:sp>
            <p:nvSpPr>
              <p:cNvPr id="5" name="椭圆 4"/>
              <p:cNvSpPr/>
              <p:nvPr/>
            </p:nvSpPr>
            <p:spPr>
              <a:xfrm>
                <a:off x="1080868" y="1280159"/>
                <a:ext cx="900333" cy="900333"/>
              </a:xfrm>
              <a:prstGeom prst="ellipse">
                <a:avLst/>
              </a:prstGeom>
              <a:solidFill>
                <a:srgbClr val="EED415">
                  <a:alpha val="6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" name="文本框 5"/>
              <p:cNvSpPr txBox="1"/>
              <p:nvPr/>
            </p:nvSpPr>
            <p:spPr>
              <a:xfrm>
                <a:off x="2287172" y="1351417"/>
                <a:ext cx="4357468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4400" b="1" dirty="0" smtClean="0">
                    <a:solidFill>
                      <a:srgbClr val="EED415"/>
                    </a:solidFill>
                    <a:latin typeface="SNOWREN建刚体" panose="02010604000101010101" pitchFamily="2" charset="-122"/>
                    <a:ea typeface="SNOWREN建刚体" panose="02010604000101010101" pitchFamily="2" charset="-122"/>
                  </a:rPr>
                  <a:t>灵魂</a:t>
                </a:r>
                <a:r>
                  <a:rPr lang="ja-JP" altLang="en-US" sz="4400" b="1" dirty="0" smtClean="0">
                    <a:solidFill>
                      <a:srgbClr val="EED415"/>
                    </a:solidFill>
                    <a:latin typeface="SNOWREN建刚体" panose="02010604000101010101" pitchFamily="2" charset="-122"/>
                    <a:ea typeface="SNOWREN建刚体" panose="02010604000101010101" pitchFamily="2" charset="-122"/>
                  </a:rPr>
                  <a:t>の</a:t>
                </a:r>
                <a:r>
                  <a:rPr lang="zh-CN" altLang="en-US" sz="4400" b="1" dirty="0" smtClean="0">
                    <a:solidFill>
                      <a:srgbClr val="EED415"/>
                    </a:solidFill>
                    <a:latin typeface="SNOWREN建刚体" panose="02010604000101010101" pitchFamily="2" charset="-122"/>
                    <a:ea typeface="SNOWREN建刚体" panose="02010604000101010101" pitchFamily="2" charset="-122"/>
                  </a:rPr>
                  <a:t>不朽</a:t>
                </a:r>
              </a:p>
            </p:txBody>
          </p:sp>
          <p:sp>
            <p:nvSpPr>
              <p:cNvPr id="7" name="文本框 6"/>
              <p:cNvSpPr txBox="1"/>
              <p:nvPr/>
            </p:nvSpPr>
            <p:spPr>
              <a:xfrm>
                <a:off x="1386840" y="1452878"/>
                <a:ext cx="80772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3600" i="1" dirty="0" smtClean="0">
                    <a:solidFill>
                      <a:schemeClr val="bg1"/>
                    </a:solidFill>
                    <a:latin typeface="造字工房悦黑体验版常规体" pitchFamily="50" charset="-122"/>
                    <a:ea typeface="造字工房悦黑体验版常规体" pitchFamily="50" charset="-122"/>
                  </a:rPr>
                  <a:t>叁</a:t>
                </a:r>
                <a:endParaRPr lang="en-US" altLang="zh-CN" sz="3600" i="1" dirty="0">
                  <a:solidFill>
                    <a:schemeClr val="bg1"/>
                  </a:solidFill>
                  <a:latin typeface="造字工房悦黑体验版常规体" pitchFamily="50" charset="-122"/>
                  <a:ea typeface="造字工房悦黑体验版常规体" pitchFamily="50" charset="-122"/>
                </a:endParaRPr>
              </a:p>
            </p:txBody>
          </p:sp>
        </p:grpSp>
      </p:grpSp>
      <p:sp>
        <p:nvSpPr>
          <p:cNvPr id="8" name="文本框 7"/>
          <p:cNvSpPr txBox="1"/>
          <p:nvPr/>
        </p:nvSpPr>
        <p:spPr>
          <a:xfrm>
            <a:off x="434662" y="1980724"/>
            <a:ext cx="6482973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solidFill>
                  <a:sysClr val="windowText" lastClr="000000"/>
                </a:solidFill>
                <a:latin typeface="造字工房悦黑体验版常规体" pitchFamily="50" charset="-122"/>
                <a:ea typeface="造字工房悦黑体验版常规体" pitchFamily="50" charset="-122"/>
              </a:rPr>
              <a:t>柏拉图认为，理想的三角形里可以诞生灵魂（求别问）；莱布尼兹则表示，心灵与物质完全没有关系；赫胥黎说，心灵是物质的副本。</a:t>
            </a:r>
            <a:endParaRPr lang="en-US" altLang="zh-CN" sz="2400" dirty="0" smtClean="0">
              <a:solidFill>
                <a:sysClr val="windowText" lastClr="000000"/>
              </a:solidFill>
              <a:latin typeface="造字工房悦黑体验版常规体" pitchFamily="50" charset="-122"/>
              <a:ea typeface="造字工房悦黑体验版常规体" pitchFamily="50" charset="-122"/>
            </a:endParaRPr>
          </a:p>
          <a:p>
            <a:endParaRPr lang="en-US" altLang="zh-CN" sz="2400" dirty="0" smtClean="0">
              <a:solidFill>
                <a:schemeClr val="bg1"/>
              </a:solidFill>
              <a:latin typeface="造字工房悦黑体验版常规体" pitchFamily="50" charset="-122"/>
              <a:ea typeface="造字工房悦黑体验版常规体" pitchFamily="50" charset="-122"/>
            </a:endParaRPr>
          </a:p>
          <a:p>
            <a:endParaRPr lang="en-US" altLang="zh-CN" sz="2400" dirty="0" smtClean="0">
              <a:solidFill>
                <a:schemeClr val="bg1"/>
              </a:solidFill>
              <a:latin typeface="造字工房悦黑体验版常规体" pitchFamily="50" charset="-122"/>
              <a:ea typeface="造字工房悦黑体验版常规体" pitchFamily="50" charset="-122"/>
            </a:endParaRPr>
          </a:p>
          <a:p>
            <a:r>
              <a:rPr lang="zh-CN" altLang="en-US" sz="2400" dirty="0" smtClean="0">
                <a:solidFill>
                  <a:schemeClr val="bg1"/>
                </a:solidFill>
                <a:latin typeface="造字工房悦黑体验版常规体" pitchFamily="50" charset="-122"/>
                <a:ea typeface="造字工房悦黑体验版常规体" pitchFamily="50" charset="-122"/>
              </a:rPr>
              <a:t>还有一些功能主义者持有中立态度，中立的态度谁要听啊？</a:t>
            </a:r>
            <a:endParaRPr lang="en-US" altLang="zh-CN" sz="2400" dirty="0" smtClean="0">
              <a:solidFill>
                <a:schemeClr val="bg1"/>
              </a:solidFill>
              <a:latin typeface="造字工房悦黑体验版常规体" pitchFamily="50" charset="-122"/>
              <a:ea typeface="造字工房悦黑体验版常规体" pitchFamily="50" charset="-122"/>
            </a:endParaRPr>
          </a:p>
          <a:p>
            <a:r>
              <a:rPr lang="zh-CN" altLang="en-US" sz="2400" dirty="0" smtClean="0">
                <a:solidFill>
                  <a:schemeClr val="bg1"/>
                </a:solidFill>
                <a:latin typeface="造字工房悦黑体验版常规体" pitchFamily="50" charset="-122"/>
                <a:ea typeface="造字工房悦黑体验版常规体" pitchFamily="50" charset="-122"/>
              </a:rPr>
              <a:t>而且，关于大波僵尸讨论成为了一个难题：僵尸到底有没有意识</a:t>
            </a:r>
            <a:r>
              <a:rPr lang="en-US" altLang="zh-CN" sz="2400" dirty="0" smtClean="0">
                <a:solidFill>
                  <a:schemeClr val="bg1"/>
                </a:solidFill>
                <a:latin typeface="造字工房悦黑体验版常规体" pitchFamily="50" charset="-122"/>
                <a:ea typeface="造字工房悦黑体验版常规体" pitchFamily="50" charset="-122"/>
              </a:rPr>
              <a:t>/</a:t>
            </a:r>
            <a:r>
              <a:rPr lang="zh-CN" altLang="en-US" sz="2400" dirty="0" smtClean="0">
                <a:solidFill>
                  <a:schemeClr val="bg1"/>
                </a:solidFill>
                <a:latin typeface="造字工房悦黑体验版常规体" pitchFamily="50" charset="-122"/>
                <a:ea typeface="造字工房悦黑体验版常规体" pitchFamily="50" charset="-122"/>
              </a:rPr>
              <a:t>灵魂呢？物理定律会不会产生神经反应呢？神经反应会不会产生灵魂呢？</a:t>
            </a:r>
            <a:endParaRPr lang="en-US" altLang="zh-CN" sz="2400" dirty="0" smtClean="0">
              <a:solidFill>
                <a:schemeClr val="bg1"/>
              </a:solidFill>
              <a:latin typeface="造字工房悦黑体验版常规体" pitchFamily="50" charset="-122"/>
              <a:ea typeface="造字工房悦黑体验版常规体" pitchFamily="50" charset="-122"/>
            </a:endParaRPr>
          </a:p>
          <a:p>
            <a:r>
              <a:rPr lang="zh-CN" altLang="en-US" sz="2400" dirty="0">
                <a:solidFill>
                  <a:schemeClr val="bg1"/>
                </a:solidFill>
                <a:latin typeface="造字工房悦黑体验版常规体" pitchFamily="50" charset="-122"/>
                <a:ea typeface="造字工房悦黑体验版常规体" pitchFamily="50" charset="-122"/>
              </a:rPr>
              <a:t>再想</a:t>
            </a:r>
            <a:r>
              <a:rPr lang="zh-CN" altLang="en-US" sz="2400" dirty="0" smtClean="0">
                <a:solidFill>
                  <a:schemeClr val="bg1"/>
                </a:solidFill>
                <a:latin typeface="造字工房悦黑体验版常规体" pitchFamily="50" charset="-122"/>
                <a:ea typeface="造字工房悦黑体验版常规体" pitchFamily="50" charset="-122"/>
              </a:rPr>
              <a:t>下去，我们的大脑</a:t>
            </a:r>
            <a:r>
              <a:rPr lang="en-US" altLang="zh-CN" sz="2400" dirty="0" smtClean="0">
                <a:solidFill>
                  <a:schemeClr val="bg1"/>
                </a:solidFill>
                <a:latin typeface="造字工房悦黑体验版常规体" pitchFamily="50" charset="-122"/>
                <a:ea typeface="造字工房悦黑体验版常规体" pitchFamily="50" charset="-122"/>
              </a:rPr>
              <a:t>/</a:t>
            </a:r>
            <a:r>
              <a:rPr lang="zh-CN" altLang="en-US" sz="2400" dirty="0" smtClean="0">
                <a:solidFill>
                  <a:schemeClr val="bg1"/>
                </a:solidFill>
                <a:latin typeface="造字工房悦黑体验版常规体" pitchFamily="50" charset="-122"/>
                <a:ea typeface="造字工房悦黑体验版常规体" pitchFamily="50" charset="-122"/>
              </a:rPr>
              <a:t>灵魂就会当掉了。</a:t>
            </a:r>
            <a:endParaRPr lang="en-US" altLang="zh-CN" sz="2400" dirty="0">
              <a:solidFill>
                <a:schemeClr val="bg1"/>
              </a:solidFill>
              <a:latin typeface="造字工房悦黑体验版常规体" pitchFamily="50" charset="-122"/>
              <a:ea typeface="造字工房悦黑体验版常规体" pitchFamily="50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037820" y="5658654"/>
            <a:ext cx="515418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 smtClean="0">
                <a:solidFill>
                  <a:schemeClr val="bg1"/>
                </a:solidFill>
                <a:latin typeface="造字工房悦黑体验版常规体" pitchFamily="50" charset="-122"/>
                <a:ea typeface="造字工房悦黑体验版常规体" pitchFamily="50" charset="-122"/>
              </a:rPr>
              <a:t> * 漫画下有一行字：</a:t>
            </a:r>
            <a:r>
              <a:rPr lang="zh-CN" altLang="en-US" sz="2800" b="1" dirty="0" smtClean="0">
                <a:solidFill>
                  <a:srgbClr val="EED415"/>
                </a:solidFill>
                <a:latin typeface="SNOWREN建刚体" panose="02010604000101010101" pitchFamily="2" charset="-122"/>
                <a:ea typeface="SNOWREN建刚体" panose="02010604000101010101" pitchFamily="2" charset="-122"/>
              </a:rPr>
              <a:t>“僵尸走到客厅中央时，发现电视上在演</a:t>
            </a:r>
            <a:r>
              <a:rPr lang="en-US" altLang="zh-CN" sz="2800" b="1" dirty="0" smtClean="0">
                <a:solidFill>
                  <a:srgbClr val="EED415"/>
                </a:solidFill>
                <a:latin typeface="SNOWREN建刚体" panose="02010604000101010101" pitchFamily="2" charset="-122"/>
                <a:ea typeface="SNOWREN建刚体" panose="02010604000101010101" pitchFamily="2" charset="-122"/>
              </a:rPr>
              <a:t>《</a:t>
            </a:r>
            <a:r>
              <a:rPr lang="zh-CN" altLang="en-US" sz="2800" b="1" dirty="0">
                <a:solidFill>
                  <a:srgbClr val="EED415"/>
                </a:solidFill>
                <a:latin typeface="SNOWREN建刚体" panose="02010604000101010101" pitchFamily="2" charset="-122"/>
                <a:ea typeface="SNOWREN建刚体" panose="02010604000101010101" pitchFamily="2" charset="-122"/>
              </a:rPr>
              <a:t>老友记</a:t>
            </a:r>
            <a:r>
              <a:rPr lang="en-US" altLang="zh-CN" sz="2800" b="1" dirty="0" smtClean="0">
                <a:solidFill>
                  <a:srgbClr val="EED415"/>
                </a:solidFill>
                <a:latin typeface="SNOWREN建刚体" panose="02010604000101010101" pitchFamily="2" charset="-122"/>
                <a:ea typeface="SNOWREN建刚体" panose="02010604000101010101" pitchFamily="2" charset="-122"/>
              </a:rPr>
              <a:t>》</a:t>
            </a:r>
            <a:r>
              <a:rPr lang="zh-CN" altLang="en-US" sz="2800" b="1" dirty="0" smtClean="0">
                <a:solidFill>
                  <a:srgbClr val="EED415"/>
                </a:solidFill>
                <a:latin typeface="SNOWREN建刚体" panose="02010604000101010101" pitchFamily="2" charset="-122"/>
                <a:ea typeface="SNOWREN建刚体" panose="02010604000101010101" pitchFamily="2" charset="-122"/>
              </a:rPr>
              <a:t>”</a:t>
            </a:r>
            <a:endParaRPr lang="en-US" altLang="zh-CN" sz="2800" b="1" dirty="0">
              <a:solidFill>
                <a:srgbClr val="EED415"/>
              </a:solidFill>
              <a:latin typeface="SNOWREN建刚体" panose="02010604000101010101" pitchFamily="2" charset="-122"/>
              <a:ea typeface="SNOWREN建刚体" panose="02010604000101010101" pitchFamily="2" charset="-122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06" r="18829"/>
          <a:stretch/>
        </p:blipFill>
        <p:spPr>
          <a:xfrm>
            <a:off x="7155550" y="1623354"/>
            <a:ext cx="4838583" cy="3611291"/>
          </a:xfrm>
          <a:prstGeom prst="rect">
            <a:avLst/>
          </a:prstGeom>
          <a:ln w="38100" cap="sq">
            <a:solidFill>
              <a:srgbClr val="EED415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8621689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圆角矩形 31"/>
          <p:cNvSpPr/>
          <p:nvPr/>
        </p:nvSpPr>
        <p:spPr>
          <a:xfrm>
            <a:off x="440666" y="2371772"/>
            <a:ext cx="10746482" cy="4099560"/>
          </a:xfrm>
          <a:prstGeom prst="roundRect">
            <a:avLst>
              <a:gd name="adj" fmla="val 7933"/>
            </a:avLst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7" name="组合 16"/>
          <p:cNvGrpSpPr/>
          <p:nvPr/>
        </p:nvGrpSpPr>
        <p:grpSpPr>
          <a:xfrm>
            <a:off x="475614" y="468510"/>
            <a:ext cx="6369465" cy="769441"/>
            <a:chOff x="617282" y="558662"/>
            <a:chExt cx="6369465" cy="769441"/>
          </a:xfrm>
        </p:grpSpPr>
        <p:sp>
          <p:nvSpPr>
            <p:cNvPr id="6" name="文本框 5"/>
            <p:cNvSpPr txBox="1"/>
            <p:nvPr/>
          </p:nvSpPr>
          <p:spPr>
            <a:xfrm>
              <a:off x="2323691" y="558662"/>
              <a:ext cx="3124073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4400" b="1" dirty="0" smtClean="0">
                  <a:solidFill>
                    <a:srgbClr val="EED415"/>
                  </a:solidFill>
                  <a:latin typeface="SNOWREN建刚体" panose="02010604000101010101" pitchFamily="2" charset="-122"/>
                  <a:ea typeface="SNOWREN建刚体" panose="02010604000101010101" pitchFamily="2" charset="-122"/>
                </a:rPr>
                <a:t>摘抄の感悟</a:t>
              </a:r>
              <a:endParaRPr lang="zh-CN" altLang="en-US" sz="4400" b="1" dirty="0">
                <a:solidFill>
                  <a:srgbClr val="EED415"/>
                </a:solidFill>
                <a:latin typeface="SNOWREN建刚体" panose="02010604000101010101" pitchFamily="2" charset="-122"/>
                <a:ea typeface="SNOWREN建刚体" panose="02010604000101010101" pitchFamily="2" charset="-122"/>
              </a:endParaRPr>
            </a:p>
          </p:txBody>
        </p:sp>
        <p:grpSp>
          <p:nvGrpSpPr>
            <p:cNvPr id="11" name="组合 10"/>
            <p:cNvGrpSpPr/>
            <p:nvPr/>
          </p:nvGrpSpPr>
          <p:grpSpPr>
            <a:xfrm>
              <a:off x="617282" y="603938"/>
              <a:ext cx="1697223" cy="678890"/>
              <a:chOff x="617282" y="603938"/>
              <a:chExt cx="1697223" cy="678890"/>
            </a:xfrm>
          </p:grpSpPr>
          <p:sp>
            <p:nvSpPr>
              <p:cNvPr id="3" name="椭圆 2"/>
              <p:cNvSpPr/>
              <p:nvPr/>
            </p:nvSpPr>
            <p:spPr>
              <a:xfrm rot="5400000">
                <a:off x="956726" y="603938"/>
                <a:ext cx="678890" cy="678890"/>
              </a:xfrm>
              <a:prstGeom prst="ellipse">
                <a:avLst/>
              </a:prstGeom>
              <a:solidFill>
                <a:srgbClr val="EED415">
                  <a:alpha val="69804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" name="椭圆 4"/>
              <p:cNvSpPr/>
              <p:nvPr/>
            </p:nvSpPr>
            <p:spPr>
              <a:xfrm rot="5400000">
                <a:off x="617282" y="603938"/>
                <a:ext cx="678890" cy="678890"/>
              </a:xfrm>
              <a:prstGeom prst="ellipse">
                <a:avLst/>
              </a:prstGeom>
              <a:solidFill>
                <a:srgbClr val="EED415">
                  <a:alpha val="6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" name="椭圆 8"/>
              <p:cNvSpPr/>
              <p:nvPr/>
            </p:nvSpPr>
            <p:spPr>
              <a:xfrm rot="5400000">
                <a:off x="1296170" y="603938"/>
                <a:ext cx="678890" cy="678890"/>
              </a:xfrm>
              <a:prstGeom prst="ellipse">
                <a:avLst/>
              </a:prstGeom>
              <a:solidFill>
                <a:srgbClr val="EED415">
                  <a:alpha val="69804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" name="椭圆 9"/>
              <p:cNvSpPr/>
              <p:nvPr/>
            </p:nvSpPr>
            <p:spPr>
              <a:xfrm rot="5400000">
                <a:off x="1635615" y="603938"/>
                <a:ext cx="678890" cy="678890"/>
              </a:xfrm>
              <a:prstGeom prst="ellipse">
                <a:avLst/>
              </a:prstGeom>
              <a:solidFill>
                <a:srgbClr val="EED415">
                  <a:alpha val="69804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2" name="组合 11"/>
            <p:cNvGrpSpPr/>
            <p:nvPr/>
          </p:nvGrpSpPr>
          <p:grpSpPr>
            <a:xfrm>
              <a:off x="5289524" y="603937"/>
              <a:ext cx="1697223" cy="678890"/>
              <a:chOff x="617282" y="603938"/>
              <a:chExt cx="1697223" cy="678890"/>
            </a:xfrm>
          </p:grpSpPr>
          <p:sp>
            <p:nvSpPr>
              <p:cNvPr id="13" name="椭圆 12"/>
              <p:cNvSpPr/>
              <p:nvPr/>
            </p:nvSpPr>
            <p:spPr>
              <a:xfrm rot="5400000">
                <a:off x="956726" y="603938"/>
                <a:ext cx="678890" cy="678890"/>
              </a:xfrm>
              <a:prstGeom prst="ellipse">
                <a:avLst/>
              </a:prstGeom>
              <a:solidFill>
                <a:srgbClr val="EED415">
                  <a:alpha val="69804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" name="椭圆 13"/>
              <p:cNvSpPr/>
              <p:nvPr/>
            </p:nvSpPr>
            <p:spPr>
              <a:xfrm rot="5400000">
                <a:off x="617282" y="603938"/>
                <a:ext cx="678890" cy="678890"/>
              </a:xfrm>
              <a:prstGeom prst="ellipse">
                <a:avLst/>
              </a:prstGeom>
              <a:solidFill>
                <a:srgbClr val="EED415">
                  <a:alpha val="6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" name="椭圆 14"/>
              <p:cNvSpPr/>
              <p:nvPr/>
            </p:nvSpPr>
            <p:spPr>
              <a:xfrm rot="5400000">
                <a:off x="1296170" y="603938"/>
                <a:ext cx="678890" cy="678890"/>
              </a:xfrm>
              <a:prstGeom prst="ellipse">
                <a:avLst/>
              </a:prstGeom>
              <a:solidFill>
                <a:srgbClr val="EED415">
                  <a:alpha val="69804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" name="椭圆 15"/>
              <p:cNvSpPr/>
              <p:nvPr/>
            </p:nvSpPr>
            <p:spPr>
              <a:xfrm rot="5400000">
                <a:off x="1635615" y="603938"/>
                <a:ext cx="678890" cy="678890"/>
              </a:xfrm>
              <a:prstGeom prst="ellipse">
                <a:avLst/>
              </a:prstGeom>
              <a:solidFill>
                <a:srgbClr val="EED415">
                  <a:alpha val="69804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18" name="文本框 17"/>
          <p:cNvSpPr txBox="1"/>
          <p:nvPr/>
        </p:nvSpPr>
        <p:spPr>
          <a:xfrm>
            <a:off x="740233" y="1596169"/>
            <a:ext cx="7914370" cy="1200329"/>
          </a:xfrm>
          <a:prstGeom prst="rect">
            <a:avLst/>
          </a:prstGeom>
          <a:blipFill dpi="0" rotWithShape="1">
            <a:blip r:embed="rId2"/>
            <a:srcRect/>
            <a:tile tx="0" ty="0" sx="100000" sy="100000" flip="none" algn="tl"/>
          </a:blipFill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solidFill>
                  <a:schemeClr val="bg1"/>
                </a:solidFill>
                <a:latin typeface="造字工房悦黑体验版常规体" pitchFamily="50" charset="-122"/>
                <a:ea typeface="造字工房悦黑体验版常规体" pitchFamily="50" charset="-122"/>
              </a:rPr>
              <a:t>希腊哲学家泰勒斯，把灵魂看成是推动肉体运动的力量。他敏锐地观察到，死尸和活人的一大区别就是，前者不能动，至少不能在水平面上运动。</a:t>
            </a:r>
            <a:endParaRPr lang="en-US" altLang="zh-CN" sz="2400" dirty="0">
              <a:solidFill>
                <a:schemeClr val="bg1"/>
              </a:solidFill>
              <a:latin typeface="造字工房悦黑体验版常规体" pitchFamily="50" charset="-122"/>
              <a:ea typeface="造字工房悦黑体验版常规体" pitchFamily="50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742377" y="3185127"/>
            <a:ext cx="7375905" cy="2308324"/>
          </a:xfrm>
          <a:prstGeom prst="rect">
            <a:avLst/>
          </a:prstGeom>
          <a:blipFill dpi="0" rotWithShape="1">
            <a:blip r:embed="rId2"/>
            <a:srcRect/>
            <a:tile tx="0" ty="0" sx="100000" sy="100000" flip="none" algn="tl"/>
          </a:blip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 smtClean="0">
                <a:solidFill>
                  <a:srgbClr val="EED415"/>
                </a:solidFill>
                <a:latin typeface="造字工房悦黑体验版常规体" pitchFamily="50" charset="-122"/>
                <a:ea typeface="造字工房悦黑体验版常规体" pitchFamily="50" charset="-122"/>
              </a:rPr>
              <a:t>亚里士多德神补刀：能动理性（思考，构想，把卧室想象成柳岩女神之类的能力）才是灵魂永生的部分。柏拉图作为猪队友继续说：灵魂是不可摧毁的，于是“水果蛋糕（无生命物体）是有灵魂的”也是永生的。</a:t>
            </a:r>
            <a:endParaRPr lang="en-US" altLang="zh-CN" sz="2400" dirty="0">
              <a:solidFill>
                <a:srgbClr val="EED415"/>
              </a:solidFill>
              <a:latin typeface="造字工房悦黑体验版常规体" pitchFamily="50" charset="-122"/>
              <a:ea typeface="造字工房悦黑体验版常规体" pitchFamily="50" charset="-122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8916598" y="5130685"/>
            <a:ext cx="3207979" cy="954107"/>
          </a:xfrm>
          <a:prstGeom prst="rect">
            <a:avLst/>
          </a:prstGeom>
          <a:blipFill dpi="0" rotWithShape="1">
            <a:blip r:embed="rId2"/>
            <a:srcRect/>
            <a:tile tx="0" ty="0" sx="100000" sy="100000" flip="none" algn="tl"/>
          </a:blip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dirty="0" smtClean="0">
                <a:solidFill>
                  <a:srgbClr val="EED415"/>
                </a:solidFill>
                <a:latin typeface="SNOWREN建刚体" panose="02010604000101010101" pitchFamily="2" charset="-122"/>
                <a:ea typeface="SNOWREN建刚体" panose="02010604000101010101" pitchFamily="2" charset="-122"/>
              </a:rPr>
              <a:t>参考电影</a:t>
            </a:r>
            <a:endParaRPr lang="en-US" altLang="zh-CN" sz="2800" b="1" dirty="0" smtClean="0">
              <a:solidFill>
                <a:srgbClr val="EED415"/>
              </a:solidFill>
              <a:latin typeface="SNOWREN建刚体" panose="02010604000101010101" pitchFamily="2" charset="-122"/>
              <a:ea typeface="SNOWREN建刚体" panose="02010604000101010101" pitchFamily="2" charset="-122"/>
            </a:endParaRPr>
          </a:p>
          <a:p>
            <a:pPr algn="ctr"/>
            <a:r>
              <a:rPr lang="en-US" altLang="zh-CN" sz="2800" b="1" dirty="0" smtClean="0">
                <a:solidFill>
                  <a:srgbClr val="EED415"/>
                </a:solidFill>
                <a:latin typeface="SNOWREN建刚体" panose="02010604000101010101" pitchFamily="2" charset="-122"/>
                <a:ea typeface="SNOWREN建刚体" panose="02010604000101010101" pitchFamily="2" charset="-122"/>
              </a:rPr>
              <a:t>《</a:t>
            </a:r>
            <a:r>
              <a:rPr lang="zh-CN" altLang="en-US" sz="2800" b="1" dirty="0" smtClean="0">
                <a:solidFill>
                  <a:srgbClr val="EED415"/>
                </a:solidFill>
                <a:latin typeface="SNOWREN建刚体" panose="02010604000101010101" pitchFamily="2" charset="-122"/>
                <a:ea typeface="SNOWREN建刚体" panose="02010604000101010101" pitchFamily="2" charset="-122"/>
              </a:rPr>
              <a:t>这个男人来自地球</a:t>
            </a:r>
            <a:r>
              <a:rPr lang="en-US" altLang="zh-CN" sz="2800" b="1" dirty="0" smtClean="0">
                <a:solidFill>
                  <a:srgbClr val="EED415"/>
                </a:solidFill>
                <a:latin typeface="SNOWREN建刚体" panose="02010604000101010101" pitchFamily="2" charset="-122"/>
                <a:ea typeface="SNOWREN建刚体" panose="02010604000101010101" pitchFamily="2" charset="-122"/>
              </a:rPr>
              <a:t>》</a:t>
            </a:r>
            <a:endParaRPr lang="zh-CN" altLang="en-US" sz="2800" b="1" dirty="0">
              <a:solidFill>
                <a:srgbClr val="EED415"/>
              </a:solidFill>
              <a:latin typeface="SNOWREN建刚体" panose="02010604000101010101" pitchFamily="2" charset="-122"/>
              <a:ea typeface="SNOWREN建刚体" panose="02010604000101010101" pitchFamily="2" charset="-122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750661" y="5807389"/>
            <a:ext cx="7973165" cy="523220"/>
          </a:xfrm>
          <a:prstGeom prst="rect">
            <a:avLst/>
          </a:prstGeom>
          <a:blipFill dpi="0" rotWithShape="1">
            <a:blip r:embed="rId2"/>
            <a:srcRect/>
            <a:tile tx="0" ty="0" sx="100000" sy="100000" flip="none" algn="tl"/>
          </a:blipFill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SNOWREN建刚体" panose="02010604000101010101" pitchFamily="2" charset="-122"/>
                <a:ea typeface="SNOWREN建刚体" panose="02010604000101010101" pitchFamily="2" charset="-122"/>
              </a:rPr>
              <a:t>感悟</a:t>
            </a:r>
            <a:r>
              <a:rPr lang="zh-CN" altLang="en-US" sz="2800" b="1" dirty="0" smtClean="0">
                <a:solidFill>
                  <a:schemeClr val="bg1"/>
                </a:solidFill>
                <a:latin typeface="SNOWREN建刚体" panose="02010604000101010101" pitchFamily="2" charset="-122"/>
                <a:ea typeface="SNOWREN建刚体" panose="02010604000101010101" pitchFamily="2" charset="-122"/>
              </a:rPr>
              <a:t>：柏拉图才是那块永生的水果蛋糕</a:t>
            </a:r>
            <a:endParaRPr lang="en-US" altLang="zh-CN" sz="2800" b="1" dirty="0">
              <a:solidFill>
                <a:schemeClr val="bg1"/>
              </a:solidFill>
              <a:latin typeface="SNOWREN建刚体" panose="02010604000101010101" pitchFamily="2" charset="-122"/>
              <a:ea typeface="SNOWREN建刚体" panose="02010604000101010101" pitchFamily="2" charset="-122"/>
            </a:endParaRPr>
          </a:p>
        </p:txBody>
      </p:sp>
      <p:cxnSp>
        <p:nvCxnSpPr>
          <p:cNvPr id="40" name="直接连接符 39"/>
          <p:cNvCxnSpPr/>
          <p:nvPr/>
        </p:nvCxnSpPr>
        <p:spPr>
          <a:xfrm flipH="1">
            <a:off x="815059" y="5607739"/>
            <a:ext cx="7749392" cy="0"/>
          </a:xfrm>
          <a:prstGeom prst="line">
            <a:avLst/>
          </a:prstGeom>
          <a:ln w="28575">
            <a:solidFill>
              <a:srgbClr val="EED415"/>
            </a:solidFill>
            <a:prstDash val="lgDashDot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6598" y="853230"/>
            <a:ext cx="2784309" cy="3996000"/>
          </a:xfrm>
          <a:prstGeom prst="rect">
            <a:avLst/>
          </a:prstGeom>
          <a:ln w="38100" cap="sq">
            <a:solidFill>
              <a:schemeClr val="bg1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924281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0" y="1899441"/>
            <a:ext cx="12192000" cy="1368248"/>
          </a:xfrm>
          <a:prstGeom prst="rect">
            <a:avLst/>
          </a:prstGeom>
          <a:solidFill>
            <a:srgbClr val="EED41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" name="组合 1"/>
          <p:cNvGrpSpPr/>
          <p:nvPr/>
        </p:nvGrpSpPr>
        <p:grpSpPr>
          <a:xfrm>
            <a:off x="425548" y="533399"/>
            <a:ext cx="5563772" cy="900334"/>
            <a:chOff x="1080868" y="1280159"/>
            <a:chExt cx="5563772" cy="900334"/>
          </a:xfrm>
        </p:grpSpPr>
        <p:sp>
          <p:nvSpPr>
            <p:cNvPr id="3" name="椭圆 2"/>
            <p:cNvSpPr/>
            <p:nvPr/>
          </p:nvSpPr>
          <p:spPr>
            <a:xfrm>
              <a:off x="1294228" y="1280160"/>
              <a:ext cx="900333" cy="900333"/>
            </a:xfrm>
            <a:prstGeom prst="ellipse">
              <a:avLst/>
            </a:prstGeom>
            <a:solidFill>
              <a:srgbClr val="EED4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4" name="组合 3"/>
            <p:cNvGrpSpPr/>
            <p:nvPr/>
          </p:nvGrpSpPr>
          <p:grpSpPr>
            <a:xfrm>
              <a:off x="1080868" y="1280159"/>
              <a:ext cx="5563772" cy="900333"/>
              <a:chOff x="1080868" y="1280159"/>
              <a:chExt cx="5563772" cy="900333"/>
            </a:xfrm>
          </p:grpSpPr>
          <p:sp>
            <p:nvSpPr>
              <p:cNvPr id="5" name="椭圆 4"/>
              <p:cNvSpPr/>
              <p:nvPr/>
            </p:nvSpPr>
            <p:spPr>
              <a:xfrm>
                <a:off x="1080868" y="1280159"/>
                <a:ext cx="900333" cy="900333"/>
              </a:xfrm>
              <a:prstGeom prst="ellipse">
                <a:avLst/>
              </a:prstGeom>
              <a:solidFill>
                <a:srgbClr val="EED415">
                  <a:alpha val="6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" name="文本框 5"/>
              <p:cNvSpPr txBox="1"/>
              <p:nvPr/>
            </p:nvSpPr>
            <p:spPr>
              <a:xfrm>
                <a:off x="2287172" y="1351417"/>
                <a:ext cx="4357468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4400" b="1" dirty="0" smtClean="0">
                    <a:solidFill>
                      <a:srgbClr val="EED415"/>
                    </a:solidFill>
                    <a:latin typeface="SNOWREN建刚体" panose="02010604000101010101" pitchFamily="2" charset="-122"/>
                    <a:ea typeface="SNOWREN建刚体" panose="02010604000101010101" pitchFamily="2" charset="-122"/>
                  </a:rPr>
                  <a:t>濒死</a:t>
                </a:r>
                <a:r>
                  <a:rPr lang="ja-JP" altLang="en-US" sz="4400" b="1" dirty="0" smtClean="0">
                    <a:solidFill>
                      <a:srgbClr val="EED415"/>
                    </a:solidFill>
                    <a:latin typeface="SNOWREN建刚体" panose="02010604000101010101" pitchFamily="2" charset="-122"/>
                    <a:ea typeface="SNOWREN建刚体" panose="02010604000101010101" pitchFamily="2" charset="-122"/>
                  </a:rPr>
                  <a:t>の</a:t>
                </a:r>
                <a:r>
                  <a:rPr lang="zh-CN" altLang="en-US" sz="4400" b="1" dirty="0" smtClean="0">
                    <a:solidFill>
                      <a:srgbClr val="EED415"/>
                    </a:solidFill>
                    <a:latin typeface="SNOWREN建刚体" panose="02010604000101010101" pitchFamily="2" charset="-122"/>
                    <a:ea typeface="SNOWREN建刚体" panose="02010604000101010101" pitchFamily="2" charset="-122"/>
                  </a:rPr>
                  <a:t>通灵</a:t>
                </a:r>
              </a:p>
            </p:txBody>
          </p:sp>
          <p:sp>
            <p:nvSpPr>
              <p:cNvPr id="7" name="文本框 6"/>
              <p:cNvSpPr txBox="1"/>
              <p:nvPr/>
            </p:nvSpPr>
            <p:spPr>
              <a:xfrm>
                <a:off x="1386840" y="1452878"/>
                <a:ext cx="80772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3600" i="1" dirty="0" smtClean="0">
                    <a:solidFill>
                      <a:schemeClr val="bg1"/>
                    </a:solidFill>
                    <a:latin typeface="造字工房悦黑体验版常规体" pitchFamily="50" charset="-122"/>
                    <a:ea typeface="造字工房悦黑体验版常规体" pitchFamily="50" charset="-122"/>
                  </a:rPr>
                  <a:t>肆</a:t>
                </a:r>
                <a:endParaRPr lang="en-US" altLang="zh-CN" sz="3600" i="1" dirty="0">
                  <a:solidFill>
                    <a:schemeClr val="bg1"/>
                  </a:solidFill>
                  <a:latin typeface="造字工房悦黑体验版常规体" pitchFamily="50" charset="-122"/>
                  <a:ea typeface="造字工房悦黑体验版常规体" pitchFamily="50" charset="-122"/>
                </a:endParaRPr>
              </a:p>
            </p:txBody>
          </p:sp>
        </p:grpSp>
      </p:grpSp>
      <p:sp>
        <p:nvSpPr>
          <p:cNvPr id="8" name="文本框 7"/>
          <p:cNvSpPr txBox="1"/>
          <p:nvPr/>
        </p:nvSpPr>
        <p:spPr>
          <a:xfrm>
            <a:off x="434662" y="1980724"/>
            <a:ext cx="6482973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latin typeface="造字工房悦黑体验版常规体" pitchFamily="50" charset="-122"/>
                <a:ea typeface="造字工房悦黑体验版常规体" pitchFamily="50" charset="-122"/>
              </a:rPr>
              <a:t>濒死体验非常神奇，就像被外星人绑架了一样。詹姆斯做了很多研究，其实比不过一句酒吧的宣传语：现实是不喝酒产生的幻觉。</a:t>
            </a:r>
            <a:endParaRPr lang="en-US" altLang="zh-CN" sz="2400" dirty="0" smtClean="0">
              <a:latin typeface="造字工房悦黑体验版常规体" pitchFamily="50" charset="-122"/>
              <a:ea typeface="造字工房悦黑体验版常规体" pitchFamily="50" charset="-122"/>
            </a:endParaRPr>
          </a:p>
          <a:p>
            <a:endParaRPr lang="en-US" altLang="zh-CN" sz="2400" dirty="0" smtClean="0">
              <a:solidFill>
                <a:schemeClr val="bg1"/>
              </a:solidFill>
              <a:latin typeface="造字工房悦黑体验版常规体" pitchFamily="50" charset="-122"/>
              <a:ea typeface="造字工房悦黑体验版常规体" pitchFamily="50" charset="-122"/>
            </a:endParaRPr>
          </a:p>
          <a:p>
            <a:endParaRPr lang="en-US" altLang="zh-CN" sz="2400" dirty="0" smtClean="0">
              <a:solidFill>
                <a:schemeClr val="bg1"/>
              </a:solidFill>
              <a:latin typeface="造字工房悦黑体验版常规体" pitchFamily="50" charset="-122"/>
              <a:ea typeface="造字工房悦黑体验版常规体" pitchFamily="50" charset="-122"/>
            </a:endParaRPr>
          </a:p>
          <a:p>
            <a:r>
              <a:rPr lang="zh-CN" altLang="en-US" sz="2400" dirty="0" smtClean="0">
                <a:solidFill>
                  <a:schemeClr val="bg1"/>
                </a:solidFill>
                <a:latin typeface="造字工房悦黑体验版常规体" pitchFamily="50" charset="-122"/>
                <a:ea typeface="造字工房悦黑体验版常规体" pitchFamily="50" charset="-122"/>
              </a:rPr>
              <a:t>同样，根据詹姆斯（此人其实一个马克思主义者）的认识论，否认灵魂在肉体死亡后继续存在是一种教条式的唯物主义：它会关上我们发现新真理的大门。所以通灵，并不只是个笑话。</a:t>
            </a:r>
            <a:endParaRPr lang="en-US" altLang="zh-CN" sz="2400" dirty="0">
              <a:solidFill>
                <a:schemeClr val="bg1"/>
              </a:solidFill>
              <a:latin typeface="造字工房悦黑体验版常规体" pitchFamily="50" charset="-122"/>
              <a:ea typeface="造字工房悦黑体验版常规体" pitchFamily="50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037820" y="5658654"/>
            <a:ext cx="515418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 smtClean="0">
                <a:solidFill>
                  <a:schemeClr val="bg1"/>
                </a:solidFill>
                <a:latin typeface="造字工房悦黑体验版常规体" pitchFamily="50" charset="-122"/>
                <a:ea typeface="造字工房悦黑体验版常规体" pitchFamily="50" charset="-122"/>
              </a:rPr>
              <a:t> * 漫画下有一行字：</a:t>
            </a:r>
            <a:r>
              <a:rPr lang="zh-CN" altLang="en-US" sz="2800" b="1" dirty="0" smtClean="0">
                <a:solidFill>
                  <a:srgbClr val="EED415"/>
                </a:solidFill>
                <a:latin typeface="SNOWREN建刚体" panose="02010604000101010101" pitchFamily="2" charset="-122"/>
                <a:ea typeface="SNOWREN建刚体" panose="02010604000101010101" pitchFamily="2" charset="-122"/>
              </a:rPr>
              <a:t>“上周我觉得自己有了一次濒死体验”</a:t>
            </a:r>
            <a:r>
              <a:rPr lang="zh-CN" altLang="en-US" sz="1600" dirty="0" smtClean="0">
                <a:solidFill>
                  <a:schemeClr val="bg1"/>
                </a:solidFill>
                <a:latin typeface="造字工房悦黑体验版常规体" pitchFamily="50" charset="-122"/>
                <a:ea typeface="造字工房悦黑体验版常规体" pitchFamily="50" charset="-122"/>
              </a:rPr>
              <a:t>指男人的钱被妻女花光了</a:t>
            </a:r>
            <a:endParaRPr lang="en-US" altLang="zh-CN" sz="1600" dirty="0">
              <a:solidFill>
                <a:schemeClr val="bg1"/>
              </a:solidFill>
              <a:latin typeface="造字工房悦黑体验版常规体" pitchFamily="50" charset="-122"/>
              <a:ea typeface="造字工房悦黑体验版常规体" pitchFamily="50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255" r="14208"/>
          <a:stretch/>
        </p:blipFill>
        <p:spPr>
          <a:xfrm>
            <a:off x="7037820" y="1496342"/>
            <a:ext cx="5030108" cy="3900702"/>
          </a:xfrm>
          <a:prstGeom prst="rect">
            <a:avLst/>
          </a:prstGeom>
          <a:ln w="38100" cap="sq">
            <a:solidFill>
              <a:srgbClr val="EED415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676868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圆角矩形 31"/>
          <p:cNvSpPr/>
          <p:nvPr/>
        </p:nvSpPr>
        <p:spPr>
          <a:xfrm>
            <a:off x="440666" y="2371772"/>
            <a:ext cx="10746482" cy="4099560"/>
          </a:xfrm>
          <a:prstGeom prst="roundRect">
            <a:avLst>
              <a:gd name="adj" fmla="val 7933"/>
            </a:avLst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7" name="组合 16"/>
          <p:cNvGrpSpPr/>
          <p:nvPr/>
        </p:nvGrpSpPr>
        <p:grpSpPr>
          <a:xfrm>
            <a:off x="475614" y="468510"/>
            <a:ext cx="6369465" cy="769441"/>
            <a:chOff x="617282" y="558662"/>
            <a:chExt cx="6369465" cy="769441"/>
          </a:xfrm>
        </p:grpSpPr>
        <p:sp>
          <p:nvSpPr>
            <p:cNvPr id="6" name="文本框 5"/>
            <p:cNvSpPr txBox="1"/>
            <p:nvPr/>
          </p:nvSpPr>
          <p:spPr>
            <a:xfrm>
              <a:off x="2323691" y="558662"/>
              <a:ext cx="3291498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4400" b="1" dirty="0" smtClean="0">
                  <a:solidFill>
                    <a:srgbClr val="EED415"/>
                  </a:solidFill>
                  <a:latin typeface="SNOWREN建刚体" panose="02010604000101010101" pitchFamily="2" charset="-122"/>
                  <a:ea typeface="SNOWREN建刚体" panose="02010604000101010101" pitchFamily="2" charset="-122"/>
                </a:rPr>
                <a:t>摘抄の感悟</a:t>
              </a:r>
              <a:endParaRPr lang="zh-CN" altLang="en-US" sz="4400" b="1" dirty="0">
                <a:solidFill>
                  <a:srgbClr val="EED415"/>
                </a:solidFill>
                <a:latin typeface="SNOWREN建刚体" panose="02010604000101010101" pitchFamily="2" charset="-122"/>
                <a:ea typeface="SNOWREN建刚体" panose="02010604000101010101" pitchFamily="2" charset="-122"/>
              </a:endParaRPr>
            </a:p>
          </p:txBody>
        </p:sp>
        <p:grpSp>
          <p:nvGrpSpPr>
            <p:cNvPr id="11" name="组合 10"/>
            <p:cNvGrpSpPr/>
            <p:nvPr/>
          </p:nvGrpSpPr>
          <p:grpSpPr>
            <a:xfrm>
              <a:off x="617282" y="603938"/>
              <a:ext cx="1697223" cy="678890"/>
              <a:chOff x="617282" y="603938"/>
              <a:chExt cx="1697223" cy="678890"/>
            </a:xfrm>
          </p:grpSpPr>
          <p:sp>
            <p:nvSpPr>
              <p:cNvPr id="3" name="椭圆 2"/>
              <p:cNvSpPr/>
              <p:nvPr/>
            </p:nvSpPr>
            <p:spPr>
              <a:xfrm rot="5400000">
                <a:off x="956726" y="603938"/>
                <a:ext cx="678890" cy="678890"/>
              </a:xfrm>
              <a:prstGeom prst="ellipse">
                <a:avLst/>
              </a:prstGeom>
              <a:solidFill>
                <a:srgbClr val="EED415">
                  <a:alpha val="69804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" name="椭圆 4"/>
              <p:cNvSpPr/>
              <p:nvPr/>
            </p:nvSpPr>
            <p:spPr>
              <a:xfrm rot="5400000">
                <a:off x="617282" y="603938"/>
                <a:ext cx="678890" cy="678890"/>
              </a:xfrm>
              <a:prstGeom prst="ellipse">
                <a:avLst/>
              </a:prstGeom>
              <a:solidFill>
                <a:srgbClr val="EED415">
                  <a:alpha val="6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" name="椭圆 8"/>
              <p:cNvSpPr/>
              <p:nvPr/>
            </p:nvSpPr>
            <p:spPr>
              <a:xfrm rot="5400000">
                <a:off x="1296170" y="603938"/>
                <a:ext cx="678890" cy="678890"/>
              </a:xfrm>
              <a:prstGeom prst="ellipse">
                <a:avLst/>
              </a:prstGeom>
              <a:solidFill>
                <a:srgbClr val="EED415">
                  <a:alpha val="69804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" name="椭圆 9"/>
              <p:cNvSpPr/>
              <p:nvPr/>
            </p:nvSpPr>
            <p:spPr>
              <a:xfrm rot="5400000">
                <a:off x="1635615" y="603938"/>
                <a:ext cx="678890" cy="678890"/>
              </a:xfrm>
              <a:prstGeom prst="ellipse">
                <a:avLst/>
              </a:prstGeom>
              <a:solidFill>
                <a:srgbClr val="EED415">
                  <a:alpha val="69804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2" name="组合 11"/>
            <p:cNvGrpSpPr/>
            <p:nvPr/>
          </p:nvGrpSpPr>
          <p:grpSpPr>
            <a:xfrm>
              <a:off x="5289524" y="603937"/>
              <a:ext cx="1697223" cy="678890"/>
              <a:chOff x="617282" y="603938"/>
              <a:chExt cx="1697223" cy="678890"/>
            </a:xfrm>
          </p:grpSpPr>
          <p:sp>
            <p:nvSpPr>
              <p:cNvPr id="13" name="椭圆 12"/>
              <p:cNvSpPr/>
              <p:nvPr/>
            </p:nvSpPr>
            <p:spPr>
              <a:xfrm rot="5400000">
                <a:off x="956726" y="603938"/>
                <a:ext cx="678890" cy="678890"/>
              </a:xfrm>
              <a:prstGeom prst="ellipse">
                <a:avLst/>
              </a:prstGeom>
              <a:solidFill>
                <a:srgbClr val="EED415">
                  <a:alpha val="69804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" name="椭圆 13"/>
              <p:cNvSpPr/>
              <p:nvPr/>
            </p:nvSpPr>
            <p:spPr>
              <a:xfrm rot="5400000">
                <a:off x="617282" y="603938"/>
                <a:ext cx="678890" cy="678890"/>
              </a:xfrm>
              <a:prstGeom prst="ellipse">
                <a:avLst/>
              </a:prstGeom>
              <a:solidFill>
                <a:srgbClr val="EED415">
                  <a:alpha val="6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" name="椭圆 14"/>
              <p:cNvSpPr/>
              <p:nvPr/>
            </p:nvSpPr>
            <p:spPr>
              <a:xfrm rot="5400000">
                <a:off x="1296170" y="603938"/>
                <a:ext cx="678890" cy="678890"/>
              </a:xfrm>
              <a:prstGeom prst="ellipse">
                <a:avLst/>
              </a:prstGeom>
              <a:solidFill>
                <a:srgbClr val="EED415">
                  <a:alpha val="69804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" name="椭圆 15"/>
              <p:cNvSpPr/>
              <p:nvPr/>
            </p:nvSpPr>
            <p:spPr>
              <a:xfrm rot="5400000">
                <a:off x="1635615" y="603938"/>
                <a:ext cx="678890" cy="678890"/>
              </a:xfrm>
              <a:prstGeom prst="ellipse">
                <a:avLst/>
              </a:prstGeom>
              <a:solidFill>
                <a:srgbClr val="EED415">
                  <a:alpha val="69804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18" name="文本框 17"/>
          <p:cNvSpPr txBox="1"/>
          <p:nvPr/>
        </p:nvSpPr>
        <p:spPr>
          <a:xfrm>
            <a:off x="740233" y="1596169"/>
            <a:ext cx="7914370" cy="1200329"/>
          </a:xfrm>
          <a:prstGeom prst="rect">
            <a:avLst/>
          </a:prstGeom>
          <a:blipFill dpi="0" rotWithShape="1">
            <a:blip r:embed="rId2"/>
            <a:srcRect/>
            <a:tile tx="0" ty="0" sx="100000" sy="100000" flip="none" algn="tl"/>
          </a:blipFill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solidFill>
                  <a:schemeClr val="bg1"/>
                </a:solidFill>
                <a:latin typeface="造字工房悦黑体验版常规体" pitchFamily="50" charset="-122"/>
                <a:ea typeface="造字工房悦黑体验版常规体" pitchFamily="50" charset="-122"/>
              </a:rPr>
              <a:t>对濒死体验持怀疑态度的人认为，其原因是神经突触的连接突然断裂，这是一种异常的大脑活动形式，可能是由致命创伤引起的。</a:t>
            </a:r>
            <a:endParaRPr lang="en-US" altLang="zh-CN" sz="2400" dirty="0">
              <a:solidFill>
                <a:schemeClr val="bg1"/>
              </a:solidFill>
              <a:latin typeface="造字工房悦黑体验版常规体" pitchFamily="50" charset="-122"/>
              <a:ea typeface="造字工房悦黑体验版常规体" pitchFamily="50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742377" y="3185127"/>
            <a:ext cx="7375905" cy="2308324"/>
          </a:xfrm>
          <a:prstGeom prst="rect">
            <a:avLst/>
          </a:prstGeom>
          <a:blipFill dpi="0" rotWithShape="1">
            <a:blip r:embed="rId2"/>
            <a:srcRect/>
            <a:tile tx="0" ty="0" sx="100000" sy="100000" flip="none" algn="tl"/>
          </a:blip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 smtClean="0">
                <a:solidFill>
                  <a:srgbClr val="EED415"/>
                </a:solidFill>
                <a:latin typeface="造字工房悦黑体验版常规体" pitchFamily="50" charset="-122"/>
                <a:ea typeface="造字工房悦黑体验版常规体" pitchFamily="50" charset="-122"/>
              </a:rPr>
              <a:t>大家在讨论通灵的时候都忽略了死者的感受。他们凭什么必须随叫随到？要是他们也很忙呢？他们至少有权使用来电显示吧？而一些现代心理学家坚持认为，这是全域效应给人的幻觉。</a:t>
            </a:r>
            <a:endParaRPr lang="en-US" altLang="zh-CN" sz="2400" dirty="0">
              <a:solidFill>
                <a:srgbClr val="EED415"/>
              </a:solidFill>
              <a:latin typeface="造字工房悦黑体验版常规体" pitchFamily="50" charset="-122"/>
              <a:ea typeface="造字工房悦黑体验版常规体" pitchFamily="50" charset="-122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8920205" y="5228160"/>
            <a:ext cx="3207979" cy="954107"/>
          </a:xfrm>
          <a:prstGeom prst="rect">
            <a:avLst/>
          </a:prstGeom>
          <a:blipFill dpi="0" rotWithShape="1">
            <a:blip r:embed="rId2"/>
            <a:srcRect/>
            <a:tile tx="0" ty="0" sx="100000" sy="100000" flip="none" algn="tl"/>
          </a:blip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dirty="0" smtClean="0">
                <a:solidFill>
                  <a:srgbClr val="EED415"/>
                </a:solidFill>
                <a:latin typeface="SNOWREN建刚体" panose="02010604000101010101" pitchFamily="2" charset="-122"/>
                <a:ea typeface="SNOWREN建刚体" panose="02010604000101010101" pitchFamily="2" charset="-122"/>
              </a:rPr>
              <a:t>参考电影</a:t>
            </a:r>
            <a:endParaRPr lang="en-US" altLang="zh-CN" sz="2800" b="1" dirty="0" smtClean="0">
              <a:solidFill>
                <a:srgbClr val="EED415"/>
              </a:solidFill>
              <a:latin typeface="SNOWREN建刚体" panose="02010604000101010101" pitchFamily="2" charset="-122"/>
              <a:ea typeface="SNOWREN建刚体" panose="02010604000101010101" pitchFamily="2" charset="-122"/>
            </a:endParaRPr>
          </a:p>
          <a:p>
            <a:pPr algn="ctr"/>
            <a:r>
              <a:rPr lang="en-US" altLang="zh-CN" sz="2800" b="1" dirty="0" smtClean="0">
                <a:solidFill>
                  <a:srgbClr val="EED415"/>
                </a:solidFill>
                <a:latin typeface="SNOWREN建刚体" panose="02010604000101010101" pitchFamily="2" charset="-122"/>
                <a:ea typeface="SNOWREN建刚体" panose="02010604000101010101" pitchFamily="2" charset="-122"/>
              </a:rPr>
              <a:t>《X</a:t>
            </a:r>
            <a:r>
              <a:rPr lang="zh-CN" altLang="en-US" sz="2800" b="1" dirty="0" smtClean="0">
                <a:solidFill>
                  <a:srgbClr val="EED415"/>
                </a:solidFill>
                <a:latin typeface="SNOWREN建刚体" panose="02010604000101010101" pitchFamily="2" charset="-122"/>
                <a:ea typeface="SNOWREN建刚体" panose="02010604000101010101" pitchFamily="2" charset="-122"/>
              </a:rPr>
              <a:t>战警：逆转未来</a:t>
            </a:r>
            <a:r>
              <a:rPr lang="en-US" altLang="zh-CN" sz="2800" b="1" dirty="0" smtClean="0">
                <a:solidFill>
                  <a:srgbClr val="EED415"/>
                </a:solidFill>
                <a:latin typeface="SNOWREN建刚体" panose="02010604000101010101" pitchFamily="2" charset="-122"/>
                <a:ea typeface="SNOWREN建刚体" panose="02010604000101010101" pitchFamily="2" charset="-122"/>
              </a:rPr>
              <a:t>》</a:t>
            </a:r>
          </a:p>
        </p:txBody>
      </p:sp>
      <p:sp>
        <p:nvSpPr>
          <p:cNvPr id="39" name="文本框 38"/>
          <p:cNvSpPr txBox="1"/>
          <p:nvPr/>
        </p:nvSpPr>
        <p:spPr>
          <a:xfrm>
            <a:off x="750661" y="5807389"/>
            <a:ext cx="7973165" cy="523220"/>
          </a:xfrm>
          <a:prstGeom prst="rect">
            <a:avLst/>
          </a:prstGeom>
          <a:blipFill dpi="0" rotWithShape="1">
            <a:blip r:embed="rId2"/>
            <a:srcRect/>
            <a:tile tx="0" ty="0" sx="100000" sy="100000" flip="none" algn="tl"/>
          </a:blipFill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SNOWREN建刚体" panose="02010604000101010101" pitchFamily="2" charset="-122"/>
                <a:ea typeface="SNOWREN建刚体" panose="02010604000101010101" pitchFamily="2" charset="-122"/>
              </a:rPr>
              <a:t>感悟</a:t>
            </a:r>
            <a:r>
              <a:rPr lang="zh-CN" altLang="en-US" sz="2800" b="1" dirty="0" smtClean="0">
                <a:solidFill>
                  <a:schemeClr val="bg1"/>
                </a:solidFill>
                <a:latin typeface="SNOWREN建刚体" panose="02010604000101010101" pitchFamily="2" charset="-122"/>
                <a:ea typeface="SNOWREN建刚体" panose="02010604000101010101" pitchFamily="2" charset="-122"/>
              </a:rPr>
              <a:t>：对女友说“随便花”的男人总是在濒死状态</a:t>
            </a:r>
            <a:endParaRPr lang="en-US" altLang="zh-CN" sz="2800" b="1" dirty="0">
              <a:solidFill>
                <a:schemeClr val="bg1"/>
              </a:solidFill>
              <a:latin typeface="SNOWREN建刚体" panose="02010604000101010101" pitchFamily="2" charset="-122"/>
              <a:ea typeface="SNOWREN建刚体" panose="02010604000101010101" pitchFamily="2" charset="-122"/>
            </a:endParaRPr>
          </a:p>
        </p:txBody>
      </p:sp>
      <p:cxnSp>
        <p:nvCxnSpPr>
          <p:cNvPr id="40" name="直接连接符 39"/>
          <p:cNvCxnSpPr/>
          <p:nvPr/>
        </p:nvCxnSpPr>
        <p:spPr>
          <a:xfrm flipH="1">
            <a:off x="815059" y="5607739"/>
            <a:ext cx="7749392" cy="0"/>
          </a:xfrm>
          <a:prstGeom prst="line">
            <a:avLst/>
          </a:prstGeom>
          <a:ln w="28575">
            <a:solidFill>
              <a:srgbClr val="EED415"/>
            </a:solidFill>
            <a:prstDash val="lgDashDot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36908" y="962754"/>
            <a:ext cx="2663999" cy="3996000"/>
          </a:xfrm>
          <a:prstGeom prst="rect">
            <a:avLst/>
          </a:prstGeom>
          <a:ln w="38100" cap="sq">
            <a:solidFill>
              <a:schemeClr val="bg1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325873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0" y="1899441"/>
            <a:ext cx="12192000" cy="1368248"/>
          </a:xfrm>
          <a:prstGeom prst="rect">
            <a:avLst/>
          </a:prstGeom>
          <a:solidFill>
            <a:srgbClr val="EED41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" name="组合 1"/>
          <p:cNvGrpSpPr/>
          <p:nvPr/>
        </p:nvGrpSpPr>
        <p:grpSpPr>
          <a:xfrm>
            <a:off x="425548" y="533399"/>
            <a:ext cx="5563772" cy="900334"/>
            <a:chOff x="1080868" y="1280159"/>
            <a:chExt cx="5563772" cy="900334"/>
          </a:xfrm>
        </p:grpSpPr>
        <p:sp>
          <p:nvSpPr>
            <p:cNvPr id="3" name="椭圆 2"/>
            <p:cNvSpPr/>
            <p:nvPr/>
          </p:nvSpPr>
          <p:spPr>
            <a:xfrm>
              <a:off x="1294228" y="1280160"/>
              <a:ext cx="900333" cy="900333"/>
            </a:xfrm>
            <a:prstGeom prst="ellipse">
              <a:avLst/>
            </a:prstGeom>
            <a:solidFill>
              <a:srgbClr val="EED4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4" name="组合 3"/>
            <p:cNvGrpSpPr/>
            <p:nvPr/>
          </p:nvGrpSpPr>
          <p:grpSpPr>
            <a:xfrm>
              <a:off x="1080868" y="1280159"/>
              <a:ext cx="5563772" cy="900333"/>
              <a:chOff x="1080868" y="1280159"/>
              <a:chExt cx="5563772" cy="900333"/>
            </a:xfrm>
          </p:grpSpPr>
          <p:sp>
            <p:nvSpPr>
              <p:cNvPr id="5" name="椭圆 4"/>
              <p:cNvSpPr/>
              <p:nvPr/>
            </p:nvSpPr>
            <p:spPr>
              <a:xfrm>
                <a:off x="1080868" y="1280159"/>
                <a:ext cx="900333" cy="900333"/>
              </a:xfrm>
              <a:prstGeom prst="ellipse">
                <a:avLst/>
              </a:prstGeom>
              <a:solidFill>
                <a:srgbClr val="EED415">
                  <a:alpha val="6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" name="文本框 5"/>
              <p:cNvSpPr txBox="1"/>
              <p:nvPr/>
            </p:nvSpPr>
            <p:spPr>
              <a:xfrm>
                <a:off x="2287172" y="1351417"/>
                <a:ext cx="4357468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4400" b="1" dirty="0" smtClean="0">
                    <a:solidFill>
                      <a:srgbClr val="EED415"/>
                    </a:solidFill>
                    <a:latin typeface="SNOWREN建刚体" panose="02010604000101010101" pitchFamily="2" charset="-122"/>
                    <a:ea typeface="SNOWREN建刚体" panose="02010604000101010101" pitchFamily="2" charset="-122"/>
                  </a:rPr>
                  <a:t>自杀</a:t>
                </a:r>
                <a:r>
                  <a:rPr lang="ja-JP" altLang="en-US" sz="4400" b="1" dirty="0" smtClean="0">
                    <a:solidFill>
                      <a:srgbClr val="EED415"/>
                    </a:solidFill>
                    <a:latin typeface="SNOWREN建刚体" panose="02010604000101010101" pitchFamily="2" charset="-122"/>
                    <a:ea typeface="SNOWREN建刚体" panose="02010604000101010101" pitchFamily="2" charset="-122"/>
                  </a:rPr>
                  <a:t>の</a:t>
                </a:r>
                <a:r>
                  <a:rPr lang="zh-CN" altLang="en-US" sz="4400" b="1" dirty="0" smtClean="0">
                    <a:solidFill>
                      <a:srgbClr val="EED415"/>
                    </a:solidFill>
                    <a:latin typeface="SNOWREN建刚体" panose="02010604000101010101" pitchFamily="2" charset="-122"/>
                    <a:ea typeface="SNOWREN建刚体" panose="02010604000101010101" pitchFamily="2" charset="-122"/>
                  </a:rPr>
                  <a:t>道德</a:t>
                </a:r>
              </a:p>
            </p:txBody>
          </p:sp>
          <p:sp>
            <p:nvSpPr>
              <p:cNvPr id="7" name="文本框 6"/>
              <p:cNvSpPr txBox="1"/>
              <p:nvPr/>
            </p:nvSpPr>
            <p:spPr>
              <a:xfrm>
                <a:off x="1386840" y="1452878"/>
                <a:ext cx="80772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3600" i="1" dirty="0" smtClean="0">
                    <a:solidFill>
                      <a:schemeClr val="bg1"/>
                    </a:solidFill>
                    <a:latin typeface="造字工房悦黑体验版常规体" pitchFamily="50" charset="-122"/>
                    <a:ea typeface="造字工房悦黑体验版常规体" pitchFamily="50" charset="-122"/>
                  </a:rPr>
                  <a:t>伍</a:t>
                </a:r>
                <a:endParaRPr lang="en-US" altLang="zh-CN" sz="3600" i="1" dirty="0">
                  <a:solidFill>
                    <a:schemeClr val="bg1"/>
                  </a:solidFill>
                  <a:latin typeface="造字工房悦黑体验版常规体" pitchFamily="50" charset="-122"/>
                  <a:ea typeface="造字工房悦黑体验版常规体" pitchFamily="50" charset="-122"/>
                </a:endParaRPr>
              </a:p>
            </p:txBody>
          </p:sp>
        </p:grpSp>
      </p:grpSp>
      <p:sp>
        <p:nvSpPr>
          <p:cNvPr id="8" name="文本框 7"/>
          <p:cNvSpPr txBox="1"/>
          <p:nvPr/>
        </p:nvSpPr>
        <p:spPr>
          <a:xfrm>
            <a:off x="434662" y="1980724"/>
            <a:ext cx="6482973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latin typeface="造字工房悦黑体验版常规体" pitchFamily="50" charset="-122"/>
                <a:ea typeface="造字工房悦黑体验版常规体" pitchFamily="50" charset="-122"/>
              </a:rPr>
              <a:t>加缪在</a:t>
            </a:r>
            <a:r>
              <a:rPr lang="en-US" altLang="zh-CN" sz="2400" dirty="0" smtClean="0">
                <a:latin typeface="造字工房悦黑体验版常规体" pitchFamily="50" charset="-122"/>
                <a:ea typeface="造字工房悦黑体验版常规体" pitchFamily="50" charset="-122"/>
              </a:rPr>
              <a:t>《</a:t>
            </a:r>
            <a:r>
              <a:rPr lang="zh-CN" altLang="en-US" sz="2400" dirty="0" smtClean="0">
                <a:latin typeface="造字工房悦黑体验版常规体" pitchFamily="50" charset="-122"/>
                <a:ea typeface="造字工房悦黑体验版常规体" pitchFamily="50" charset="-122"/>
              </a:rPr>
              <a:t>希绪弗斯神话</a:t>
            </a:r>
            <a:r>
              <a:rPr lang="en-US" altLang="zh-CN" sz="2400" dirty="0" smtClean="0">
                <a:latin typeface="造字工房悦黑体验版常规体" pitchFamily="50" charset="-122"/>
                <a:ea typeface="造字工房悦黑体验版常规体" pitchFamily="50" charset="-122"/>
              </a:rPr>
              <a:t>》</a:t>
            </a:r>
            <a:r>
              <a:rPr lang="zh-CN" altLang="en-US" sz="2400" dirty="0" smtClean="0">
                <a:latin typeface="造字工房悦黑体验版常规体" pitchFamily="50" charset="-122"/>
                <a:ea typeface="造字工房悦黑体验版常规体" pitchFamily="50" charset="-122"/>
              </a:rPr>
              <a:t>中写道：“真正严肃的哲学问题只有一个，那就是自杀。”比尔马希尔也说：自杀就是炒上帝的鱿鱼。</a:t>
            </a:r>
            <a:endParaRPr lang="en-US" altLang="zh-CN" sz="2400" dirty="0" smtClean="0">
              <a:latin typeface="造字工房悦黑体验版常规体" pitchFamily="50" charset="-122"/>
              <a:ea typeface="造字工房悦黑体验版常规体" pitchFamily="50" charset="-122"/>
            </a:endParaRPr>
          </a:p>
          <a:p>
            <a:endParaRPr lang="en-US" altLang="zh-CN" sz="2400" dirty="0" smtClean="0">
              <a:solidFill>
                <a:schemeClr val="bg1"/>
              </a:solidFill>
              <a:latin typeface="造字工房悦黑体验版常规体" pitchFamily="50" charset="-122"/>
              <a:ea typeface="造字工房悦黑体验版常规体" pitchFamily="50" charset="-122"/>
            </a:endParaRPr>
          </a:p>
          <a:p>
            <a:endParaRPr lang="en-US" altLang="zh-CN" sz="2400" dirty="0" smtClean="0">
              <a:solidFill>
                <a:schemeClr val="bg1"/>
              </a:solidFill>
              <a:latin typeface="造字工房悦黑体验版常规体" pitchFamily="50" charset="-122"/>
              <a:ea typeface="造字工房悦黑体验版常规体" pitchFamily="50" charset="-122"/>
            </a:endParaRPr>
          </a:p>
          <a:p>
            <a:r>
              <a:rPr lang="zh-CN" altLang="en-US" sz="2400" dirty="0" smtClean="0">
                <a:solidFill>
                  <a:schemeClr val="bg1"/>
                </a:solidFill>
                <a:latin typeface="造字工房悦黑体验版常规体" pitchFamily="50" charset="-122"/>
                <a:ea typeface="造字工房悦黑体验版常规体" pitchFamily="50" charset="-122"/>
              </a:rPr>
              <a:t>现实生活里，也有反对自杀的思想家，认为自杀不道德。圣托马斯</a:t>
            </a:r>
            <a:r>
              <a:rPr lang="en-US" altLang="zh-CN" sz="2400" dirty="0" smtClean="0">
                <a:solidFill>
                  <a:schemeClr val="bg1"/>
                </a:solidFill>
                <a:latin typeface="造字工房悦黑体验版常规体" pitchFamily="50" charset="-122"/>
                <a:ea typeface="造字工房悦黑体验版常规体" pitchFamily="50" charset="-122"/>
              </a:rPr>
              <a:t>.</a:t>
            </a:r>
            <a:r>
              <a:rPr lang="zh-CN" altLang="en-US" sz="2400" dirty="0" smtClean="0">
                <a:solidFill>
                  <a:schemeClr val="bg1"/>
                </a:solidFill>
                <a:latin typeface="造字工房悦黑体验版常规体" pitchFamily="50" charset="-122"/>
                <a:ea typeface="造字工房悦黑体验版常规体" pitchFamily="50" charset="-122"/>
              </a:rPr>
              <a:t>阿奎那认为，自杀危害社会，首要的危害就是丧葬费。大卫休谟则反对说：许多人到了一定时候，就变成了社会的负担，这时候放弃生命不仅是无害的，而且是值得嘉许的。于是休谟被太阳城的老年人们群殴。</a:t>
            </a:r>
            <a:endParaRPr lang="en-US" altLang="zh-CN" sz="2400" dirty="0">
              <a:solidFill>
                <a:schemeClr val="bg1"/>
              </a:solidFill>
              <a:latin typeface="造字工房悦黑体验版常规体" pitchFamily="50" charset="-122"/>
              <a:ea typeface="造字工房悦黑体验版常规体" pitchFamily="50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238152" y="5298570"/>
            <a:ext cx="483970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 smtClean="0">
                <a:solidFill>
                  <a:schemeClr val="bg1"/>
                </a:solidFill>
                <a:latin typeface="造字工房悦黑体验版常规体" pitchFamily="50" charset="-122"/>
                <a:ea typeface="造字工房悦黑体验版常规体" pitchFamily="50" charset="-122"/>
              </a:rPr>
              <a:t> * 漫画下有一行字：</a:t>
            </a:r>
            <a:r>
              <a:rPr lang="zh-CN" altLang="en-US" sz="2800" b="1" dirty="0" smtClean="0">
                <a:solidFill>
                  <a:srgbClr val="EED415"/>
                </a:solidFill>
                <a:latin typeface="SNOWREN建刚体" panose="02010604000101010101" pitchFamily="2" charset="-122"/>
                <a:ea typeface="SNOWREN建刚体" panose="02010604000101010101" pitchFamily="2" charset="-122"/>
              </a:rPr>
              <a:t>“我们没有强制的退休年龄，大卫。但在有些情况下，我们鼓励人们去死。”</a:t>
            </a:r>
            <a:endParaRPr lang="en-US" altLang="zh-CN" sz="1600" dirty="0">
              <a:solidFill>
                <a:schemeClr val="bg1"/>
              </a:solidFill>
              <a:latin typeface="造字工房悦黑体验版常规体" pitchFamily="50" charset="-122"/>
              <a:ea typeface="造字工房悦黑体验版常规体" pitchFamily="50" charset="-122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77" r="17269"/>
          <a:stretch/>
        </p:blipFill>
        <p:spPr>
          <a:xfrm>
            <a:off x="6917635" y="1029283"/>
            <a:ext cx="5036233" cy="4038098"/>
          </a:xfrm>
          <a:prstGeom prst="rect">
            <a:avLst/>
          </a:prstGeom>
          <a:ln w="38100" cap="sq">
            <a:solidFill>
              <a:srgbClr val="EED415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428689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圆角矩形 31"/>
          <p:cNvSpPr/>
          <p:nvPr/>
        </p:nvSpPr>
        <p:spPr>
          <a:xfrm>
            <a:off x="440666" y="2371772"/>
            <a:ext cx="10746482" cy="4099560"/>
          </a:xfrm>
          <a:prstGeom prst="roundRect">
            <a:avLst>
              <a:gd name="adj" fmla="val 7933"/>
            </a:avLst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7" name="组合 16"/>
          <p:cNvGrpSpPr/>
          <p:nvPr/>
        </p:nvGrpSpPr>
        <p:grpSpPr>
          <a:xfrm>
            <a:off x="475614" y="468510"/>
            <a:ext cx="6369465" cy="769441"/>
            <a:chOff x="617282" y="558662"/>
            <a:chExt cx="6369465" cy="769441"/>
          </a:xfrm>
        </p:grpSpPr>
        <p:sp>
          <p:nvSpPr>
            <p:cNvPr id="6" name="文本框 5"/>
            <p:cNvSpPr txBox="1"/>
            <p:nvPr/>
          </p:nvSpPr>
          <p:spPr>
            <a:xfrm>
              <a:off x="2323691" y="558662"/>
              <a:ext cx="2956647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4400" b="1" dirty="0" smtClean="0">
                  <a:solidFill>
                    <a:srgbClr val="EED415"/>
                  </a:solidFill>
                  <a:latin typeface="SNOWREN建刚体" panose="02010604000101010101" pitchFamily="2" charset="-122"/>
                  <a:ea typeface="SNOWREN建刚体" panose="02010604000101010101" pitchFamily="2" charset="-122"/>
                </a:rPr>
                <a:t>摘抄の感悟</a:t>
              </a:r>
              <a:endParaRPr lang="zh-CN" altLang="en-US" sz="4400" b="1" dirty="0">
                <a:solidFill>
                  <a:srgbClr val="EED415"/>
                </a:solidFill>
                <a:latin typeface="SNOWREN建刚体" panose="02010604000101010101" pitchFamily="2" charset="-122"/>
                <a:ea typeface="SNOWREN建刚体" panose="02010604000101010101" pitchFamily="2" charset="-122"/>
              </a:endParaRPr>
            </a:p>
          </p:txBody>
        </p:sp>
        <p:grpSp>
          <p:nvGrpSpPr>
            <p:cNvPr id="11" name="组合 10"/>
            <p:cNvGrpSpPr/>
            <p:nvPr/>
          </p:nvGrpSpPr>
          <p:grpSpPr>
            <a:xfrm>
              <a:off x="617282" y="603938"/>
              <a:ext cx="1697223" cy="678890"/>
              <a:chOff x="617282" y="603938"/>
              <a:chExt cx="1697223" cy="678890"/>
            </a:xfrm>
          </p:grpSpPr>
          <p:sp>
            <p:nvSpPr>
              <p:cNvPr id="3" name="椭圆 2"/>
              <p:cNvSpPr/>
              <p:nvPr/>
            </p:nvSpPr>
            <p:spPr>
              <a:xfrm rot="5400000">
                <a:off x="956726" y="603938"/>
                <a:ext cx="678890" cy="678890"/>
              </a:xfrm>
              <a:prstGeom prst="ellipse">
                <a:avLst/>
              </a:prstGeom>
              <a:solidFill>
                <a:srgbClr val="EED415">
                  <a:alpha val="69804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" name="椭圆 4"/>
              <p:cNvSpPr/>
              <p:nvPr/>
            </p:nvSpPr>
            <p:spPr>
              <a:xfrm rot="5400000">
                <a:off x="617282" y="603938"/>
                <a:ext cx="678890" cy="678890"/>
              </a:xfrm>
              <a:prstGeom prst="ellipse">
                <a:avLst/>
              </a:prstGeom>
              <a:solidFill>
                <a:srgbClr val="EED415">
                  <a:alpha val="6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" name="椭圆 8"/>
              <p:cNvSpPr/>
              <p:nvPr/>
            </p:nvSpPr>
            <p:spPr>
              <a:xfrm rot="5400000">
                <a:off x="1296170" y="603938"/>
                <a:ext cx="678890" cy="678890"/>
              </a:xfrm>
              <a:prstGeom prst="ellipse">
                <a:avLst/>
              </a:prstGeom>
              <a:solidFill>
                <a:srgbClr val="EED415">
                  <a:alpha val="69804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" name="椭圆 9"/>
              <p:cNvSpPr/>
              <p:nvPr/>
            </p:nvSpPr>
            <p:spPr>
              <a:xfrm rot="5400000">
                <a:off x="1635615" y="603938"/>
                <a:ext cx="678890" cy="678890"/>
              </a:xfrm>
              <a:prstGeom prst="ellipse">
                <a:avLst/>
              </a:prstGeom>
              <a:solidFill>
                <a:srgbClr val="EED415">
                  <a:alpha val="69804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2" name="组合 11"/>
            <p:cNvGrpSpPr/>
            <p:nvPr/>
          </p:nvGrpSpPr>
          <p:grpSpPr>
            <a:xfrm>
              <a:off x="5289524" y="603937"/>
              <a:ext cx="1697223" cy="678890"/>
              <a:chOff x="617282" y="603938"/>
              <a:chExt cx="1697223" cy="678890"/>
            </a:xfrm>
          </p:grpSpPr>
          <p:sp>
            <p:nvSpPr>
              <p:cNvPr id="13" name="椭圆 12"/>
              <p:cNvSpPr/>
              <p:nvPr/>
            </p:nvSpPr>
            <p:spPr>
              <a:xfrm rot="5400000">
                <a:off x="956726" y="603938"/>
                <a:ext cx="678890" cy="678890"/>
              </a:xfrm>
              <a:prstGeom prst="ellipse">
                <a:avLst/>
              </a:prstGeom>
              <a:solidFill>
                <a:srgbClr val="EED415">
                  <a:alpha val="69804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" name="椭圆 13"/>
              <p:cNvSpPr/>
              <p:nvPr/>
            </p:nvSpPr>
            <p:spPr>
              <a:xfrm rot="5400000">
                <a:off x="617282" y="603938"/>
                <a:ext cx="678890" cy="678890"/>
              </a:xfrm>
              <a:prstGeom prst="ellipse">
                <a:avLst/>
              </a:prstGeom>
              <a:solidFill>
                <a:srgbClr val="EED415">
                  <a:alpha val="6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" name="椭圆 14"/>
              <p:cNvSpPr/>
              <p:nvPr/>
            </p:nvSpPr>
            <p:spPr>
              <a:xfrm rot="5400000">
                <a:off x="1296170" y="603938"/>
                <a:ext cx="678890" cy="678890"/>
              </a:xfrm>
              <a:prstGeom prst="ellipse">
                <a:avLst/>
              </a:prstGeom>
              <a:solidFill>
                <a:srgbClr val="EED415">
                  <a:alpha val="69804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" name="椭圆 15"/>
              <p:cNvSpPr/>
              <p:nvPr/>
            </p:nvSpPr>
            <p:spPr>
              <a:xfrm rot="5400000">
                <a:off x="1635615" y="603938"/>
                <a:ext cx="678890" cy="678890"/>
              </a:xfrm>
              <a:prstGeom prst="ellipse">
                <a:avLst/>
              </a:prstGeom>
              <a:solidFill>
                <a:srgbClr val="EED415">
                  <a:alpha val="69804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18" name="文本框 17"/>
          <p:cNvSpPr txBox="1"/>
          <p:nvPr/>
        </p:nvSpPr>
        <p:spPr>
          <a:xfrm>
            <a:off x="740233" y="1596169"/>
            <a:ext cx="7914370" cy="1200329"/>
          </a:xfrm>
          <a:prstGeom prst="rect">
            <a:avLst/>
          </a:prstGeom>
          <a:blipFill dpi="0" rotWithShape="1">
            <a:blip r:embed="rId2"/>
            <a:srcRect/>
            <a:tile tx="0" ty="0" sx="100000" sy="100000" flip="none" algn="tl"/>
          </a:blipFill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solidFill>
                  <a:schemeClr val="bg1"/>
                </a:solidFill>
                <a:latin typeface="造字工房悦黑体验版常规体" pitchFamily="50" charset="-122"/>
                <a:ea typeface="造字工房悦黑体验版常规体" pitchFamily="50" charset="-122"/>
              </a:rPr>
              <a:t>“生命就是一个笑话，而自杀，就成为了笑点。”和休谟同时代的德国哲学家伊曼努尔</a:t>
            </a:r>
            <a:r>
              <a:rPr lang="en-US" altLang="zh-CN" sz="2400" dirty="0" smtClean="0">
                <a:solidFill>
                  <a:schemeClr val="bg1"/>
                </a:solidFill>
                <a:latin typeface="造字工房悦黑体验版常规体" pitchFamily="50" charset="-122"/>
                <a:ea typeface="造字工房悦黑体验版常规体" pitchFamily="50" charset="-122"/>
              </a:rPr>
              <a:t>.</a:t>
            </a:r>
            <a:r>
              <a:rPr lang="zh-CN" altLang="en-US" sz="2400" dirty="0" smtClean="0">
                <a:solidFill>
                  <a:schemeClr val="bg1"/>
                </a:solidFill>
                <a:latin typeface="造字工房悦黑体验版常规体" pitchFamily="50" charset="-122"/>
                <a:ea typeface="造字工房悦黑体验版常规体" pitchFamily="50" charset="-122"/>
              </a:rPr>
              <a:t>康德却认为自杀是一种责任问题。他提出，我们的理性意志是道德责任的来源。</a:t>
            </a:r>
            <a:endParaRPr lang="en-US" altLang="zh-CN" sz="2400" dirty="0">
              <a:solidFill>
                <a:schemeClr val="bg1"/>
              </a:solidFill>
              <a:latin typeface="造字工房悦黑体验版常规体" pitchFamily="50" charset="-122"/>
              <a:ea typeface="造字工房悦黑体验版常规体" pitchFamily="50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742377" y="3185127"/>
            <a:ext cx="7375905" cy="2308324"/>
          </a:xfrm>
          <a:prstGeom prst="rect">
            <a:avLst/>
          </a:prstGeom>
          <a:blipFill dpi="0" rotWithShape="1">
            <a:blip r:embed="rId2"/>
            <a:srcRect/>
            <a:tile tx="0" ty="0" sx="100000" sy="100000" flip="none" algn="tl"/>
          </a:blip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 smtClean="0">
                <a:solidFill>
                  <a:srgbClr val="EED415"/>
                </a:solidFill>
                <a:latin typeface="造字工房悦黑体验版常规体" pitchFamily="50" charset="-122"/>
                <a:ea typeface="造字工房悦黑体验版常规体" pitchFamily="50" charset="-122"/>
              </a:rPr>
              <a:t>于是本章煞有其事地分析了自杀的几个形而上学的原因：因为生命的无聊感、因为身体的衰弱、因为理想或信仰、因为抑郁、因为社会道德感的挣扎，以及因为意外。</a:t>
            </a:r>
            <a:endParaRPr lang="en-US" altLang="zh-CN" sz="2400" dirty="0">
              <a:solidFill>
                <a:srgbClr val="EED415"/>
              </a:solidFill>
              <a:latin typeface="造字工房悦黑体验版常规体" pitchFamily="50" charset="-122"/>
              <a:ea typeface="造字工房悦黑体验版常规体" pitchFamily="50" charset="-122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8920205" y="5228160"/>
            <a:ext cx="3207979" cy="954107"/>
          </a:xfrm>
          <a:prstGeom prst="rect">
            <a:avLst/>
          </a:prstGeom>
          <a:blipFill dpi="0" rotWithShape="1">
            <a:blip r:embed="rId2"/>
            <a:srcRect/>
            <a:tile tx="0" ty="0" sx="100000" sy="100000" flip="none" algn="tl"/>
          </a:blip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dirty="0" smtClean="0">
                <a:solidFill>
                  <a:srgbClr val="EED415"/>
                </a:solidFill>
                <a:latin typeface="SNOWREN建刚体" panose="02010604000101010101" pitchFamily="2" charset="-122"/>
                <a:ea typeface="SNOWREN建刚体" panose="02010604000101010101" pitchFamily="2" charset="-122"/>
              </a:rPr>
              <a:t>参考电影</a:t>
            </a:r>
            <a:endParaRPr lang="en-US" altLang="zh-CN" sz="2800" b="1" dirty="0" smtClean="0">
              <a:solidFill>
                <a:srgbClr val="EED415"/>
              </a:solidFill>
              <a:latin typeface="SNOWREN建刚体" panose="02010604000101010101" pitchFamily="2" charset="-122"/>
              <a:ea typeface="SNOWREN建刚体" panose="02010604000101010101" pitchFamily="2" charset="-122"/>
            </a:endParaRPr>
          </a:p>
          <a:p>
            <a:pPr algn="ctr"/>
            <a:r>
              <a:rPr lang="en-US" altLang="zh-CN" sz="2800" b="1" dirty="0" smtClean="0">
                <a:solidFill>
                  <a:srgbClr val="EED415"/>
                </a:solidFill>
                <a:latin typeface="SNOWREN建刚体" panose="02010604000101010101" pitchFamily="2" charset="-122"/>
                <a:ea typeface="SNOWREN建刚体" panose="02010604000101010101" pitchFamily="2" charset="-122"/>
              </a:rPr>
              <a:t>《</a:t>
            </a:r>
            <a:r>
              <a:rPr lang="zh-CN" altLang="en-US" sz="2800" b="1" dirty="0" smtClean="0">
                <a:solidFill>
                  <a:srgbClr val="EED415"/>
                </a:solidFill>
                <a:latin typeface="SNOWREN建刚体" panose="02010604000101010101" pitchFamily="2" charset="-122"/>
                <a:ea typeface="SNOWREN建刚体" panose="02010604000101010101" pitchFamily="2" charset="-122"/>
              </a:rPr>
              <a:t>自杀专卖店</a:t>
            </a:r>
            <a:r>
              <a:rPr lang="en-US" altLang="zh-CN" sz="2800" b="1" dirty="0" smtClean="0">
                <a:solidFill>
                  <a:srgbClr val="EED415"/>
                </a:solidFill>
                <a:latin typeface="SNOWREN建刚体" panose="02010604000101010101" pitchFamily="2" charset="-122"/>
                <a:ea typeface="SNOWREN建刚体" panose="02010604000101010101" pitchFamily="2" charset="-122"/>
              </a:rPr>
              <a:t>》</a:t>
            </a:r>
          </a:p>
        </p:txBody>
      </p:sp>
      <p:sp>
        <p:nvSpPr>
          <p:cNvPr id="39" name="文本框 38"/>
          <p:cNvSpPr txBox="1"/>
          <p:nvPr/>
        </p:nvSpPr>
        <p:spPr>
          <a:xfrm>
            <a:off x="750661" y="5807389"/>
            <a:ext cx="7973165" cy="523220"/>
          </a:xfrm>
          <a:prstGeom prst="rect">
            <a:avLst/>
          </a:prstGeom>
          <a:blipFill dpi="0" rotWithShape="1">
            <a:blip r:embed="rId2"/>
            <a:srcRect/>
            <a:tile tx="0" ty="0" sx="100000" sy="100000" flip="none" algn="tl"/>
          </a:blipFill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SNOWREN建刚体" panose="02010604000101010101" pitchFamily="2" charset="-122"/>
                <a:ea typeface="SNOWREN建刚体" panose="02010604000101010101" pitchFamily="2" charset="-122"/>
              </a:rPr>
              <a:t>感悟</a:t>
            </a:r>
            <a:r>
              <a:rPr lang="zh-CN" altLang="en-US" sz="2800" b="1" dirty="0" smtClean="0">
                <a:solidFill>
                  <a:schemeClr val="bg1"/>
                </a:solidFill>
                <a:latin typeface="SNOWREN建刚体" panose="02010604000101010101" pitchFamily="2" charset="-122"/>
                <a:ea typeface="SNOWREN建刚体" panose="02010604000101010101" pitchFamily="2" charset="-122"/>
              </a:rPr>
              <a:t>：只要你抱着要优雅地自杀这样的念头就好。</a:t>
            </a:r>
            <a:endParaRPr lang="en-US" altLang="zh-CN" sz="2800" b="1" dirty="0">
              <a:solidFill>
                <a:schemeClr val="bg1"/>
              </a:solidFill>
              <a:latin typeface="SNOWREN建刚体" panose="02010604000101010101" pitchFamily="2" charset="-122"/>
              <a:ea typeface="SNOWREN建刚体" panose="02010604000101010101" pitchFamily="2" charset="-122"/>
            </a:endParaRPr>
          </a:p>
        </p:txBody>
      </p:sp>
      <p:cxnSp>
        <p:nvCxnSpPr>
          <p:cNvPr id="40" name="直接连接符 39"/>
          <p:cNvCxnSpPr/>
          <p:nvPr/>
        </p:nvCxnSpPr>
        <p:spPr>
          <a:xfrm flipH="1">
            <a:off x="815059" y="5607739"/>
            <a:ext cx="7749392" cy="0"/>
          </a:xfrm>
          <a:prstGeom prst="line">
            <a:avLst/>
          </a:prstGeom>
          <a:ln w="28575">
            <a:solidFill>
              <a:srgbClr val="EED415"/>
            </a:solidFill>
            <a:prstDash val="lgDashDot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54170" y="1057646"/>
            <a:ext cx="2919577" cy="3996000"/>
          </a:xfrm>
          <a:prstGeom prst="rect">
            <a:avLst/>
          </a:prstGeom>
          <a:ln w="38100" cap="sq">
            <a:solidFill>
              <a:schemeClr val="bg1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984694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0" y="1899441"/>
            <a:ext cx="12192000" cy="1368248"/>
          </a:xfrm>
          <a:prstGeom prst="rect">
            <a:avLst/>
          </a:prstGeom>
          <a:solidFill>
            <a:srgbClr val="EED41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" name="组合 1"/>
          <p:cNvGrpSpPr/>
          <p:nvPr/>
        </p:nvGrpSpPr>
        <p:grpSpPr>
          <a:xfrm>
            <a:off x="425548" y="533399"/>
            <a:ext cx="5563772" cy="900334"/>
            <a:chOff x="1080868" y="1280159"/>
            <a:chExt cx="5563772" cy="900334"/>
          </a:xfrm>
        </p:grpSpPr>
        <p:sp>
          <p:nvSpPr>
            <p:cNvPr id="3" name="椭圆 2"/>
            <p:cNvSpPr/>
            <p:nvPr/>
          </p:nvSpPr>
          <p:spPr>
            <a:xfrm>
              <a:off x="1294228" y="1280160"/>
              <a:ext cx="900333" cy="900333"/>
            </a:xfrm>
            <a:prstGeom prst="ellipse">
              <a:avLst/>
            </a:prstGeom>
            <a:solidFill>
              <a:srgbClr val="EED4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4" name="组合 3"/>
            <p:cNvGrpSpPr/>
            <p:nvPr/>
          </p:nvGrpSpPr>
          <p:grpSpPr>
            <a:xfrm>
              <a:off x="1080868" y="1280159"/>
              <a:ext cx="5563772" cy="900333"/>
              <a:chOff x="1080868" y="1280159"/>
              <a:chExt cx="5563772" cy="900333"/>
            </a:xfrm>
          </p:grpSpPr>
          <p:sp>
            <p:nvSpPr>
              <p:cNvPr id="5" name="椭圆 4"/>
              <p:cNvSpPr/>
              <p:nvPr/>
            </p:nvSpPr>
            <p:spPr>
              <a:xfrm>
                <a:off x="1080868" y="1280159"/>
                <a:ext cx="900333" cy="900333"/>
              </a:xfrm>
              <a:prstGeom prst="ellipse">
                <a:avLst/>
              </a:prstGeom>
              <a:solidFill>
                <a:srgbClr val="EED415">
                  <a:alpha val="6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" name="文本框 5"/>
              <p:cNvSpPr txBox="1"/>
              <p:nvPr/>
            </p:nvSpPr>
            <p:spPr>
              <a:xfrm>
                <a:off x="2287172" y="1351417"/>
                <a:ext cx="4357468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4400" b="1" dirty="0" smtClean="0">
                    <a:solidFill>
                      <a:srgbClr val="EED415"/>
                    </a:solidFill>
                    <a:latin typeface="SNOWREN建刚体" panose="02010604000101010101" pitchFamily="2" charset="-122"/>
                    <a:ea typeface="SNOWREN建刚体" panose="02010604000101010101" pitchFamily="2" charset="-122"/>
                  </a:rPr>
                  <a:t>技术</a:t>
                </a:r>
                <a:r>
                  <a:rPr lang="ja-JP" altLang="en-US" sz="4400" b="1" dirty="0" smtClean="0">
                    <a:solidFill>
                      <a:srgbClr val="EED415"/>
                    </a:solidFill>
                    <a:latin typeface="SNOWREN建刚体" panose="02010604000101010101" pitchFamily="2" charset="-122"/>
                    <a:ea typeface="SNOWREN建刚体" panose="02010604000101010101" pitchFamily="2" charset="-122"/>
                  </a:rPr>
                  <a:t>の</a:t>
                </a:r>
                <a:r>
                  <a:rPr lang="zh-CN" altLang="en-US" sz="4400" b="1" dirty="0" smtClean="0">
                    <a:solidFill>
                      <a:srgbClr val="EED415"/>
                    </a:solidFill>
                    <a:latin typeface="SNOWREN建刚体" panose="02010604000101010101" pitchFamily="2" charset="-122"/>
                    <a:ea typeface="SNOWREN建刚体" panose="02010604000101010101" pitchFamily="2" charset="-122"/>
                  </a:rPr>
                  <a:t>长生</a:t>
                </a:r>
              </a:p>
            </p:txBody>
          </p:sp>
          <p:sp>
            <p:nvSpPr>
              <p:cNvPr id="7" name="文本框 6"/>
              <p:cNvSpPr txBox="1"/>
              <p:nvPr/>
            </p:nvSpPr>
            <p:spPr>
              <a:xfrm>
                <a:off x="1386840" y="1452878"/>
                <a:ext cx="80772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3600" i="1" dirty="0" smtClean="0">
                    <a:solidFill>
                      <a:schemeClr val="bg1"/>
                    </a:solidFill>
                    <a:latin typeface="造字工房悦黑体验版常规体" pitchFamily="50" charset="-122"/>
                    <a:ea typeface="造字工房悦黑体验版常规体" pitchFamily="50" charset="-122"/>
                  </a:rPr>
                  <a:t>陆</a:t>
                </a:r>
                <a:endParaRPr lang="en-US" altLang="zh-CN" sz="3600" i="1" dirty="0">
                  <a:solidFill>
                    <a:schemeClr val="bg1"/>
                  </a:solidFill>
                  <a:latin typeface="造字工房悦黑体验版常规体" pitchFamily="50" charset="-122"/>
                  <a:ea typeface="造字工房悦黑体验版常规体" pitchFamily="50" charset="-122"/>
                </a:endParaRPr>
              </a:p>
            </p:txBody>
          </p:sp>
        </p:grpSp>
      </p:grpSp>
      <p:sp>
        <p:nvSpPr>
          <p:cNvPr id="8" name="文本框 7"/>
          <p:cNvSpPr txBox="1"/>
          <p:nvPr/>
        </p:nvSpPr>
        <p:spPr>
          <a:xfrm>
            <a:off x="434662" y="1980724"/>
            <a:ext cx="6482973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latin typeface="造字工房悦黑体验版常规体" pitchFamily="50" charset="-122"/>
                <a:ea typeface="造字工房悦黑体验版常规体" pitchFamily="50" charset="-122"/>
              </a:rPr>
              <a:t>技术上的永生大概分为三种：克隆永生、冰冻永生、网络永生。分别对应了复制、暂停、移动这三种</a:t>
            </a:r>
            <a:r>
              <a:rPr lang="en-US" altLang="zh-CN" sz="2400" dirty="0" smtClean="0">
                <a:latin typeface="造字工房悦黑体验版常规体" pitchFamily="50" charset="-122"/>
                <a:ea typeface="造字工房悦黑体验版常规体" pitchFamily="50" charset="-122"/>
              </a:rPr>
              <a:t>PPT</a:t>
            </a:r>
            <a:r>
              <a:rPr lang="zh-CN" altLang="en-US" sz="2400" dirty="0" smtClean="0">
                <a:latin typeface="造字工房悦黑体验版常规体" pitchFamily="50" charset="-122"/>
                <a:ea typeface="造字工房悦黑体验版常规体" pitchFamily="50" charset="-122"/>
              </a:rPr>
              <a:t>制作方式（硬广滚粗</a:t>
            </a:r>
            <a:r>
              <a:rPr lang="zh-CN" altLang="en-US" sz="2400" dirty="0">
                <a:latin typeface="造字工房悦黑体验版常规体" pitchFamily="50" charset="-122"/>
                <a:ea typeface="造字工房悦黑体验版常规体" pitchFamily="50" charset="-122"/>
              </a:rPr>
              <a:t>！</a:t>
            </a:r>
            <a:r>
              <a:rPr lang="zh-CN" altLang="en-US" sz="2400" dirty="0" smtClean="0">
                <a:latin typeface="造字工房悦黑体验版常规体" pitchFamily="50" charset="-122"/>
                <a:ea typeface="造字工房悦黑体验版常规体" pitchFamily="50" charset="-122"/>
              </a:rPr>
              <a:t>）</a:t>
            </a:r>
            <a:endParaRPr lang="en-US" altLang="zh-CN" sz="2400" dirty="0" smtClean="0">
              <a:latin typeface="造字工房悦黑体验版常规体" pitchFamily="50" charset="-122"/>
              <a:ea typeface="造字工房悦黑体验版常规体" pitchFamily="50" charset="-122"/>
            </a:endParaRPr>
          </a:p>
          <a:p>
            <a:endParaRPr lang="en-US" altLang="zh-CN" sz="2400" dirty="0">
              <a:latin typeface="造字工房悦黑体验版常规体" pitchFamily="50" charset="-122"/>
              <a:ea typeface="造字工房悦黑体验版常规体" pitchFamily="50" charset="-122"/>
            </a:endParaRPr>
          </a:p>
          <a:p>
            <a:endParaRPr lang="en-US" altLang="zh-CN" sz="2400" dirty="0" smtClean="0">
              <a:latin typeface="造字工房悦黑体验版常规体" pitchFamily="50" charset="-122"/>
              <a:ea typeface="造字工房悦黑体验版常规体" pitchFamily="50" charset="-122"/>
            </a:endParaRPr>
          </a:p>
          <a:p>
            <a:r>
              <a:rPr lang="zh-CN" altLang="en-US" sz="2400" dirty="0" smtClean="0">
                <a:solidFill>
                  <a:schemeClr val="bg1"/>
                </a:solidFill>
                <a:latin typeface="造字工房悦黑体验版常规体" pitchFamily="50" charset="-122"/>
                <a:ea typeface="造字工房悦黑体验版常规体" pitchFamily="50" charset="-122"/>
              </a:rPr>
              <a:t>但一些哲学问题也随之而出现：如果我只是一个解冻的大脑，我是由重新生成的干细胞组成的，我只存在于微芯片中，我还是我吗？如果有四个我，哪个是真实的我？还有</a:t>
            </a:r>
            <a:r>
              <a:rPr lang="en-US" altLang="zh-CN" sz="2400" dirty="0" smtClean="0">
                <a:solidFill>
                  <a:schemeClr val="bg1"/>
                </a:solidFill>
                <a:latin typeface="造字工房悦黑体验版常规体" pitchFamily="50" charset="-122"/>
                <a:ea typeface="造字工房悦黑体验版常规体" pitchFamily="50" charset="-122"/>
              </a:rPr>
              <a:t>——</a:t>
            </a:r>
          </a:p>
          <a:p>
            <a:r>
              <a:rPr lang="zh-CN" altLang="en-US" sz="2400" dirty="0" smtClean="0">
                <a:solidFill>
                  <a:schemeClr val="bg1"/>
                </a:solidFill>
                <a:latin typeface="造字工房悦黑体验版常规体" pitchFamily="50" charset="-122"/>
                <a:ea typeface="造字工房悦黑体验版常规体" pitchFamily="50" charset="-122"/>
              </a:rPr>
              <a:t>虚拟性爱到底要不要戴安全套？哪个牌子好？</a:t>
            </a:r>
            <a:endParaRPr lang="en-US" altLang="zh-CN" sz="2400" dirty="0" smtClean="0">
              <a:solidFill>
                <a:schemeClr val="bg1"/>
              </a:solidFill>
              <a:latin typeface="造字工房悦黑体验版常规体" pitchFamily="50" charset="-122"/>
              <a:ea typeface="造字工房悦黑体验版常规体" pitchFamily="50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238152" y="5298570"/>
            <a:ext cx="483970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 smtClean="0">
                <a:solidFill>
                  <a:schemeClr val="bg1"/>
                </a:solidFill>
                <a:latin typeface="造字工房悦黑体验版常规体" pitchFamily="50" charset="-122"/>
                <a:ea typeface="造字工房悦黑体验版常规体" pitchFamily="50" charset="-122"/>
              </a:rPr>
              <a:t> * 漫画下有一行字：</a:t>
            </a:r>
            <a:r>
              <a:rPr lang="zh-CN" altLang="en-US" sz="2800" b="1" dirty="0" smtClean="0">
                <a:solidFill>
                  <a:srgbClr val="EED415"/>
                </a:solidFill>
                <a:latin typeface="SNOWREN建刚体" panose="02010604000101010101" pitchFamily="2" charset="-122"/>
                <a:ea typeface="SNOWREN建刚体" panose="02010604000101010101" pitchFamily="2" charset="-122"/>
              </a:rPr>
              <a:t>“哈里斯，你没有被解雇，只是暂时冷冻，等公司状况好了再把你解冻。”</a:t>
            </a:r>
            <a:endParaRPr lang="en-US" altLang="zh-CN" sz="1600" dirty="0">
              <a:solidFill>
                <a:schemeClr val="bg1"/>
              </a:solidFill>
              <a:latin typeface="造字工房悦黑体验版常规体" pitchFamily="50" charset="-122"/>
              <a:ea typeface="造字工房悦黑体验版常规体" pitchFamily="50" charset="-122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512" r="12999"/>
          <a:stretch/>
        </p:blipFill>
        <p:spPr>
          <a:xfrm>
            <a:off x="7010246" y="1374098"/>
            <a:ext cx="4998025" cy="3628151"/>
          </a:xfrm>
          <a:prstGeom prst="rect">
            <a:avLst/>
          </a:prstGeom>
          <a:ln w="38100" cap="sq">
            <a:solidFill>
              <a:srgbClr val="EED415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562426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圆角矩形 31"/>
          <p:cNvSpPr/>
          <p:nvPr/>
        </p:nvSpPr>
        <p:spPr>
          <a:xfrm>
            <a:off x="440666" y="2371772"/>
            <a:ext cx="10746482" cy="4099560"/>
          </a:xfrm>
          <a:prstGeom prst="roundRect">
            <a:avLst>
              <a:gd name="adj" fmla="val 7933"/>
            </a:avLst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7" name="组合 16"/>
          <p:cNvGrpSpPr/>
          <p:nvPr/>
        </p:nvGrpSpPr>
        <p:grpSpPr>
          <a:xfrm>
            <a:off x="475614" y="468510"/>
            <a:ext cx="6369465" cy="769441"/>
            <a:chOff x="617282" y="558662"/>
            <a:chExt cx="6369465" cy="769441"/>
          </a:xfrm>
        </p:grpSpPr>
        <p:sp>
          <p:nvSpPr>
            <p:cNvPr id="6" name="文本框 5"/>
            <p:cNvSpPr txBox="1"/>
            <p:nvPr/>
          </p:nvSpPr>
          <p:spPr>
            <a:xfrm>
              <a:off x="2323691" y="558662"/>
              <a:ext cx="3394529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4400" b="1" dirty="0" smtClean="0">
                  <a:solidFill>
                    <a:srgbClr val="EED415"/>
                  </a:solidFill>
                  <a:latin typeface="SNOWREN建刚体" panose="02010604000101010101" pitchFamily="2" charset="-122"/>
                  <a:ea typeface="SNOWREN建刚体" panose="02010604000101010101" pitchFamily="2" charset="-122"/>
                </a:rPr>
                <a:t>摘抄の感悟</a:t>
              </a:r>
              <a:endParaRPr lang="zh-CN" altLang="en-US" sz="4400" b="1" dirty="0">
                <a:solidFill>
                  <a:srgbClr val="EED415"/>
                </a:solidFill>
                <a:latin typeface="SNOWREN建刚体" panose="02010604000101010101" pitchFamily="2" charset="-122"/>
                <a:ea typeface="SNOWREN建刚体" panose="02010604000101010101" pitchFamily="2" charset="-122"/>
              </a:endParaRPr>
            </a:p>
          </p:txBody>
        </p:sp>
        <p:grpSp>
          <p:nvGrpSpPr>
            <p:cNvPr id="11" name="组合 10"/>
            <p:cNvGrpSpPr/>
            <p:nvPr/>
          </p:nvGrpSpPr>
          <p:grpSpPr>
            <a:xfrm>
              <a:off x="617282" y="603938"/>
              <a:ext cx="1697223" cy="678890"/>
              <a:chOff x="617282" y="603938"/>
              <a:chExt cx="1697223" cy="678890"/>
            </a:xfrm>
          </p:grpSpPr>
          <p:sp>
            <p:nvSpPr>
              <p:cNvPr id="3" name="椭圆 2"/>
              <p:cNvSpPr/>
              <p:nvPr/>
            </p:nvSpPr>
            <p:spPr>
              <a:xfrm rot="5400000">
                <a:off x="956726" y="603938"/>
                <a:ext cx="678890" cy="678890"/>
              </a:xfrm>
              <a:prstGeom prst="ellipse">
                <a:avLst/>
              </a:prstGeom>
              <a:solidFill>
                <a:srgbClr val="EED415">
                  <a:alpha val="69804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" name="椭圆 4"/>
              <p:cNvSpPr/>
              <p:nvPr/>
            </p:nvSpPr>
            <p:spPr>
              <a:xfrm rot="5400000">
                <a:off x="617282" y="603938"/>
                <a:ext cx="678890" cy="678890"/>
              </a:xfrm>
              <a:prstGeom prst="ellipse">
                <a:avLst/>
              </a:prstGeom>
              <a:solidFill>
                <a:srgbClr val="EED415">
                  <a:alpha val="6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" name="椭圆 8"/>
              <p:cNvSpPr/>
              <p:nvPr/>
            </p:nvSpPr>
            <p:spPr>
              <a:xfrm rot="5400000">
                <a:off x="1296170" y="603938"/>
                <a:ext cx="678890" cy="678890"/>
              </a:xfrm>
              <a:prstGeom prst="ellipse">
                <a:avLst/>
              </a:prstGeom>
              <a:solidFill>
                <a:srgbClr val="EED415">
                  <a:alpha val="69804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" name="椭圆 9"/>
              <p:cNvSpPr/>
              <p:nvPr/>
            </p:nvSpPr>
            <p:spPr>
              <a:xfrm rot="5400000">
                <a:off x="1635615" y="603938"/>
                <a:ext cx="678890" cy="678890"/>
              </a:xfrm>
              <a:prstGeom prst="ellipse">
                <a:avLst/>
              </a:prstGeom>
              <a:solidFill>
                <a:srgbClr val="EED415">
                  <a:alpha val="69804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2" name="组合 11"/>
            <p:cNvGrpSpPr/>
            <p:nvPr/>
          </p:nvGrpSpPr>
          <p:grpSpPr>
            <a:xfrm>
              <a:off x="5289524" y="603937"/>
              <a:ext cx="1697223" cy="678890"/>
              <a:chOff x="617282" y="603938"/>
              <a:chExt cx="1697223" cy="678890"/>
            </a:xfrm>
          </p:grpSpPr>
          <p:sp>
            <p:nvSpPr>
              <p:cNvPr id="13" name="椭圆 12"/>
              <p:cNvSpPr/>
              <p:nvPr/>
            </p:nvSpPr>
            <p:spPr>
              <a:xfrm rot="5400000">
                <a:off x="956726" y="603938"/>
                <a:ext cx="678890" cy="678890"/>
              </a:xfrm>
              <a:prstGeom prst="ellipse">
                <a:avLst/>
              </a:prstGeom>
              <a:solidFill>
                <a:srgbClr val="EED415">
                  <a:alpha val="69804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" name="椭圆 13"/>
              <p:cNvSpPr/>
              <p:nvPr/>
            </p:nvSpPr>
            <p:spPr>
              <a:xfrm rot="5400000">
                <a:off x="617282" y="603938"/>
                <a:ext cx="678890" cy="678890"/>
              </a:xfrm>
              <a:prstGeom prst="ellipse">
                <a:avLst/>
              </a:prstGeom>
              <a:solidFill>
                <a:srgbClr val="EED415">
                  <a:alpha val="6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" name="椭圆 14"/>
              <p:cNvSpPr/>
              <p:nvPr/>
            </p:nvSpPr>
            <p:spPr>
              <a:xfrm rot="5400000">
                <a:off x="1296170" y="603938"/>
                <a:ext cx="678890" cy="678890"/>
              </a:xfrm>
              <a:prstGeom prst="ellipse">
                <a:avLst/>
              </a:prstGeom>
              <a:solidFill>
                <a:srgbClr val="EED415">
                  <a:alpha val="69804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" name="椭圆 15"/>
              <p:cNvSpPr/>
              <p:nvPr/>
            </p:nvSpPr>
            <p:spPr>
              <a:xfrm rot="5400000">
                <a:off x="1635615" y="603938"/>
                <a:ext cx="678890" cy="678890"/>
              </a:xfrm>
              <a:prstGeom prst="ellipse">
                <a:avLst/>
              </a:prstGeom>
              <a:solidFill>
                <a:srgbClr val="EED415">
                  <a:alpha val="69804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18" name="文本框 17"/>
          <p:cNvSpPr txBox="1"/>
          <p:nvPr/>
        </p:nvSpPr>
        <p:spPr>
          <a:xfrm>
            <a:off x="740233" y="1596169"/>
            <a:ext cx="7914370" cy="1200329"/>
          </a:xfrm>
          <a:prstGeom prst="rect">
            <a:avLst/>
          </a:prstGeom>
          <a:blipFill dpi="0" rotWithShape="1">
            <a:blip r:embed="rId2"/>
            <a:srcRect/>
            <a:tile tx="0" ty="0" sx="100000" sy="100000" flip="none" algn="tl"/>
          </a:blipFill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solidFill>
                  <a:schemeClr val="bg1"/>
                </a:solidFill>
                <a:latin typeface="造字工房悦黑体验版常规体" pitchFamily="50" charset="-122"/>
                <a:ea typeface="造字工房悦黑体验版常规体" pitchFamily="50" charset="-122"/>
              </a:rPr>
              <a:t>现世可能性会引发很多实际的问题。其中就包括环境伦理学方面的考虑：永生的紧迫性在于，这些不朽的人住在哪儿？地球上的资源稀缺，要是死神撂挑子了，怎么办？</a:t>
            </a:r>
            <a:endParaRPr lang="en-US" altLang="zh-CN" sz="2400" dirty="0">
              <a:solidFill>
                <a:schemeClr val="bg1"/>
              </a:solidFill>
              <a:latin typeface="造字工房悦黑体验版常规体" pitchFamily="50" charset="-122"/>
              <a:ea typeface="造字工房悦黑体验版常规体" pitchFamily="50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742377" y="3185127"/>
            <a:ext cx="7375905" cy="2308324"/>
          </a:xfrm>
          <a:prstGeom prst="rect">
            <a:avLst/>
          </a:prstGeom>
          <a:blipFill dpi="0" rotWithShape="1">
            <a:blip r:embed="rId2"/>
            <a:srcRect/>
            <a:tile tx="0" ty="0" sx="100000" sy="100000" flip="none" algn="tl"/>
          </a:blip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 smtClean="0">
                <a:solidFill>
                  <a:srgbClr val="EED415"/>
                </a:solidFill>
                <a:latin typeface="造字工房悦黑体验版常规体" pitchFamily="50" charset="-122"/>
                <a:ea typeface="造字工房悦黑体验版常规体" pitchFamily="50" charset="-122"/>
              </a:rPr>
              <a:t>斯威夫特在</a:t>
            </a:r>
            <a:r>
              <a:rPr lang="en-US" altLang="zh-CN" sz="2400" dirty="0" smtClean="0">
                <a:solidFill>
                  <a:srgbClr val="EED415"/>
                </a:solidFill>
                <a:latin typeface="造字工房悦黑体验版常规体" pitchFamily="50" charset="-122"/>
                <a:ea typeface="造字工房悦黑体验版常规体" pitchFamily="50" charset="-122"/>
              </a:rPr>
              <a:t>1729</a:t>
            </a:r>
            <a:r>
              <a:rPr lang="zh-CN" altLang="en-US" sz="2400" dirty="0" smtClean="0">
                <a:solidFill>
                  <a:srgbClr val="EED415"/>
                </a:solidFill>
                <a:latin typeface="造字工房悦黑体验版常规体" pitchFamily="50" charset="-122"/>
                <a:ea typeface="造字工房悦黑体验版常规体" pitchFamily="50" charset="-122"/>
              </a:rPr>
              <a:t>年写的著名反讽作品</a:t>
            </a:r>
            <a:r>
              <a:rPr lang="en-US" altLang="zh-CN" sz="2400" dirty="0" smtClean="0">
                <a:solidFill>
                  <a:srgbClr val="EED415"/>
                </a:solidFill>
                <a:latin typeface="造字工房悦黑体验版常规体" pitchFamily="50" charset="-122"/>
                <a:ea typeface="造字工房悦黑体验版常规体" pitchFamily="50" charset="-122"/>
              </a:rPr>
              <a:t>《</a:t>
            </a:r>
            <a:r>
              <a:rPr lang="zh-CN" altLang="en-US" sz="2400" dirty="0" smtClean="0">
                <a:solidFill>
                  <a:srgbClr val="EED415"/>
                </a:solidFill>
                <a:latin typeface="造字工房悦黑体验版常规体" pitchFamily="50" charset="-122"/>
                <a:ea typeface="造字工房悦黑体验版常规体" pitchFamily="50" charset="-122"/>
              </a:rPr>
              <a:t>一个小小的建议</a:t>
            </a:r>
            <a:r>
              <a:rPr lang="en-US" altLang="zh-CN" sz="2400" dirty="0" smtClean="0">
                <a:solidFill>
                  <a:srgbClr val="EED415"/>
                </a:solidFill>
                <a:latin typeface="造字工房悦黑体验版常规体" pitchFamily="50" charset="-122"/>
                <a:ea typeface="造字工房悦黑体验版常规体" pitchFamily="50" charset="-122"/>
              </a:rPr>
              <a:t>》</a:t>
            </a:r>
            <a:r>
              <a:rPr lang="zh-CN" altLang="en-US" sz="2400" dirty="0" smtClean="0">
                <a:solidFill>
                  <a:srgbClr val="EED415"/>
                </a:solidFill>
                <a:latin typeface="造字工房悦黑体验版常规体" pitchFamily="50" charset="-122"/>
                <a:ea typeface="造字工房悦黑体验版常规体" pitchFamily="50" charset="-122"/>
              </a:rPr>
              <a:t>中提出，爱尔兰人应该把穷人的孩子卖给富人当做食物。微博漫画家孙渣和</a:t>
            </a:r>
            <a:r>
              <a:rPr lang="en-US" altLang="zh-CN" sz="2400" dirty="0" smtClean="0">
                <a:solidFill>
                  <a:srgbClr val="EED415"/>
                </a:solidFill>
                <a:latin typeface="造字工房悦黑体验版常规体" pitchFamily="50" charset="-122"/>
                <a:ea typeface="造字工房悦黑体验版常规体" pitchFamily="50" charset="-122"/>
              </a:rPr>
              <a:t>SHIN</a:t>
            </a:r>
            <a:r>
              <a:rPr lang="zh-CN" altLang="en-US" sz="2400" dirty="0" smtClean="0">
                <a:solidFill>
                  <a:srgbClr val="EED415"/>
                </a:solidFill>
                <a:latin typeface="造字工房悦黑体验版常规体" pitchFamily="50" charset="-122"/>
                <a:ea typeface="造字工房悦黑体验版常规体" pitchFamily="50" charset="-122"/>
              </a:rPr>
              <a:t>先生也画过类似的漫画，你可以说是耸人听闻，但那只是人没有永生之前。</a:t>
            </a:r>
            <a:endParaRPr lang="en-US" altLang="zh-CN" sz="2400" dirty="0">
              <a:solidFill>
                <a:srgbClr val="EED415"/>
              </a:solidFill>
              <a:latin typeface="造字工房悦黑体验版常规体" pitchFamily="50" charset="-122"/>
              <a:ea typeface="造字工房悦黑体验版常规体" pitchFamily="50" charset="-122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8719137" y="5200485"/>
            <a:ext cx="3207979" cy="954107"/>
          </a:xfrm>
          <a:prstGeom prst="rect">
            <a:avLst/>
          </a:prstGeom>
          <a:blipFill dpi="0" rotWithShape="1">
            <a:blip r:embed="rId2"/>
            <a:srcRect/>
            <a:tile tx="0" ty="0" sx="100000" sy="100000" flip="none" algn="tl"/>
          </a:blip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dirty="0" smtClean="0">
                <a:solidFill>
                  <a:srgbClr val="EED415"/>
                </a:solidFill>
                <a:latin typeface="SNOWREN建刚体" panose="02010604000101010101" pitchFamily="2" charset="-122"/>
                <a:ea typeface="SNOWREN建刚体" panose="02010604000101010101" pitchFamily="2" charset="-122"/>
              </a:rPr>
              <a:t>参考电影</a:t>
            </a:r>
            <a:endParaRPr lang="en-US" altLang="zh-CN" sz="2800" b="1" dirty="0" smtClean="0">
              <a:solidFill>
                <a:srgbClr val="EED415"/>
              </a:solidFill>
              <a:latin typeface="SNOWREN建刚体" panose="02010604000101010101" pitchFamily="2" charset="-122"/>
              <a:ea typeface="SNOWREN建刚体" panose="02010604000101010101" pitchFamily="2" charset="-122"/>
            </a:endParaRPr>
          </a:p>
          <a:p>
            <a:pPr algn="ctr"/>
            <a:r>
              <a:rPr lang="en-US" altLang="zh-CN" sz="2800" b="1" dirty="0" smtClean="0">
                <a:solidFill>
                  <a:srgbClr val="EED415"/>
                </a:solidFill>
                <a:latin typeface="SNOWREN建刚体" panose="02010604000101010101" pitchFamily="2" charset="-122"/>
                <a:ea typeface="SNOWREN建刚体" panose="02010604000101010101" pitchFamily="2" charset="-122"/>
              </a:rPr>
              <a:t>《</a:t>
            </a:r>
            <a:r>
              <a:rPr lang="zh-CN" altLang="en-US" sz="2800" b="1" dirty="0" smtClean="0">
                <a:solidFill>
                  <a:srgbClr val="EED415"/>
                </a:solidFill>
                <a:latin typeface="SNOWREN建刚体" panose="02010604000101010101" pitchFamily="2" charset="-122"/>
                <a:ea typeface="SNOWREN建刚体" panose="02010604000101010101" pitchFamily="2" charset="-122"/>
              </a:rPr>
              <a:t>大逃杀</a:t>
            </a:r>
            <a:r>
              <a:rPr lang="en-US" altLang="zh-CN" sz="2800" b="1" dirty="0" smtClean="0">
                <a:solidFill>
                  <a:srgbClr val="EED415"/>
                </a:solidFill>
                <a:latin typeface="SNOWREN建刚体" panose="02010604000101010101" pitchFamily="2" charset="-122"/>
                <a:ea typeface="SNOWREN建刚体" panose="02010604000101010101" pitchFamily="2" charset="-122"/>
              </a:rPr>
              <a:t>》</a:t>
            </a:r>
          </a:p>
        </p:txBody>
      </p:sp>
      <p:sp>
        <p:nvSpPr>
          <p:cNvPr id="39" name="文本框 38"/>
          <p:cNvSpPr txBox="1"/>
          <p:nvPr/>
        </p:nvSpPr>
        <p:spPr>
          <a:xfrm>
            <a:off x="750661" y="5807389"/>
            <a:ext cx="7973165" cy="523220"/>
          </a:xfrm>
          <a:prstGeom prst="rect">
            <a:avLst/>
          </a:prstGeom>
          <a:blipFill dpi="0" rotWithShape="1">
            <a:blip r:embed="rId2"/>
            <a:srcRect/>
            <a:tile tx="0" ty="0" sx="100000" sy="100000" flip="none" algn="tl"/>
          </a:blipFill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SNOWREN建刚体" panose="02010604000101010101" pitchFamily="2" charset="-122"/>
                <a:ea typeface="SNOWREN建刚体" panose="02010604000101010101" pitchFamily="2" charset="-122"/>
              </a:rPr>
              <a:t>感悟</a:t>
            </a:r>
            <a:r>
              <a:rPr lang="zh-CN" altLang="en-US" sz="2800" b="1" dirty="0" smtClean="0">
                <a:solidFill>
                  <a:schemeClr val="bg1"/>
                </a:solidFill>
                <a:latin typeface="SNOWREN建刚体" panose="02010604000101010101" pitchFamily="2" charset="-122"/>
                <a:ea typeface="SNOWREN建刚体" panose="02010604000101010101" pitchFamily="2" charset="-122"/>
              </a:rPr>
              <a:t>：其实现在很多人就属于无聊地活着。</a:t>
            </a:r>
            <a:endParaRPr lang="en-US" altLang="zh-CN" sz="2800" b="1" dirty="0">
              <a:solidFill>
                <a:schemeClr val="bg1"/>
              </a:solidFill>
              <a:latin typeface="SNOWREN建刚体" panose="02010604000101010101" pitchFamily="2" charset="-122"/>
              <a:ea typeface="SNOWREN建刚体" panose="02010604000101010101" pitchFamily="2" charset="-122"/>
            </a:endParaRPr>
          </a:p>
        </p:txBody>
      </p:sp>
      <p:cxnSp>
        <p:nvCxnSpPr>
          <p:cNvPr id="40" name="直接连接符 39"/>
          <p:cNvCxnSpPr/>
          <p:nvPr/>
        </p:nvCxnSpPr>
        <p:spPr>
          <a:xfrm flipH="1">
            <a:off x="815059" y="5607739"/>
            <a:ext cx="7749392" cy="0"/>
          </a:xfrm>
          <a:prstGeom prst="line">
            <a:avLst/>
          </a:prstGeom>
          <a:ln w="28575">
            <a:solidFill>
              <a:srgbClr val="EED415"/>
            </a:solidFill>
            <a:prstDash val="lgDashDot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02049" y="987399"/>
            <a:ext cx="2842155" cy="3996000"/>
          </a:xfrm>
          <a:prstGeom prst="rect">
            <a:avLst/>
          </a:prstGeom>
          <a:ln w="38100" cap="sq">
            <a:solidFill>
              <a:schemeClr val="bg1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660333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981736" y="838015"/>
            <a:ext cx="8228528" cy="424732"/>
          </a:xfrm>
          <a:prstGeom prst="rect">
            <a:avLst/>
          </a:prstGeom>
          <a:solidFill>
            <a:srgbClr val="F3895F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216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你也想免费得到出版社赠书做</a:t>
            </a:r>
            <a:r>
              <a:rPr lang="en-US" altLang="zh-CN" sz="216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PPT</a:t>
            </a:r>
            <a:r>
              <a:rPr lang="zh-CN" altLang="en-US" sz="216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读书笔记？</a:t>
            </a:r>
          </a:p>
        </p:txBody>
      </p:sp>
      <p:sp>
        <p:nvSpPr>
          <p:cNvPr id="9" name="右箭头 8"/>
          <p:cNvSpPr/>
          <p:nvPr/>
        </p:nvSpPr>
        <p:spPr>
          <a:xfrm>
            <a:off x="4034633" y="2781875"/>
            <a:ext cx="129601" cy="241140"/>
          </a:xfrm>
          <a:prstGeom prst="rightArrow">
            <a:avLst/>
          </a:prstGeom>
          <a:solidFill>
            <a:srgbClr val="EF60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20">
              <a:solidFill>
                <a:prstClr val="white"/>
              </a:solidFill>
            </a:endParaRPr>
          </a:p>
        </p:txBody>
      </p:sp>
      <p:sp>
        <p:nvSpPr>
          <p:cNvPr id="10" name="右箭头 9"/>
          <p:cNvSpPr/>
          <p:nvPr/>
        </p:nvSpPr>
        <p:spPr>
          <a:xfrm>
            <a:off x="6021664" y="2781875"/>
            <a:ext cx="129601" cy="241140"/>
          </a:xfrm>
          <a:prstGeom prst="rightArrow">
            <a:avLst/>
          </a:prstGeom>
          <a:solidFill>
            <a:srgbClr val="EF60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20">
              <a:solidFill>
                <a:prstClr val="white"/>
              </a:solidFill>
            </a:endParaRPr>
          </a:p>
        </p:txBody>
      </p:sp>
      <p:sp>
        <p:nvSpPr>
          <p:cNvPr id="11" name="右箭头 10"/>
          <p:cNvSpPr/>
          <p:nvPr/>
        </p:nvSpPr>
        <p:spPr>
          <a:xfrm>
            <a:off x="8095281" y="2781875"/>
            <a:ext cx="129601" cy="241140"/>
          </a:xfrm>
          <a:prstGeom prst="rightArrow">
            <a:avLst/>
          </a:prstGeom>
          <a:solidFill>
            <a:srgbClr val="EF602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20">
              <a:solidFill>
                <a:prstClr val="white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078365" y="4061130"/>
            <a:ext cx="8228528" cy="1967205"/>
          </a:xfrm>
          <a:prstGeom prst="rect">
            <a:avLst/>
          </a:prstGeom>
          <a:noFill/>
          <a:effectLst/>
        </p:spPr>
        <p:txBody>
          <a:bodyPr wrap="square" rtlCol="0" anchor="ctr">
            <a:spAutoFit/>
          </a:bodyPr>
          <a:lstStyle/>
          <a:p>
            <a:pPr>
              <a:spcBef>
                <a:spcPts val="1620"/>
              </a:spcBef>
            </a:pPr>
            <a:r>
              <a:rPr lang="zh-CN" altLang="en-US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友情提示：马上就去新浪微博</a:t>
            </a:r>
            <a:endParaRPr lang="en-US" altLang="zh-CN" sz="1620" dirty="0">
              <a:solidFill>
                <a:prstClr val="black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spcBef>
                <a:spcPts val="1620"/>
              </a:spcBef>
            </a:pPr>
            <a:r>
              <a:rPr lang="en-US" altLang="zh-CN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1</a:t>
            </a:r>
            <a:r>
              <a:rPr lang="zh-CN" altLang="en-US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、关注</a:t>
            </a:r>
            <a:r>
              <a:rPr lang="en-US" altLang="zh-CN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@</a:t>
            </a:r>
            <a:r>
              <a:rPr lang="zh-CN" altLang="en-US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时间卡片  ，可以看到其它学员读书</a:t>
            </a:r>
            <a:r>
              <a:rPr lang="en-US" altLang="zh-CN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  <a:r>
              <a:rPr lang="zh-CN" altLang="en-US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制作约定</a:t>
            </a:r>
            <a:endParaRPr lang="en-US" altLang="zh-CN" sz="1620" dirty="0">
              <a:solidFill>
                <a:prstClr val="black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spcBef>
                <a:spcPts val="1080"/>
              </a:spcBef>
            </a:pPr>
            <a:r>
              <a:rPr lang="en-US" altLang="zh-CN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2</a:t>
            </a:r>
            <a:r>
              <a:rPr lang="zh-CN" altLang="en-US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、关注</a:t>
            </a:r>
            <a:r>
              <a:rPr lang="en-US" altLang="zh-CN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@</a:t>
            </a:r>
            <a:r>
              <a:rPr lang="zh-CN" altLang="en-US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读书笔记</a:t>
            </a:r>
            <a:r>
              <a:rPr lang="en-US" altLang="zh-CN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  <a:r>
              <a:rPr lang="zh-CN" altLang="en-US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，可以看到其它学员已经提交的读书</a:t>
            </a:r>
            <a:r>
              <a:rPr lang="en-US" altLang="zh-CN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</a:p>
          <a:p>
            <a:pPr>
              <a:spcBef>
                <a:spcPts val="1080"/>
              </a:spcBef>
            </a:pPr>
            <a:r>
              <a:rPr lang="en-US" altLang="zh-CN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3</a:t>
            </a:r>
            <a:r>
              <a:rPr lang="zh-CN" altLang="en-US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、搜</a:t>
            </a:r>
            <a:r>
              <a:rPr lang="en-US" altLang="zh-CN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#</a:t>
            </a:r>
            <a:r>
              <a:rPr lang="zh-CN" altLang="en-US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和秋叶一起学</a:t>
            </a:r>
            <a:r>
              <a:rPr lang="en-US" altLang="zh-CN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PPT#</a:t>
            </a:r>
            <a:r>
              <a:rPr lang="zh-CN" altLang="en-US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标签，可以看到其它学员已经提交的作业</a:t>
            </a:r>
            <a:r>
              <a:rPr lang="en-US" altLang="zh-CN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</a:p>
          <a:p>
            <a:pPr>
              <a:spcBef>
                <a:spcPts val="1080"/>
              </a:spcBef>
            </a:pPr>
            <a:r>
              <a:rPr lang="en-US" altLang="zh-CN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4</a:t>
            </a:r>
            <a:r>
              <a:rPr lang="zh-CN" altLang="en-US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、国内主流出版社都已经和</a:t>
            </a:r>
            <a:r>
              <a:rPr lang="en-US" altLang="zh-CN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@</a:t>
            </a:r>
            <a:r>
              <a:rPr lang="zh-CN" altLang="en-US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秋叶 老师合作，有本事，不花钱好书随时让你选！</a:t>
            </a:r>
          </a:p>
        </p:txBody>
      </p:sp>
      <p:cxnSp>
        <p:nvCxnSpPr>
          <p:cNvPr id="14" name="直接连接符 13"/>
          <p:cNvCxnSpPr/>
          <p:nvPr/>
        </p:nvCxnSpPr>
        <p:spPr>
          <a:xfrm>
            <a:off x="2272768" y="4401009"/>
            <a:ext cx="7646467" cy="0"/>
          </a:xfrm>
          <a:prstGeom prst="line">
            <a:avLst/>
          </a:prstGeom>
          <a:ln>
            <a:solidFill>
              <a:srgbClr val="EF60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组合 18"/>
          <p:cNvGrpSpPr/>
          <p:nvPr/>
        </p:nvGrpSpPr>
        <p:grpSpPr>
          <a:xfrm>
            <a:off x="2078365" y="2165390"/>
            <a:ext cx="1749616" cy="1207081"/>
            <a:chOff x="107380" y="2024805"/>
            <a:chExt cx="1944270" cy="1341376"/>
          </a:xfrm>
        </p:grpSpPr>
        <p:sp>
          <p:nvSpPr>
            <p:cNvPr id="15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  <a:solidFill>
              <a:srgbClr val="EF602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2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7" name="矩形 16"/>
            <p:cNvSpPr/>
            <p:nvPr/>
          </p:nvSpPr>
          <p:spPr>
            <a:xfrm>
              <a:off x="323411" y="2382197"/>
              <a:ext cx="1728239" cy="9337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购买</a:t>
              </a:r>
              <a:r>
                <a:rPr lang="en-US" altLang="zh-CN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99</a:t>
              </a:r>
              <a:r>
                <a:rPr lang="zh-CN" altLang="en-US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元</a:t>
              </a:r>
              <a:endParaRPr lang="en-US" altLang="zh-CN" sz="162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/>
              <a:r>
                <a:rPr lang="zh-CN" altLang="en-US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网易云课堂</a:t>
              </a:r>
              <a:endParaRPr lang="en-US" altLang="zh-CN" sz="162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/>
              <a:r>
                <a:rPr lang="en-US" altLang="zh-CN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PPT</a:t>
              </a:r>
              <a:r>
                <a:rPr lang="zh-CN" altLang="en-US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在线课程</a:t>
              </a:r>
              <a:endParaRPr lang="en-US" altLang="zh-CN" sz="162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107380" y="2060810"/>
              <a:ext cx="504070" cy="37964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1</a:t>
              </a: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4124488" y="2165393"/>
            <a:ext cx="1749616" cy="1207083"/>
            <a:chOff x="107380" y="2024805"/>
            <a:chExt cx="1944270" cy="1341376"/>
          </a:xfrm>
        </p:grpSpPr>
        <p:sp>
          <p:nvSpPr>
            <p:cNvPr id="21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  <a:solidFill>
              <a:srgbClr val="EF602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2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2" name="矩形 21"/>
            <p:cNvSpPr/>
            <p:nvPr/>
          </p:nvSpPr>
          <p:spPr>
            <a:xfrm>
              <a:off x="323411" y="2382195"/>
              <a:ext cx="1728239" cy="933709"/>
            </a:xfrm>
            <a:prstGeom prst="rect">
              <a:avLst/>
            </a:prstGeom>
            <a:ln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购买后去微博私信</a:t>
              </a:r>
              <a:r>
                <a:rPr lang="en-US" altLang="zh-CN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@</a:t>
              </a:r>
              <a:r>
                <a:rPr lang="zh-CN" altLang="en-US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秋叶</a:t>
              </a:r>
              <a:endParaRPr lang="en-US" altLang="zh-CN" sz="162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/>
              <a:r>
                <a:rPr lang="zh-CN" altLang="en-US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要福利</a:t>
              </a:r>
              <a:r>
                <a:rPr lang="en-US" altLang="zh-CN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QQ</a:t>
              </a:r>
              <a:r>
                <a:rPr lang="zh-CN" altLang="en-US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群号</a:t>
              </a:r>
              <a:endParaRPr lang="en-US" altLang="zh-CN" sz="162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3" name="矩形 22"/>
            <p:cNvSpPr/>
            <p:nvPr/>
          </p:nvSpPr>
          <p:spPr>
            <a:xfrm>
              <a:off x="107380" y="2060811"/>
              <a:ext cx="504070" cy="379640"/>
            </a:xfrm>
            <a:prstGeom prst="rect">
              <a:avLst/>
            </a:prstGeom>
            <a:ln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2</a:t>
              </a:r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6137100" y="2165390"/>
            <a:ext cx="1749616" cy="1207081"/>
            <a:chOff x="107380" y="2024805"/>
            <a:chExt cx="1944270" cy="1341376"/>
          </a:xfrm>
        </p:grpSpPr>
        <p:sp>
          <p:nvSpPr>
            <p:cNvPr id="25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  <a:solidFill>
              <a:srgbClr val="EF602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2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6" name="矩形 25"/>
            <p:cNvSpPr/>
            <p:nvPr/>
          </p:nvSpPr>
          <p:spPr>
            <a:xfrm>
              <a:off x="323411" y="2382197"/>
              <a:ext cx="1728239" cy="9337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新浪微博晒作业被老师肯定奖励内部选书</a:t>
              </a:r>
              <a:endParaRPr lang="en-US" altLang="zh-CN" sz="162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7" name="矩形 26"/>
            <p:cNvSpPr/>
            <p:nvPr/>
          </p:nvSpPr>
          <p:spPr>
            <a:xfrm>
              <a:off x="107380" y="2060810"/>
              <a:ext cx="504070" cy="37964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3</a:t>
              </a: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8160079" y="2165390"/>
            <a:ext cx="1749616" cy="1207081"/>
            <a:chOff x="107380" y="2024805"/>
            <a:chExt cx="1944270" cy="1341376"/>
          </a:xfrm>
        </p:grpSpPr>
        <p:sp>
          <p:nvSpPr>
            <p:cNvPr id="29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  <a:solidFill>
              <a:srgbClr val="EF602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2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0" name="矩形 29"/>
            <p:cNvSpPr/>
            <p:nvPr/>
          </p:nvSpPr>
          <p:spPr>
            <a:xfrm>
              <a:off x="323411" y="2382197"/>
              <a:ext cx="1728239" cy="9337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出版社寄书到后约</a:t>
              </a:r>
              <a:r>
                <a:rPr lang="en-US" altLang="zh-CN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@</a:t>
              </a:r>
              <a:r>
                <a:rPr lang="zh-CN" altLang="en-US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时间卡片 晒读书</a:t>
              </a:r>
              <a:r>
                <a:rPr lang="en-US" altLang="zh-CN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PPT</a:t>
              </a:r>
            </a:p>
          </p:txBody>
        </p:sp>
        <p:sp>
          <p:nvSpPr>
            <p:cNvPr id="31" name="矩形 30"/>
            <p:cNvSpPr/>
            <p:nvPr/>
          </p:nvSpPr>
          <p:spPr>
            <a:xfrm>
              <a:off x="107380" y="2060810"/>
              <a:ext cx="504070" cy="37964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217162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1984781" y="4012266"/>
            <a:ext cx="8252103" cy="1446609"/>
            <a:chOff x="0" y="3359571"/>
            <a:chExt cx="9169004" cy="1607344"/>
          </a:xfrm>
        </p:grpSpPr>
        <p:sp>
          <p:nvSpPr>
            <p:cNvPr id="5" name="矩形 4"/>
            <p:cNvSpPr/>
            <p:nvPr/>
          </p:nvSpPr>
          <p:spPr>
            <a:xfrm>
              <a:off x="1245140" y="3973770"/>
              <a:ext cx="4572000" cy="533479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defTabSz="82790">
                <a:defRPr/>
              </a:pPr>
              <a:r>
                <a:rPr lang="en-US" altLang="zh-CN" sz="1260" kern="0" dirty="0">
                  <a:solidFill>
                    <a:prstClr val="black"/>
                  </a:solidFill>
                </a:rPr>
                <a:t/>
              </a:r>
              <a:br>
                <a:rPr lang="en-US" altLang="zh-CN" sz="1260" kern="0" dirty="0">
                  <a:solidFill>
                    <a:prstClr val="black"/>
                  </a:solidFill>
                </a:rPr>
              </a:br>
              <a:endParaRPr lang="en-US" altLang="zh-CN" sz="1260" kern="0" dirty="0">
                <a:solidFill>
                  <a:prstClr val="black"/>
                </a:solidFill>
              </a:endParaRPr>
            </a:p>
          </p:txBody>
        </p:sp>
        <p:sp>
          <p:nvSpPr>
            <p:cNvPr id="6" name="矩形 5"/>
            <p:cNvSpPr/>
            <p:nvPr/>
          </p:nvSpPr>
          <p:spPr>
            <a:xfrm>
              <a:off x="0" y="3359571"/>
              <a:ext cx="9169004" cy="1297781"/>
            </a:xfrm>
            <a:prstGeom prst="rect">
              <a:avLst/>
            </a:prstGeom>
            <a:solidFill>
              <a:srgbClr val="E50515"/>
            </a:solidFill>
            <a:ln w="12700" cap="flat" cmpd="sng" algn="ctr">
              <a:noFill/>
              <a:prstDash val="solid"/>
              <a:miter lim="800000"/>
            </a:ln>
            <a:effectLst>
              <a:outerShdw blurRad="152400" dist="127000" dir="5400000" algn="t" rotWithShape="0">
                <a:prstClr val="black">
                  <a:alpha val="40000"/>
                </a:prstClr>
              </a:outerShdw>
            </a:effectLst>
          </p:spPr>
          <p:txBody>
            <a:bodyPr anchor="ctr"/>
            <a:lstStyle/>
            <a:p>
              <a:pPr algn="ctr" defTabSz="61722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216" kern="0">
                <a:solidFill>
                  <a:prstClr val="white"/>
                </a:solidFill>
              </a:endParaRPr>
            </a:p>
          </p:txBody>
        </p:sp>
        <p:sp>
          <p:nvSpPr>
            <p:cNvPr id="7" name="圆角矩形 6"/>
            <p:cNvSpPr/>
            <p:nvPr/>
          </p:nvSpPr>
          <p:spPr>
            <a:xfrm>
              <a:off x="4692254" y="4134667"/>
              <a:ext cx="3763565" cy="485775"/>
            </a:xfrm>
            <a:prstGeom prst="roundRect">
              <a:avLst/>
            </a:prstGeom>
            <a:solidFill>
              <a:srgbClr val="3E404D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 defTabSz="61722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946" kern="0">
                <a:solidFill>
                  <a:prstClr val="white"/>
                </a:solidFill>
              </a:endParaRPr>
            </a:p>
          </p:txBody>
        </p:sp>
        <p:pic>
          <p:nvPicPr>
            <p:cNvPr id="8" name="图片 17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8564"/>
            <a:stretch>
              <a:fillRect/>
            </a:stretch>
          </p:blipFill>
          <p:spPr bwMode="auto">
            <a:xfrm>
              <a:off x="3392092" y="3423865"/>
              <a:ext cx="1172765" cy="1231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" name="文本框 9"/>
            <p:cNvSpPr txBox="1">
              <a:spLocks noChangeArrowheads="1"/>
            </p:cNvSpPr>
            <p:nvPr/>
          </p:nvSpPr>
          <p:spPr bwMode="auto">
            <a:xfrm>
              <a:off x="4647011" y="3613174"/>
              <a:ext cx="594123" cy="5642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617220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r>
                <a:rPr lang="zh-CN" altLang="en-US" sz="2700" kern="0" dirty="0"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搜</a:t>
              </a:r>
              <a:endParaRPr lang="zh-CN" altLang="en-US" sz="5400" kern="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正中黑简体" panose="02000000000000000000" pitchFamily="2" charset="-122"/>
                <a:ea typeface="方正正中黑简体" panose="02000000000000000000" pitchFamily="2" charset="-122"/>
              </a:endParaRPr>
            </a:p>
          </p:txBody>
        </p:sp>
        <p:sp>
          <p:nvSpPr>
            <p:cNvPr id="10" name="矩形 13"/>
            <p:cNvSpPr>
              <a:spLocks noChangeArrowheads="1"/>
            </p:cNvSpPr>
            <p:nvPr/>
          </p:nvSpPr>
          <p:spPr bwMode="auto">
            <a:xfrm>
              <a:off x="5160169" y="3441723"/>
              <a:ext cx="3519839" cy="9163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617220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r>
                <a:rPr lang="zh-CN" altLang="en-US" sz="2160" kern="0" dirty="0">
                  <a:solidFill>
                    <a:srgbClr val="FA7F6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和</a:t>
              </a:r>
              <a:r>
                <a:rPr lang="zh-CN" altLang="en-US" sz="2160" kern="0" dirty="0">
                  <a:solidFill>
                    <a:prstClr val="white">
                      <a:lumMod val="50000"/>
                    </a:prst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 </a:t>
              </a:r>
              <a:r>
                <a:rPr lang="zh-CN" altLang="en-US" sz="4050" b="1" kern="0" dirty="0"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秋叶</a:t>
              </a:r>
              <a:r>
                <a:rPr lang="zh-CN" altLang="en-US" sz="2160" kern="0" dirty="0">
                  <a:solidFill>
                    <a:prstClr val="white">
                      <a:lumMod val="50000"/>
                    </a:prst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 </a:t>
              </a:r>
              <a:r>
                <a:rPr lang="zh-CN" altLang="en-US" sz="2160" kern="0" dirty="0">
                  <a:solidFill>
                    <a:srgbClr val="FA7F6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一起学</a:t>
              </a:r>
              <a:r>
                <a:rPr lang="en-US" altLang="zh-CN" sz="2160" kern="0" dirty="0">
                  <a:solidFill>
                    <a:srgbClr val="FA7F6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PPT</a:t>
              </a:r>
              <a:endParaRPr lang="zh-CN" altLang="en-US" sz="2160" kern="0" dirty="0">
                <a:solidFill>
                  <a:srgbClr val="FA7F6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正中黑简体" panose="02000000000000000000" pitchFamily="2" charset="-122"/>
                <a:ea typeface="方正正中黑简体" panose="02000000000000000000" pitchFamily="2" charset="-122"/>
              </a:endParaRPr>
            </a:p>
            <a:p>
              <a:pPr defTabSz="617220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endParaRPr lang="zh-CN" altLang="en-US" sz="709" kern="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1" name="组合 10"/>
            <p:cNvGrpSpPr/>
            <p:nvPr/>
          </p:nvGrpSpPr>
          <p:grpSpPr>
            <a:xfrm>
              <a:off x="4802924" y="4185981"/>
              <a:ext cx="393496" cy="413243"/>
              <a:chOff x="9704022" y="1833544"/>
              <a:chExt cx="2309787" cy="2425700"/>
            </a:xfrm>
            <a:effectLst>
              <a:outerShdw blurRad="228600" sx="108000" sy="108000" algn="ctr" rotWithShape="0">
                <a:prstClr val="black">
                  <a:alpha val="36000"/>
                </a:prstClr>
              </a:outerShdw>
            </a:effectLst>
          </p:grpSpPr>
          <p:sp>
            <p:nvSpPr>
              <p:cNvPr id="23" name="矩形 5"/>
              <p:cNvSpPr/>
              <p:nvPr/>
            </p:nvSpPr>
            <p:spPr>
              <a:xfrm>
                <a:off x="9704022" y="2120283"/>
                <a:ext cx="2309787" cy="1754805"/>
              </a:xfrm>
              <a:custGeom>
                <a:avLst/>
                <a:gdLst>
                  <a:gd name="connsiteX0" fmla="*/ 0 w 2294005"/>
                  <a:gd name="connsiteY0" fmla="*/ 0 h 1754805"/>
                  <a:gd name="connsiteX1" fmla="*/ 2294005 w 2294005"/>
                  <a:gd name="connsiteY1" fmla="*/ 0 h 1754805"/>
                  <a:gd name="connsiteX2" fmla="*/ 2294005 w 2294005"/>
                  <a:gd name="connsiteY2" fmla="*/ 1754805 h 1754805"/>
                  <a:gd name="connsiteX3" fmla="*/ 0 w 2294005"/>
                  <a:gd name="connsiteY3" fmla="*/ 1754805 h 1754805"/>
                  <a:gd name="connsiteX4" fmla="*/ 0 w 2294005"/>
                  <a:gd name="connsiteY4" fmla="*/ 0 h 1754805"/>
                  <a:gd name="connsiteX0" fmla="*/ 0 w 2322140"/>
                  <a:gd name="connsiteY0" fmla="*/ 0 h 1754805"/>
                  <a:gd name="connsiteX1" fmla="*/ 2294005 w 2322140"/>
                  <a:gd name="connsiteY1" fmla="*/ 0 h 1754805"/>
                  <a:gd name="connsiteX2" fmla="*/ 2322140 w 2322140"/>
                  <a:gd name="connsiteY2" fmla="*/ 1628196 h 1754805"/>
                  <a:gd name="connsiteX3" fmla="*/ 0 w 2322140"/>
                  <a:gd name="connsiteY3" fmla="*/ 1754805 h 1754805"/>
                  <a:gd name="connsiteX4" fmla="*/ 0 w 2322140"/>
                  <a:gd name="connsiteY4" fmla="*/ 0 h 17548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322140" h="1754805">
                    <a:moveTo>
                      <a:pt x="0" y="0"/>
                    </a:moveTo>
                    <a:lnTo>
                      <a:pt x="2294005" y="0"/>
                    </a:lnTo>
                    <a:lnTo>
                      <a:pt x="2322140" y="1628196"/>
                    </a:lnTo>
                    <a:lnTo>
                      <a:pt x="0" y="175480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99A9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61722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946" kern="0">
                  <a:solidFill>
                    <a:prstClr val="white"/>
                  </a:solidFill>
                </a:endParaRPr>
              </a:p>
            </p:txBody>
          </p:sp>
          <p:sp>
            <p:nvSpPr>
              <p:cNvPr id="24" name="任意多边形 23"/>
              <p:cNvSpPr/>
              <p:nvPr/>
            </p:nvSpPr>
            <p:spPr>
              <a:xfrm>
                <a:off x="9718090" y="2001444"/>
                <a:ext cx="2295719" cy="1828421"/>
              </a:xfrm>
              <a:custGeom>
                <a:avLst/>
                <a:gdLst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62000 w 2209800"/>
                  <a:gd name="connsiteY2" fmla="*/ 189230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77240 w 2209800"/>
                  <a:gd name="connsiteY2" fmla="*/ 187706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77060 h 1930400"/>
                  <a:gd name="connsiteX3" fmla="*/ 986971 w 2209800"/>
                  <a:gd name="connsiteY3" fmla="*/ 1859643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77060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77060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62546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62546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209800" h="1930400">
                    <a:moveTo>
                      <a:pt x="0" y="228600"/>
                    </a:moveTo>
                    <a:cubicBezTo>
                      <a:pt x="4233" y="795867"/>
                      <a:pt x="8467" y="1363133"/>
                      <a:pt x="12700" y="1930400"/>
                    </a:cubicBezTo>
                    <a:lnTo>
                      <a:pt x="777240" y="1862546"/>
                    </a:lnTo>
                    <a:cubicBezTo>
                      <a:pt x="939619" y="1845915"/>
                      <a:pt x="885794" y="1842589"/>
                      <a:pt x="986971" y="1830615"/>
                    </a:cubicBezTo>
                    <a:cubicBezTo>
                      <a:pt x="1088148" y="1818641"/>
                      <a:pt x="1180495" y="1820636"/>
                      <a:pt x="1384300" y="1790700"/>
                    </a:cubicBezTo>
                    <a:lnTo>
                      <a:pt x="2209800" y="1651000"/>
                    </a:lnTo>
                    <a:lnTo>
                      <a:pt x="218440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solidFill>
                <a:sysClr val="window" lastClr="FFFFFF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61722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946" kern="0">
                  <a:solidFill>
                    <a:prstClr val="white"/>
                  </a:solidFill>
                </a:endParaRPr>
              </a:p>
            </p:txBody>
          </p:sp>
          <p:sp>
            <p:nvSpPr>
              <p:cNvPr id="25" name="任意多边形 24"/>
              <p:cNvSpPr/>
              <p:nvPr/>
            </p:nvSpPr>
            <p:spPr>
              <a:xfrm>
                <a:off x="9704022" y="1833544"/>
                <a:ext cx="2209800" cy="2425700"/>
              </a:xfrm>
              <a:custGeom>
                <a:avLst/>
                <a:gdLst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62000 w 2209800"/>
                  <a:gd name="connsiteY2" fmla="*/ 189230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77240 w 2209800"/>
                  <a:gd name="connsiteY2" fmla="*/ 187706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209800" h="2425700">
                    <a:moveTo>
                      <a:pt x="0" y="228600"/>
                    </a:moveTo>
                    <a:cubicBezTo>
                      <a:pt x="4233" y="795867"/>
                      <a:pt x="8467" y="1363133"/>
                      <a:pt x="12700" y="1930400"/>
                    </a:cubicBezTo>
                    <a:lnTo>
                      <a:pt x="777240" y="1877060"/>
                    </a:lnTo>
                    <a:lnTo>
                      <a:pt x="711200" y="2425700"/>
                    </a:lnTo>
                    <a:lnTo>
                      <a:pt x="1384300" y="1790700"/>
                    </a:lnTo>
                    <a:lnTo>
                      <a:pt x="2209800" y="1651000"/>
                    </a:lnTo>
                    <a:lnTo>
                      <a:pt x="218440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solidFill>
                <a:srgbClr val="21A557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61722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946" kern="0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12" name="文本框 11"/>
            <p:cNvSpPr txBox="1">
              <a:spLocks noChangeArrowheads="1"/>
            </p:cNvSpPr>
            <p:nvPr/>
          </p:nvSpPr>
          <p:spPr bwMode="auto">
            <a:xfrm>
              <a:off x="5229225" y="4188246"/>
              <a:ext cx="1596629" cy="4257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61722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r>
                <a:rPr lang="zh-CN" altLang="en-US" sz="1890" kern="0">
                  <a:solidFill>
                    <a:srgbClr val="FFFFFF"/>
                  </a:solidFill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网易云课堂</a:t>
              </a:r>
            </a:p>
          </p:txBody>
        </p:sp>
        <p:sp>
          <p:nvSpPr>
            <p:cNvPr id="13" name="矩形 12"/>
            <p:cNvSpPr/>
            <p:nvPr/>
          </p:nvSpPr>
          <p:spPr>
            <a:xfrm>
              <a:off x="6697267" y="4179911"/>
              <a:ext cx="1650206" cy="395288"/>
            </a:xfrm>
            <a:prstGeom prst="rect">
              <a:avLst/>
            </a:prstGeom>
            <a:solidFill>
              <a:sysClr val="window" lastClr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 defTabSz="61722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946" kern="0">
                <a:solidFill>
                  <a:prstClr val="white"/>
                </a:solidFill>
              </a:endParaRPr>
            </a:p>
          </p:txBody>
        </p:sp>
        <p:grpSp>
          <p:nvGrpSpPr>
            <p:cNvPr id="14" name="组合 13"/>
            <p:cNvGrpSpPr>
              <a:grpSpLocks/>
            </p:cNvGrpSpPr>
            <p:nvPr/>
          </p:nvGrpSpPr>
          <p:grpSpPr bwMode="auto">
            <a:xfrm>
              <a:off x="6742510" y="4271590"/>
              <a:ext cx="291703" cy="205978"/>
              <a:chOff x="6744072" y="3965894"/>
              <a:chExt cx="409599" cy="289318"/>
            </a:xfrm>
          </p:grpSpPr>
          <p:sp>
            <p:nvSpPr>
              <p:cNvPr id="21" name="同心圆 20"/>
              <p:cNvSpPr/>
              <p:nvPr/>
            </p:nvSpPr>
            <p:spPr>
              <a:xfrm>
                <a:off x="6744072" y="3965894"/>
                <a:ext cx="265821" cy="265905"/>
              </a:xfrm>
              <a:prstGeom prst="donut">
                <a:avLst>
                  <a:gd name="adj" fmla="val 18732"/>
                </a:avLst>
              </a:prstGeom>
              <a:solidFill>
                <a:srgbClr val="C2C2C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61722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946" kern="0">
                  <a:solidFill>
                    <a:prstClr val="black"/>
                  </a:solidFill>
                </a:endParaRPr>
              </a:p>
            </p:txBody>
          </p:sp>
          <p:sp>
            <p:nvSpPr>
              <p:cNvPr id="22" name="流程图: 终止 21"/>
              <p:cNvSpPr/>
              <p:nvPr/>
            </p:nvSpPr>
            <p:spPr>
              <a:xfrm rot="2172947">
                <a:off x="6938005" y="4210059"/>
                <a:ext cx="215666" cy="45153"/>
              </a:xfrm>
              <a:prstGeom prst="flowChartTerminator">
                <a:avLst/>
              </a:prstGeom>
              <a:solidFill>
                <a:srgbClr val="C2C2C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61722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946" kern="0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15" name="文本框 14"/>
            <p:cNvSpPr txBox="1">
              <a:spLocks noChangeArrowheads="1"/>
            </p:cNvSpPr>
            <p:nvPr/>
          </p:nvSpPr>
          <p:spPr bwMode="auto">
            <a:xfrm>
              <a:off x="7008019" y="4183483"/>
              <a:ext cx="757239" cy="4257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61722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r>
                <a:rPr lang="zh-CN" altLang="en-US" sz="1890" b="1" kern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秋叶</a:t>
              </a:r>
            </a:p>
          </p:txBody>
        </p:sp>
        <p:sp>
          <p:nvSpPr>
            <p:cNvPr id="16" name="流程图: 终止 15"/>
            <p:cNvSpPr/>
            <p:nvPr/>
          </p:nvSpPr>
          <p:spPr>
            <a:xfrm rot="2459239">
              <a:off x="7556898" y="4838327"/>
              <a:ext cx="607219" cy="128588"/>
            </a:xfrm>
            <a:prstGeom prst="flowChartTerminator">
              <a:avLst/>
            </a:prstGeom>
            <a:solidFill>
              <a:srgbClr val="5D617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 defTabSz="61722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216" kern="0">
                <a:solidFill>
                  <a:prstClr val="white"/>
                </a:solidFill>
              </a:endParaRPr>
            </a:p>
          </p:txBody>
        </p:sp>
        <p:grpSp>
          <p:nvGrpSpPr>
            <p:cNvPr id="17" name="组合 7"/>
            <p:cNvGrpSpPr>
              <a:grpSpLocks/>
            </p:cNvGrpSpPr>
            <p:nvPr/>
          </p:nvGrpSpPr>
          <p:grpSpPr bwMode="auto">
            <a:xfrm>
              <a:off x="6967538" y="4056086"/>
              <a:ext cx="846535" cy="846535"/>
              <a:chOff x="9216452" y="7221413"/>
              <a:chExt cx="998633" cy="998634"/>
            </a:xfrm>
          </p:grpSpPr>
          <p:sp>
            <p:nvSpPr>
              <p:cNvPr id="19" name="同心圆 18"/>
              <p:cNvSpPr/>
              <p:nvPr/>
            </p:nvSpPr>
            <p:spPr>
              <a:xfrm>
                <a:off x="9216452" y="7221413"/>
                <a:ext cx="998633" cy="998634"/>
              </a:xfrm>
              <a:prstGeom prst="donut">
                <a:avLst>
                  <a:gd name="adj" fmla="val 8808"/>
                </a:avLst>
              </a:prstGeom>
              <a:solidFill>
                <a:srgbClr val="5D6175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61722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1216" kern="0">
                  <a:solidFill>
                    <a:prstClr val="black"/>
                  </a:solidFill>
                </a:endParaRPr>
              </a:p>
            </p:txBody>
          </p:sp>
          <p:pic>
            <p:nvPicPr>
              <p:cNvPr id="20" name="图片 19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293373" y="7298335"/>
                <a:ext cx="844790" cy="844790"/>
              </a:xfrm>
              <a:prstGeom prst="ellipse">
                <a:avLst/>
              </a:prstGeom>
            </p:spPr>
          </p:pic>
        </p:grpSp>
        <p:sp>
          <p:nvSpPr>
            <p:cNvPr id="18" name="矩形 23"/>
            <p:cNvSpPr>
              <a:spLocks noChangeArrowheads="1"/>
            </p:cNvSpPr>
            <p:nvPr/>
          </p:nvSpPr>
          <p:spPr bwMode="auto">
            <a:xfrm>
              <a:off x="20243" y="4353743"/>
              <a:ext cx="3090590" cy="3334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617220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r>
                <a:rPr lang="zh-CN" altLang="en-US" sz="1350" kern="0">
                  <a:solidFill>
                    <a:srgbClr val="F96551"/>
                  </a:solidFill>
                  <a:latin typeface="方正正黑简体" panose="02000000000000000000" pitchFamily="2" charset="-122"/>
                  <a:ea typeface="方正正黑简体" panose="02000000000000000000" pitchFamily="2" charset="-122"/>
                </a:rPr>
                <a:t>网易云课堂最受欢迎的付费职场课</a:t>
              </a:r>
            </a:p>
          </p:txBody>
        </p:sp>
      </p:grpSp>
      <p:sp>
        <p:nvSpPr>
          <p:cNvPr id="26" name="文本框 25"/>
          <p:cNvSpPr txBox="1"/>
          <p:nvPr/>
        </p:nvSpPr>
        <p:spPr>
          <a:xfrm>
            <a:off x="3211971" y="1160749"/>
            <a:ext cx="5768063" cy="26130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40" b="1" dirty="0">
                <a:solidFill>
                  <a:srgbClr val="E505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zh-CN" altLang="en-US" sz="3240" b="1" dirty="0">
                <a:solidFill>
                  <a:srgbClr val="E505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和秋叶一起学</a:t>
            </a:r>
            <a:r>
              <a:rPr lang="en-US" altLang="zh-CN" sz="3240" b="1" dirty="0">
                <a:solidFill>
                  <a:srgbClr val="E505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PPT#</a:t>
            </a:r>
          </a:p>
          <a:p>
            <a:pPr algn="ctr">
              <a:spcBef>
                <a:spcPts val="2700"/>
              </a:spcBef>
            </a:pPr>
            <a:r>
              <a:rPr lang="en-US" altLang="zh-CN" sz="396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396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读书笔记</a:t>
            </a:r>
            <a:r>
              <a:rPr lang="en-US" altLang="zh-CN" sz="396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142</a:t>
            </a:r>
            <a:r>
              <a:rPr lang="zh-CN" altLang="en-US" sz="396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号</a:t>
            </a:r>
            <a:endParaRPr lang="en-US" altLang="zh-CN" sz="396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spcBef>
                <a:spcPts val="2700"/>
              </a:spcBef>
            </a:pPr>
            <a:r>
              <a:rPr lang="zh-CN" altLang="en-US" sz="252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你也想做？请马上</a:t>
            </a:r>
            <a:r>
              <a:rPr lang="en-US" altLang="zh-CN" sz="252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</a:t>
            </a:r>
            <a:r>
              <a:rPr lang="zh-CN" altLang="en-US" sz="252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时间卡片 约定</a:t>
            </a:r>
            <a:endParaRPr lang="en-US" altLang="zh-CN" sz="252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216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我们免费指导你做出好读书笔记</a:t>
            </a:r>
            <a:r>
              <a:rPr lang="en-US" altLang="zh-CN" sz="216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216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！</a:t>
            </a:r>
          </a:p>
        </p:txBody>
      </p:sp>
    </p:spTree>
    <p:extLst>
      <p:ext uri="{BB962C8B-B14F-4D97-AF65-F5344CB8AC3E}">
        <p14:creationId xmlns:p14="http://schemas.microsoft.com/office/powerpoint/2010/main" val="39174556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2" val="cf5792e468f24a1a93db7a467bec145eb5dbc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291</TotalTime>
  <Words>1884</Words>
  <Application>Microsoft Office PowerPoint</Application>
  <PresentationFormat>宽屏</PresentationFormat>
  <Paragraphs>143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18</vt:i4>
      </vt:variant>
    </vt:vector>
  </HeadingPairs>
  <TitlesOfParts>
    <vt:vector size="30" baseType="lpstr">
      <vt:lpstr>SNOWREN建刚体</vt:lpstr>
      <vt:lpstr>方正正黑简体</vt:lpstr>
      <vt:lpstr>方正正中黑简体</vt:lpstr>
      <vt:lpstr>宋体</vt:lpstr>
      <vt:lpstr>微软雅黑</vt:lpstr>
      <vt:lpstr>造字工房悦黑体验版常规体</vt:lpstr>
      <vt:lpstr>Arial</vt:lpstr>
      <vt:lpstr>Calibri</vt:lpstr>
      <vt:lpstr>Calibri Light</vt:lpstr>
      <vt:lpstr>Wingdings</vt:lpstr>
      <vt:lpstr>Office 主题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但愿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dandoliya</dc:creator>
  <cp:lastModifiedBy>小巴</cp:lastModifiedBy>
  <cp:revision>50</cp:revision>
  <dcterms:created xsi:type="dcterms:W3CDTF">2014-06-01T07:28:23Z</dcterms:created>
  <dcterms:modified xsi:type="dcterms:W3CDTF">2014-08-22T00:12:05Z</dcterms:modified>
</cp:coreProperties>
</file>