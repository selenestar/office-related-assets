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672" r:id="rId3"/>
  </p:sldMasterIdLst>
  <p:sldIdLst>
    <p:sldId id="256" r:id="rId4"/>
    <p:sldId id="257" r:id="rId5"/>
    <p:sldId id="258" r:id="rId6"/>
    <p:sldId id="259" r:id="rId7"/>
    <p:sldId id="291" r:id="rId8"/>
    <p:sldId id="281" r:id="rId9"/>
    <p:sldId id="282" r:id="rId10"/>
    <p:sldId id="275" r:id="rId11"/>
    <p:sldId id="293" r:id="rId12"/>
    <p:sldId id="276" r:id="rId13"/>
    <p:sldId id="295" r:id="rId14"/>
    <p:sldId id="277" r:id="rId15"/>
    <p:sldId id="278" r:id="rId16"/>
    <p:sldId id="279" r:id="rId17"/>
    <p:sldId id="283" r:id="rId18"/>
    <p:sldId id="296" r:id="rId19"/>
    <p:sldId id="297" r:id="rId20"/>
    <p:sldId id="292" r:id="rId21"/>
    <p:sldId id="298" r:id="rId22"/>
    <p:sldId id="299" r:id="rId23"/>
  </p:sldIdLst>
  <p:sldSz cx="9144000" cy="6858000" type="screen4x3"/>
  <p:notesSz cx="6858000" cy="9144000"/>
  <p:embeddedFontLst>
    <p:embeddedFont>
      <p:font typeface="华康俪金黑W8(P)" panose="020B0800000000000000" pitchFamily="34" charset="-122"/>
      <p:regular r:id="rId24"/>
    </p:embeddedFont>
    <p:embeddedFont>
      <p:font typeface="方正正中黑简体" panose="02000000000000000000" pitchFamily="2" charset="-122"/>
      <p:regular r:id="rId25"/>
    </p:embeddedFont>
    <p:embeddedFont>
      <p:font typeface="华康俪金黑W8" panose="020B0809000000000000" pitchFamily="49" charset="-122"/>
      <p:regular r:id="rId26"/>
    </p:embeddedFont>
    <p:embeddedFont>
      <p:font typeface="微软雅黑" panose="020B0503020204020204" pitchFamily="34" charset="-122"/>
      <p:regular r:id="rId27"/>
      <p:bold r:id="rId28"/>
    </p:embeddedFont>
    <p:embeddedFont>
      <p:font typeface="华文琥珀" panose="02010800040101010101" pitchFamily="2" charset="-122"/>
      <p:regular r:id="rId29"/>
    </p:embeddedFont>
    <p:embeddedFont>
      <p:font typeface="Calibri" panose="020F0502020204030204" pitchFamily="34" charset="0"/>
      <p:regular r:id="rId30"/>
      <p:bold r:id="rId31"/>
      <p:italic r:id="rId32"/>
      <p:boldItalic r:id="rId33"/>
    </p:embeddedFont>
    <p:embeddedFont>
      <p:font typeface="方正正黑简体" panose="02000000000000000000" pitchFamily="2" charset="-122"/>
      <p:regular r:id="rId3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E801"/>
    <a:srgbClr val="0399E5"/>
    <a:srgbClr val="FFFFFF"/>
    <a:srgbClr val="142A5B"/>
    <a:srgbClr val="B1AEAB"/>
    <a:srgbClr val="FBFAF7"/>
    <a:srgbClr val="FF2F2F"/>
    <a:srgbClr val="0588C7"/>
    <a:srgbClr val="0198D4"/>
    <a:srgbClr val="FD0F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95" autoAdjust="0"/>
    <p:restoredTop sz="94660"/>
  </p:normalViewPr>
  <p:slideViewPr>
    <p:cSldViewPr>
      <p:cViewPr varScale="1">
        <p:scale>
          <a:sx n="70" d="100"/>
          <a:sy n="70" d="100"/>
        </p:scale>
        <p:origin x="1308"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font" Target="fonts/font11.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8.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2014/4/9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1" y="2130431"/>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308571" indent="0" algn="ctr">
              <a:buNone/>
              <a:defRPr>
                <a:solidFill>
                  <a:schemeClr val="tx1">
                    <a:tint val="75000"/>
                  </a:schemeClr>
                </a:solidFill>
              </a:defRPr>
            </a:lvl2pPr>
            <a:lvl3pPr marL="617144" indent="0" algn="ctr">
              <a:buNone/>
              <a:defRPr>
                <a:solidFill>
                  <a:schemeClr val="tx1">
                    <a:tint val="75000"/>
                  </a:schemeClr>
                </a:solidFill>
              </a:defRPr>
            </a:lvl3pPr>
            <a:lvl4pPr marL="925715" indent="0" algn="ctr">
              <a:buNone/>
              <a:defRPr>
                <a:solidFill>
                  <a:schemeClr val="tx1">
                    <a:tint val="75000"/>
                  </a:schemeClr>
                </a:solidFill>
              </a:defRPr>
            </a:lvl4pPr>
            <a:lvl5pPr marL="1234286" indent="0" algn="ctr">
              <a:buNone/>
              <a:defRPr>
                <a:solidFill>
                  <a:schemeClr val="tx1">
                    <a:tint val="75000"/>
                  </a:schemeClr>
                </a:solidFill>
              </a:defRPr>
            </a:lvl5pPr>
            <a:lvl6pPr marL="1542857" indent="0" algn="ctr">
              <a:buNone/>
              <a:defRPr>
                <a:solidFill>
                  <a:schemeClr val="tx1">
                    <a:tint val="75000"/>
                  </a:schemeClr>
                </a:solidFill>
              </a:defRPr>
            </a:lvl6pPr>
            <a:lvl7pPr marL="1851429" indent="0" algn="ctr">
              <a:buNone/>
              <a:defRPr>
                <a:solidFill>
                  <a:schemeClr val="tx1">
                    <a:tint val="75000"/>
                  </a:schemeClr>
                </a:solidFill>
              </a:defRPr>
            </a:lvl7pPr>
            <a:lvl8pPr marL="2160000" indent="0" algn="ctr">
              <a:buNone/>
              <a:defRPr>
                <a:solidFill>
                  <a:schemeClr val="tx1">
                    <a:tint val="75000"/>
                  </a:schemeClr>
                </a:solidFill>
              </a:defRPr>
            </a:lvl8pPr>
            <a:lvl9pPr marL="2468571"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08284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87750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3"/>
            <a:ext cx="7772400" cy="1362076"/>
          </a:xfrm>
        </p:spPr>
        <p:txBody>
          <a:bodyPr anchor="t"/>
          <a:lstStyle>
            <a:lvl1pPr algn="l">
              <a:defRPr sz="27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4" y="2906713"/>
            <a:ext cx="7772400" cy="1500187"/>
          </a:xfrm>
        </p:spPr>
        <p:txBody>
          <a:bodyPr anchor="b"/>
          <a:lstStyle>
            <a:lvl1pPr marL="0" indent="0">
              <a:buNone/>
              <a:defRPr sz="1350">
                <a:solidFill>
                  <a:schemeClr val="tx1">
                    <a:tint val="75000"/>
                  </a:schemeClr>
                </a:solidFill>
              </a:defRPr>
            </a:lvl1pPr>
            <a:lvl2pPr marL="308571" indent="0">
              <a:buNone/>
              <a:defRPr sz="1215">
                <a:solidFill>
                  <a:schemeClr val="tx1">
                    <a:tint val="75000"/>
                  </a:schemeClr>
                </a:solidFill>
              </a:defRPr>
            </a:lvl2pPr>
            <a:lvl3pPr marL="617144" indent="0">
              <a:buNone/>
              <a:defRPr sz="1080">
                <a:solidFill>
                  <a:schemeClr val="tx1">
                    <a:tint val="75000"/>
                  </a:schemeClr>
                </a:solidFill>
              </a:defRPr>
            </a:lvl3pPr>
            <a:lvl4pPr marL="925715" indent="0">
              <a:buNone/>
              <a:defRPr sz="945">
                <a:solidFill>
                  <a:schemeClr val="tx1">
                    <a:tint val="75000"/>
                  </a:schemeClr>
                </a:solidFill>
              </a:defRPr>
            </a:lvl4pPr>
            <a:lvl5pPr marL="1234286" indent="0">
              <a:buNone/>
              <a:defRPr sz="945">
                <a:solidFill>
                  <a:schemeClr val="tx1">
                    <a:tint val="75000"/>
                  </a:schemeClr>
                </a:solidFill>
              </a:defRPr>
            </a:lvl5pPr>
            <a:lvl6pPr marL="1542857" indent="0">
              <a:buNone/>
              <a:defRPr sz="945">
                <a:solidFill>
                  <a:schemeClr val="tx1">
                    <a:tint val="75000"/>
                  </a:schemeClr>
                </a:solidFill>
              </a:defRPr>
            </a:lvl6pPr>
            <a:lvl7pPr marL="1851429" indent="0">
              <a:buNone/>
              <a:defRPr sz="945">
                <a:solidFill>
                  <a:schemeClr val="tx1">
                    <a:tint val="75000"/>
                  </a:schemeClr>
                </a:solidFill>
              </a:defRPr>
            </a:lvl7pPr>
            <a:lvl8pPr marL="2160000" indent="0">
              <a:buNone/>
              <a:defRPr sz="945">
                <a:solidFill>
                  <a:schemeClr val="tx1">
                    <a:tint val="75000"/>
                  </a:schemeClr>
                </a:solidFill>
              </a:defRPr>
            </a:lvl8pPr>
            <a:lvl9pPr marL="2468571" indent="0">
              <a:buNone/>
              <a:defRPr sz="945">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97123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1" y="1600205"/>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5"/>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77816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4"/>
            <a:ext cx="4040188"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535114"/>
            <a:ext cx="4041775"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13524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66391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215976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2"/>
            <a:ext cx="3008313" cy="1162051"/>
          </a:xfrm>
        </p:spPr>
        <p:txBody>
          <a:bodyPr anchor="b"/>
          <a:lstStyle>
            <a:lvl1pPr algn="l">
              <a:defRPr sz="135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2" y="273057"/>
            <a:ext cx="5111750" cy="5853113"/>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4"/>
            <a:ext cx="3008313" cy="46910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27767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135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160"/>
            </a:lvl1pPr>
            <a:lvl2pPr marL="308571" indent="0">
              <a:buNone/>
              <a:defRPr sz="1890"/>
            </a:lvl2pPr>
            <a:lvl3pPr marL="617144" indent="0">
              <a:buNone/>
              <a:defRPr sz="1620"/>
            </a:lvl3pPr>
            <a:lvl4pPr marL="925715" indent="0">
              <a:buNone/>
              <a:defRPr sz="1350"/>
            </a:lvl4pPr>
            <a:lvl5pPr marL="1234286" indent="0">
              <a:buNone/>
              <a:defRPr sz="1350"/>
            </a:lvl5pPr>
            <a:lvl6pPr marL="1542857" indent="0">
              <a:buNone/>
              <a:defRPr sz="1350"/>
            </a:lvl6pPr>
            <a:lvl7pPr marL="1851429" indent="0">
              <a:buNone/>
              <a:defRPr sz="1350"/>
            </a:lvl7pPr>
            <a:lvl8pPr marL="2160000" indent="0">
              <a:buNone/>
              <a:defRPr sz="1350"/>
            </a:lvl8pPr>
            <a:lvl9pPr marL="2468571" indent="0">
              <a:buNone/>
              <a:defRPr sz="1350"/>
            </a:lvl9pPr>
          </a:lstStyle>
          <a:p>
            <a:endParaRPr lang="zh-CN" altLang="en-US"/>
          </a:p>
        </p:txBody>
      </p:sp>
      <p:sp>
        <p:nvSpPr>
          <p:cNvPr id="4" name="文本占位符 3"/>
          <p:cNvSpPr>
            <a:spLocks noGrp="1"/>
          </p:cNvSpPr>
          <p:nvPr>
            <p:ph type="body" sz="half" idx="2"/>
          </p:nvPr>
        </p:nvSpPr>
        <p:spPr>
          <a:xfrm>
            <a:off x="1792288" y="5367339"/>
            <a:ext cx="5486400" cy="8048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85088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666590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274644"/>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505240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1" y="2130431"/>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308571" indent="0" algn="ctr">
              <a:buNone/>
              <a:defRPr>
                <a:solidFill>
                  <a:schemeClr val="tx1">
                    <a:tint val="75000"/>
                  </a:schemeClr>
                </a:solidFill>
              </a:defRPr>
            </a:lvl2pPr>
            <a:lvl3pPr marL="617144" indent="0" algn="ctr">
              <a:buNone/>
              <a:defRPr>
                <a:solidFill>
                  <a:schemeClr val="tx1">
                    <a:tint val="75000"/>
                  </a:schemeClr>
                </a:solidFill>
              </a:defRPr>
            </a:lvl3pPr>
            <a:lvl4pPr marL="925715" indent="0" algn="ctr">
              <a:buNone/>
              <a:defRPr>
                <a:solidFill>
                  <a:schemeClr val="tx1">
                    <a:tint val="75000"/>
                  </a:schemeClr>
                </a:solidFill>
              </a:defRPr>
            </a:lvl4pPr>
            <a:lvl5pPr marL="1234286" indent="0" algn="ctr">
              <a:buNone/>
              <a:defRPr>
                <a:solidFill>
                  <a:schemeClr val="tx1">
                    <a:tint val="75000"/>
                  </a:schemeClr>
                </a:solidFill>
              </a:defRPr>
            </a:lvl5pPr>
            <a:lvl6pPr marL="1542857" indent="0" algn="ctr">
              <a:buNone/>
              <a:defRPr>
                <a:solidFill>
                  <a:schemeClr val="tx1">
                    <a:tint val="75000"/>
                  </a:schemeClr>
                </a:solidFill>
              </a:defRPr>
            </a:lvl6pPr>
            <a:lvl7pPr marL="1851429" indent="0" algn="ctr">
              <a:buNone/>
              <a:defRPr>
                <a:solidFill>
                  <a:schemeClr val="tx1">
                    <a:tint val="75000"/>
                  </a:schemeClr>
                </a:solidFill>
              </a:defRPr>
            </a:lvl7pPr>
            <a:lvl8pPr marL="2160000" indent="0" algn="ctr">
              <a:buNone/>
              <a:defRPr>
                <a:solidFill>
                  <a:schemeClr val="tx1">
                    <a:tint val="75000"/>
                  </a:schemeClr>
                </a:solidFill>
              </a:defRPr>
            </a:lvl8pPr>
            <a:lvl9pPr marL="2468571"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168051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1" y="980728"/>
            <a:ext cx="8229600" cy="1143000"/>
          </a:xfrm>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矩形 5"/>
          <p:cNvSpPr/>
          <p:nvPr userDrawn="1"/>
        </p:nvSpPr>
        <p:spPr>
          <a:xfrm>
            <a:off x="1" y="0"/>
            <a:ext cx="9144000" cy="62068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Tree>
    <p:extLst>
      <p:ext uri="{BB962C8B-B14F-4D97-AF65-F5344CB8AC3E}">
        <p14:creationId xmlns:p14="http://schemas.microsoft.com/office/powerpoint/2010/main" val="24971805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642073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3"/>
            <a:ext cx="7772400" cy="1362076"/>
          </a:xfrm>
        </p:spPr>
        <p:txBody>
          <a:bodyPr anchor="t"/>
          <a:lstStyle>
            <a:lvl1pPr algn="l">
              <a:defRPr sz="27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4" y="2906713"/>
            <a:ext cx="7772400" cy="1500187"/>
          </a:xfrm>
        </p:spPr>
        <p:txBody>
          <a:bodyPr anchor="b"/>
          <a:lstStyle>
            <a:lvl1pPr marL="0" indent="0">
              <a:buNone/>
              <a:defRPr sz="1350">
                <a:solidFill>
                  <a:schemeClr val="tx1">
                    <a:tint val="75000"/>
                  </a:schemeClr>
                </a:solidFill>
              </a:defRPr>
            </a:lvl1pPr>
            <a:lvl2pPr marL="308571" indent="0">
              <a:buNone/>
              <a:defRPr sz="1215">
                <a:solidFill>
                  <a:schemeClr val="tx1">
                    <a:tint val="75000"/>
                  </a:schemeClr>
                </a:solidFill>
              </a:defRPr>
            </a:lvl2pPr>
            <a:lvl3pPr marL="617144" indent="0">
              <a:buNone/>
              <a:defRPr sz="1080">
                <a:solidFill>
                  <a:schemeClr val="tx1">
                    <a:tint val="75000"/>
                  </a:schemeClr>
                </a:solidFill>
              </a:defRPr>
            </a:lvl3pPr>
            <a:lvl4pPr marL="925715" indent="0">
              <a:buNone/>
              <a:defRPr sz="945">
                <a:solidFill>
                  <a:schemeClr val="tx1">
                    <a:tint val="75000"/>
                  </a:schemeClr>
                </a:solidFill>
              </a:defRPr>
            </a:lvl4pPr>
            <a:lvl5pPr marL="1234286" indent="0">
              <a:buNone/>
              <a:defRPr sz="945">
                <a:solidFill>
                  <a:schemeClr val="tx1">
                    <a:tint val="75000"/>
                  </a:schemeClr>
                </a:solidFill>
              </a:defRPr>
            </a:lvl5pPr>
            <a:lvl6pPr marL="1542857" indent="0">
              <a:buNone/>
              <a:defRPr sz="945">
                <a:solidFill>
                  <a:schemeClr val="tx1">
                    <a:tint val="75000"/>
                  </a:schemeClr>
                </a:solidFill>
              </a:defRPr>
            </a:lvl6pPr>
            <a:lvl7pPr marL="1851429" indent="0">
              <a:buNone/>
              <a:defRPr sz="945">
                <a:solidFill>
                  <a:schemeClr val="tx1">
                    <a:tint val="75000"/>
                  </a:schemeClr>
                </a:solidFill>
              </a:defRPr>
            </a:lvl7pPr>
            <a:lvl8pPr marL="2160000" indent="0">
              <a:buNone/>
              <a:defRPr sz="945">
                <a:solidFill>
                  <a:schemeClr val="tx1">
                    <a:tint val="75000"/>
                  </a:schemeClr>
                </a:solidFill>
              </a:defRPr>
            </a:lvl8pPr>
            <a:lvl9pPr marL="2468571" indent="0">
              <a:buNone/>
              <a:defRPr sz="945">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239653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1" y="1600205"/>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5"/>
            <a:ext cx="4038600" cy="4525963"/>
          </a:xfrm>
        </p:spPr>
        <p:txBody>
          <a:bodyPr/>
          <a:lstStyle>
            <a:lvl1pPr>
              <a:defRPr sz="1890"/>
            </a:lvl1pPr>
            <a:lvl2pPr>
              <a:defRPr sz="1620"/>
            </a:lvl2pPr>
            <a:lvl3pPr>
              <a:defRPr sz="1350"/>
            </a:lvl3pPr>
            <a:lvl4pPr>
              <a:defRPr sz="1215"/>
            </a:lvl4pPr>
            <a:lvl5pPr>
              <a:defRPr sz="1215"/>
            </a:lvl5pPr>
            <a:lvl6pPr>
              <a:defRPr sz="1215"/>
            </a:lvl6pPr>
            <a:lvl7pPr>
              <a:defRPr sz="1215"/>
            </a:lvl7pPr>
            <a:lvl8pPr>
              <a:defRPr sz="1215"/>
            </a:lvl8pPr>
            <a:lvl9pPr>
              <a:defRPr sz="121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236842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4"/>
            <a:ext cx="4040188"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535114"/>
            <a:ext cx="4041775" cy="639763"/>
          </a:xfrm>
        </p:spPr>
        <p:txBody>
          <a:bodyPr anchor="b"/>
          <a:lstStyle>
            <a:lvl1pPr marL="0" indent="0">
              <a:buNone/>
              <a:defRPr sz="1620" b="1"/>
            </a:lvl1pPr>
            <a:lvl2pPr marL="308571" indent="0">
              <a:buNone/>
              <a:defRPr sz="1350" b="1"/>
            </a:lvl2pPr>
            <a:lvl3pPr marL="617144" indent="0">
              <a:buNone/>
              <a:defRPr sz="1215" b="1"/>
            </a:lvl3pPr>
            <a:lvl4pPr marL="925715" indent="0">
              <a:buNone/>
              <a:defRPr sz="1080" b="1"/>
            </a:lvl4pPr>
            <a:lvl5pPr marL="1234286" indent="0">
              <a:buNone/>
              <a:defRPr sz="1080" b="1"/>
            </a:lvl5pPr>
            <a:lvl6pPr marL="1542857" indent="0">
              <a:buNone/>
              <a:defRPr sz="1080" b="1"/>
            </a:lvl6pPr>
            <a:lvl7pPr marL="1851429" indent="0">
              <a:buNone/>
              <a:defRPr sz="1080" b="1"/>
            </a:lvl7pPr>
            <a:lvl8pPr marL="2160000" indent="0">
              <a:buNone/>
              <a:defRPr sz="1080" b="1"/>
            </a:lvl8pPr>
            <a:lvl9pPr marL="2468571" indent="0">
              <a:buNone/>
              <a:defRPr sz="108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620"/>
            </a:lvl1pPr>
            <a:lvl2pPr>
              <a:defRPr sz="1350"/>
            </a:lvl2pPr>
            <a:lvl3pPr>
              <a:defRPr sz="1215"/>
            </a:lvl3pPr>
            <a:lvl4pPr>
              <a:defRPr sz="1080"/>
            </a:lvl4pPr>
            <a:lvl5pPr>
              <a:defRPr sz="1080"/>
            </a:lvl5pPr>
            <a:lvl6pPr>
              <a:defRPr sz="1080"/>
            </a:lvl6pPr>
            <a:lvl7pPr>
              <a:defRPr sz="1080"/>
            </a:lvl7pPr>
            <a:lvl8pPr>
              <a:defRPr sz="1080"/>
            </a:lvl8pPr>
            <a:lvl9pPr>
              <a:defRPr sz="108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853975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737426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3947" y="-51325"/>
            <a:ext cx="9140054" cy="706828"/>
          </a:xfrm>
          <a:prstGeom prst="rect">
            <a:avLst/>
          </a:prstGeom>
          <a:solidFill>
            <a:srgbClr val="9B743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6" name="椭圆 5"/>
          <p:cNvSpPr/>
          <p:nvPr userDrawn="1"/>
        </p:nvSpPr>
        <p:spPr>
          <a:xfrm>
            <a:off x="894852" y="585521"/>
            <a:ext cx="468052" cy="468000"/>
          </a:xfrm>
          <a:prstGeom prst="ellipse">
            <a:avLst/>
          </a:prstGeom>
          <a:solidFill>
            <a:srgbClr val="D1B48C"/>
          </a:solidFill>
          <a:ln>
            <a:solidFill>
              <a:schemeClr val="bg1"/>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7" name="椭圆 6"/>
          <p:cNvSpPr/>
          <p:nvPr userDrawn="1"/>
        </p:nvSpPr>
        <p:spPr>
          <a:xfrm>
            <a:off x="3946" y="26340"/>
            <a:ext cx="1080000" cy="1080000"/>
          </a:xfrm>
          <a:prstGeom prst="ellipse">
            <a:avLst/>
          </a:prstGeom>
          <a:blipFill dpi="0" rotWithShape="1">
            <a:blip r:embed="rId2"/>
            <a:srcRect/>
            <a:tile tx="-177800" ty="-158750" sx="100000" sy="100000" flip="none" algn="tl"/>
          </a:blipFill>
          <a:ln>
            <a:solidFill>
              <a:schemeClr val="bg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Tree>
    <p:extLst>
      <p:ext uri="{BB962C8B-B14F-4D97-AF65-F5344CB8AC3E}">
        <p14:creationId xmlns:p14="http://schemas.microsoft.com/office/powerpoint/2010/main" val="1405995670"/>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2"/>
            <a:ext cx="3008313" cy="1162051"/>
          </a:xfrm>
        </p:spPr>
        <p:txBody>
          <a:bodyPr anchor="b"/>
          <a:lstStyle>
            <a:lvl1pPr algn="l">
              <a:defRPr sz="135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2" y="273057"/>
            <a:ext cx="5111750" cy="5853113"/>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4"/>
            <a:ext cx="3008313" cy="46910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809833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p:spPr>
        <p:txBody>
          <a:bodyPr anchor="b"/>
          <a:lstStyle>
            <a:lvl1pPr algn="l">
              <a:defRPr sz="135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160"/>
            </a:lvl1pPr>
            <a:lvl2pPr marL="308571" indent="0">
              <a:buNone/>
              <a:defRPr sz="1890"/>
            </a:lvl2pPr>
            <a:lvl3pPr marL="617144" indent="0">
              <a:buNone/>
              <a:defRPr sz="1620"/>
            </a:lvl3pPr>
            <a:lvl4pPr marL="925715" indent="0">
              <a:buNone/>
              <a:defRPr sz="1350"/>
            </a:lvl4pPr>
            <a:lvl5pPr marL="1234286" indent="0">
              <a:buNone/>
              <a:defRPr sz="1350"/>
            </a:lvl5pPr>
            <a:lvl6pPr marL="1542857" indent="0">
              <a:buNone/>
              <a:defRPr sz="1350"/>
            </a:lvl6pPr>
            <a:lvl7pPr marL="1851429" indent="0">
              <a:buNone/>
              <a:defRPr sz="1350"/>
            </a:lvl7pPr>
            <a:lvl8pPr marL="2160000" indent="0">
              <a:buNone/>
              <a:defRPr sz="1350"/>
            </a:lvl8pPr>
            <a:lvl9pPr marL="2468571" indent="0">
              <a:buNone/>
              <a:defRPr sz="1350"/>
            </a:lvl9pPr>
          </a:lstStyle>
          <a:p>
            <a:endParaRPr lang="zh-CN" altLang="en-US"/>
          </a:p>
        </p:txBody>
      </p:sp>
      <p:sp>
        <p:nvSpPr>
          <p:cNvPr id="4" name="文本占位符 3"/>
          <p:cNvSpPr>
            <a:spLocks noGrp="1"/>
          </p:cNvSpPr>
          <p:nvPr>
            <p:ph type="body" sz="half" idx="2"/>
          </p:nvPr>
        </p:nvSpPr>
        <p:spPr>
          <a:xfrm>
            <a:off x="1792288" y="5367339"/>
            <a:ext cx="5486400" cy="804863"/>
          </a:xfrm>
        </p:spPr>
        <p:txBody>
          <a:bodyPr/>
          <a:lstStyle>
            <a:lvl1pPr marL="0" indent="0">
              <a:buNone/>
              <a:defRPr sz="945"/>
            </a:lvl1pPr>
            <a:lvl2pPr marL="308571" indent="0">
              <a:buNone/>
              <a:defRPr sz="810"/>
            </a:lvl2pPr>
            <a:lvl3pPr marL="617144" indent="0">
              <a:buNone/>
              <a:defRPr sz="675"/>
            </a:lvl3pPr>
            <a:lvl4pPr marL="925715" indent="0">
              <a:buNone/>
              <a:defRPr sz="608"/>
            </a:lvl4pPr>
            <a:lvl5pPr marL="1234286" indent="0">
              <a:buNone/>
              <a:defRPr sz="608"/>
            </a:lvl5pPr>
            <a:lvl6pPr marL="1542857" indent="0">
              <a:buNone/>
              <a:defRPr sz="608"/>
            </a:lvl6pPr>
            <a:lvl7pPr marL="1851429" indent="0">
              <a:buNone/>
              <a:defRPr sz="608"/>
            </a:lvl7pPr>
            <a:lvl8pPr marL="2160000" indent="0">
              <a:buNone/>
              <a:defRPr sz="608"/>
            </a:lvl8pPr>
            <a:lvl9pPr marL="2468571" indent="0">
              <a:buNone/>
              <a:defRPr sz="608"/>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973728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148055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4"/>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274644"/>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76798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2014/4/9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74639"/>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600205"/>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1" y="6356357"/>
            <a:ext cx="2133600" cy="365125"/>
          </a:xfrm>
          <a:prstGeom prst="rect">
            <a:avLst/>
          </a:prstGeom>
        </p:spPr>
        <p:txBody>
          <a:bodyPr vert="horz" lIns="91440" tIns="45720" rIns="91440" bIns="45720" rtlCol="0" anchor="ctr"/>
          <a:lstStyle>
            <a:lvl1pPr algn="l">
              <a:defRPr sz="810">
                <a:solidFill>
                  <a:schemeClr val="tx1">
                    <a:tint val="75000"/>
                  </a:schemeClr>
                </a:solidFill>
              </a:defRPr>
            </a:lvl1pPr>
          </a:lstStyle>
          <a:p>
            <a:fld id="{F8D27441-63DE-4ADF-BAF3-45B112D3498E}"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1" y="6356357"/>
            <a:ext cx="2895600" cy="365125"/>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1" y="6356357"/>
            <a:ext cx="2133600" cy="365125"/>
          </a:xfrm>
          <a:prstGeom prst="rect">
            <a:avLst/>
          </a:prstGeom>
        </p:spPr>
        <p:txBody>
          <a:bodyPr vert="horz" lIns="91440" tIns="45720" rIns="91440" bIns="45720" rtlCol="0" anchor="ctr"/>
          <a:lstStyle>
            <a:lvl1pPr algn="r">
              <a:defRPr sz="810">
                <a:solidFill>
                  <a:schemeClr val="tx1">
                    <a:tint val="75000"/>
                  </a:schemeClr>
                </a:solidFill>
              </a:defRPr>
            </a:lvl1p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19437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17144" rtl="0" eaLnBrk="1" latinLnBrk="0" hangingPunct="1">
        <a:spcBef>
          <a:spcPct val="0"/>
        </a:spcBef>
        <a:buNone/>
        <a:defRPr sz="2970" kern="1200">
          <a:solidFill>
            <a:schemeClr val="tx1"/>
          </a:solidFill>
          <a:latin typeface="+mj-lt"/>
          <a:ea typeface="+mj-ea"/>
          <a:cs typeface="+mj-cs"/>
        </a:defRPr>
      </a:lvl1pPr>
    </p:titleStyle>
    <p:bodyStyle>
      <a:lvl1pPr marL="231428" indent="-231428" algn="l" defTabSz="617144" rtl="0" eaLnBrk="1" latinLnBrk="0" hangingPunct="1">
        <a:spcBef>
          <a:spcPct val="20000"/>
        </a:spcBef>
        <a:buFont typeface="Arial" pitchFamily="34" charset="0"/>
        <a:buChar char="•"/>
        <a:defRPr sz="2160" kern="1200">
          <a:solidFill>
            <a:schemeClr val="tx1"/>
          </a:solidFill>
          <a:latin typeface="+mn-lt"/>
          <a:ea typeface="+mn-ea"/>
          <a:cs typeface="+mn-cs"/>
        </a:defRPr>
      </a:lvl1pPr>
      <a:lvl2pPr marL="501430" indent="-192858" algn="l" defTabSz="617144" rtl="0" eaLnBrk="1" latinLnBrk="0" hangingPunct="1">
        <a:spcBef>
          <a:spcPct val="20000"/>
        </a:spcBef>
        <a:buFont typeface="Arial" pitchFamily="34" charset="0"/>
        <a:buChar char="–"/>
        <a:defRPr sz="1890" kern="1200">
          <a:solidFill>
            <a:schemeClr val="tx1"/>
          </a:solidFill>
          <a:latin typeface="+mn-lt"/>
          <a:ea typeface="+mn-ea"/>
          <a:cs typeface="+mn-cs"/>
        </a:defRPr>
      </a:lvl2pPr>
      <a:lvl3pPr marL="771429" indent="-154286" algn="l" defTabSz="617144" rtl="0" eaLnBrk="1" latinLnBrk="0" hangingPunct="1">
        <a:spcBef>
          <a:spcPct val="20000"/>
        </a:spcBef>
        <a:buFont typeface="Arial" pitchFamily="34" charset="0"/>
        <a:buChar char="•"/>
        <a:defRPr sz="1620" kern="1200">
          <a:solidFill>
            <a:schemeClr val="tx1"/>
          </a:solidFill>
          <a:latin typeface="+mn-lt"/>
          <a:ea typeface="+mn-ea"/>
          <a:cs typeface="+mn-cs"/>
        </a:defRPr>
      </a:lvl3pPr>
      <a:lvl4pPr marL="1080000"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388571"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697144"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6pPr>
      <a:lvl7pPr marL="2005715"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7pPr>
      <a:lvl8pPr marL="2314286"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22857"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17144" rtl="0" eaLnBrk="1" latinLnBrk="0" hangingPunct="1">
        <a:defRPr sz="1215" kern="1200">
          <a:solidFill>
            <a:schemeClr val="tx1"/>
          </a:solidFill>
          <a:latin typeface="+mn-lt"/>
          <a:ea typeface="+mn-ea"/>
          <a:cs typeface="+mn-cs"/>
        </a:defRPr>
      </a:lvl1pPr>
      <a:lvl2pPr marL="308571" algn="l" defTabSz="617144" rtl="0" eaLnBrk="1" latinLnBrk="0" hangingPunct="1">
        <a:defRPr sz="1215" kern="1200">
          <a:solidFill>
            <a:schemeClr val="tx1"/>
          </a:solidFill>
          <a:latin typeface="+mn-lt"/>
          <a:ea typeface="+mn-ea"/>
          <a:cs typeface="+mn-cs"/>
        </a:defRPr>
      </a:lvl2pPr>
      <a:lvl3pPr marL="617144" algn="l" defTabSz="617144" rtl="0" eaLnBrk="1" latinLnBrk="0" hangingPunct="1">
        <a:defRPr sz="1215" kern="1200">
          <a:solidFill>
            <a:schemeClr val="tx1"/>
          </a:solidFill>
          <a:latin typeface="+mn-lt"/>
          <a:ea typeface="+mn-ea"/>
          <a:cs typeface="+mn-cs"/>
        </a:defRPr>
      </a:lvl3pPr>
      <a:lvl4pPr marL="925715" algn="l" defTabSz="617144" rtl="0" eaLnBrk="1" latinLnBrk="0" hangingPunct="1">
        <a:defRPr sz="1215" kern="1200">
          <a:solidFill>
            <a:schemeClr val="tx1"/>
          </a:solidFill>
          <a:latin typeface="+mn-lt"/>
          <a:ea typeface="+mn-ea"/>
          <a:cs typeface="+mn-cs"/>
        </a:defRPr>
      </a:lvl4pPr>
      <a:lvl5pPr marL="1234286" algn="l" defTabSz="617144" rtl="0" eaLnBrk="1" latinLnBrk="0" hangingPunct="1">
        <a:defRPr sz="1215" kern="1200">
          <a:solidFill>
            <a:schemeClr val="tx1"/>
          </a:solidFill>
          <a:latin typeface="+mn-lt"/>
          <a:ea typeface="+mn-ea"/>
          <a:cs typeface="+mn-cs"/>
        </a:defRPr>
      </a:lvl5pPr>
      <a:lvl6pPr marL="1542857" algn="l" defTabSz="617144" rtl="0" eaLnBrk="1" latinLnBrk="0" hangingPunct="1">
        <a:defRPr sz="1215" kern="1200">
          <a:solidFill>
            <a:schemeClr val="tx1"/>
          </a:solidFill>
          <a:latin typeface="+mn-lt"/>
          <a:ea typeface="+mn-ea"/>
          <a:cs typeface="+mn-cs"/>
        </a:defRPr>
      </a:lvl6pPr>
      <a:lvl7pPr marL="1851429" algn="l" defTabSz="617144" rtl="0" eaLnBrk="1" latinLnBrk="0" hangingPunct="1">
        <a:defRPr sz="1215" kern="1200">
          <a:solidFill>
            <a:schemeClr val="tx1"/>
          </a:solidFill>
          <a:latin typeface="+mn-lt"/>
          <a:ea typeface="+mn-ea"/>
          <a:cs typeface="+mn-cs"/>
        </a:defRPr>
      </a:lvl7pPr>
      <a:lvl8pPr marL="2160000" algn="l" defTabSz="617144" rtl="0" eaLnBrk="1" latinLnBrk="0" hangingPunct="1">
        <a:defRPr sz="1215" kern="1200">
          <a:solidFill>
            <a:schemeClr val="tx1"/>
          </a:solidFill>
          <a:latin typeface="+mn-lt"/>
          <a:ea typeface="+mn-ea"/>
          <a:cs typeface="+mn-cs"/>
        </a:defRPr>
      </a:lvl8pPr>
      <a:lvl9pPr marL="2468571" algn="l" defTabSz="617144"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74639"/>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600205"/>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1" y="6356357"/>
            <a:ext cx="2133600" cy="365125"/>
          </a:xfrm>
          <a:prstGeom prst="rect">
            <a:avLst/>
          </a:prstGeom>
        </p:spPr>
        <p:txBody>
          <a:bodyPr vert="horz" lIns="91440" tIns="45720" rIns="91440" bIns="45720" rtlCol="0" anchor="ctr"/>
          <a:lstStyle>
            <a:lvl1pPr algn="l">
              <a:defRPr sz="810">
                <a:solidFill>
                  <a:schemeClr val="tx1">
                    <a:tint val="75000"/>
                  </a:schemeClr>
                </a:solidFill>
              </a:defRPr>
            </a:lvl1pPr>
          </a:lstStyle>
          <a:p>
            <a:fld id="{59F66714-2674-4B81-913D-D82F31896798}" type="datetimeFigureOut">
              <a:rPr lang="zh-CN" altLang="en-US" smtClean="0">
                <a:solidFill>
                  <a:prstClr val="black">
                    <a:tint val="75000"/>
                  </a:prstClr>
                </a:solidFill>
              </a:rPr>
              <a:pPr/>
              <a:t>2014/4/9</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1" y="6356357"/>
            <a:ext cx="2895600" cy="365125"/>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1" y="6356357"/>
            <a:ext cx="2133600" cy="365125"/>
          </a:xfrm>
          <a:prstGeom prst="rect">
            <a:avLst/>
          </a:prstGeom>
        </p:spPr>
        <p:txBody>
          <a:bodyPr vert="horz" lIns="91440" tIns="45720" rIns="91440" bIns="45720" rtlCol="0" anchor="ctr"/>
          <a:lstStyle>
            <a:lvl1pPr algn="r">
              <a:defRPr sz="810">
                <a:solidFill>
                  <a:schemeClr val="tx1">
                    <a:tint val="75000"/>
                  </a:schemeClr>
                </a:solidFill>
              </a:defRPr>
            </a:lvl1p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073228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617144" rtl="0" eaLnBrk="1" latinLnBrk="0" hangingPunct="1">
        <a:spcBef>
          <a:spcPct val="0"/>
        </a:spcBef>
        <a:buNone/>
        <a:defRPr sz="2970" kern="1200">
          <a:solidFill>
            <a:schemeClr val="tx1"/>
          </a:solidFill>
          <a:latin typeface="+mj-lt"/>
          <a:ea typeface="+mj-ea"/>
          <a:cs typeface="+mj-cs"/>
        </a:defRPr>
      </a:lvl1pPr>
    </p:titleStyle>
    <p:bodyStyle>
      <a:lvl1pPr marL="231428" indent="-231428" algn="l" defTabSz="617144" rtl="0" eaLnBrk="1" latinLnBrk="0" hangingPunct="1">
        <a:spcBef>
          <a:spcPct val="20000"/>
        </a:spcBef>
        <a:buFont typeface="Arial" pitchFamily="34" charset="0"/>
        <a:buChar char="•"/>
        <a:defRPr sz="2160" kern="1200">
          <a:solidFill>
            <a:schemeClr val="tx1"/>
          </a:solidFill>
          <a:latin typeface="+mn-lt"/>
          <a:ea typeface="+mn-ea"/>
          <a:cs typeface="+mn-cs"/>
        </a:defRPr>
      </a:lvl1pPr>
      <a:lvl2pPr marL="501430" indent="-192858" algn="l" defTabSz="617144" rtl="0" eaLnBrk="1" latinLnBrk="0" hangingPunct="1">
        <a:spcBef>
          <a:spcPct val="20000"/>
        </a:spcBef>
        <a:buFont typeface="Arial" pitchFamily="34" charset="0"/>
        <a:buChar char="–"/>
        <a:defRPr sz="1890" kern="1200">
          <a:solidFill>
            <a:schemeClr val="tx1"/>
          </a:solidFill>
          <a:latin typeface="+mn-lt"/>
          <a:ea typeface="+mn-ea"/>
          <a:cs typeface="+mn-cs"/>
        </a:defRPr>
      </a:lvl2pPr>
      <a:lvl3pPr marL="771429" indent="-154286" algn="l" defTabSz="617144" rtl="0" eaLnBrk="1" latinLnBrk="0" hangingPunct="1">
        <a:spcBef>
          <a:spcPct val="20000"/>
        </a:spcBef>
        <a:buFont typeface="Arial" pitchFamily="34" charset="0"/>
        <a:buChar char="•"/>
        <a:defRPr sz="1620" kern="1200">
          <a:solidFill>
            <a:schemeClr val="tx1"/>
          </a:solidFill>
          <a:latin typeface="+mn-lt"/>
          <a:ea typeface="+mn-ea"/>
          <a:cs typeface="+mn-cs"/>
        </a:defRPr>
      </a:lvl3pPr>
      <a:lvl4pPr marL="1080000"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388571"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697144"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6pPr>
      <a:lvl7pPr marL="2005715"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7pPr>
      <a:lvl8pPr marL="2314286"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8pPr>
      <a:lvl9pPr marL="2622857" indent="-154286" algn="l" defTabSz="617144" rtl="0" eaLnBrk="1" latinLnBrk="0" hangingPunct="1">
        <a:spcBef>
          <a:spcPct val="20000"/>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17144" rtl="0" eaLnBrk="1" latinLnBrk="0" hangingPunct="1">
        <a:defRPr sz="1215" kern="1200">
          <a:solidFill>
            <a:schemeClr val="tx1"/>
          </a:solidFill>
          <a:latin typeface="+mn-lt"/>
          <a:ea typeface="+mn-ea"/>
          <a:cs typeface="+mn-cs"/>
        </a:defRPr>
      </a:lvl1pPr>
      <a:lvl2pPr marL="308571" algn="l" defTabSz="617144" rtl="0" eaLnBrk="1" latinLnBrk="0" hangingPunct="1">
        <a:defRPr sz="1215" kern="1200">
          <a:solidFill>
            <a:schemeClr val="tx1"/>
          </a:solidFill>
          <a:latin typeface="+mn-lt"/>
          <a:ea typeface="+mn-ea"/>
          <a:cs typeface="+mn-cs"/>
        </a:defRPr>
      </a:lvl2pPr>
      <a:lvl3pPr marL="617144" algn="l" defTabSz="617144" rtl="0" eaLnBrk="1" latinLnBrk="0" hangingPunct="1">
        <a:defRPr sz="1215" kern="1200">
          <a:solidFill>
            <a:schemeClr val="tx1"/>
          </a:solidFill>
          <a:latin typeface="+mn-lt"/>
          <a:ea typeface="+mn-ea"/>
          <a:cs typeface="+mn-cs"/>
        </a:defRPr>
      </a:lvl3pPr>
      <a:lvl4pPr marL="925715" algn="l" defTabSz="617144" rtl="0" eaLnBrk="1" latinLnBrk="0" hangingPunct="1">
        <a:defRPr sz="1215" kern="1200">
          <a:solidFill>
            <a:schemeClr val="tx1"/>
          </a:solidFill>
          <a:latin typeface="+mn-lt"/>
          <a:ea typeface="+mn-ea"/>
          <a:cs typeface="+mn-cs"/>
        </a:defRPr>
      </a:lvl4pPr>
      <a:lvl5pPr marL="1234286" algn="l" defTabSz="617144" rtl="0" eaLnBrk="1" latinLnBrk="0" hangingPunct="1">
        <a:defRPr sz="1215" kern="1200">
          <a:solidFill>
            <a:schemeClr val="tx1"/>
          </a:solidFill>
          <a:latin typeface="+mn-lt"/>
          <a:ea typeface="+mn-ea"/>
          <a:cs typeface="+mn-cs"/>
        </a:defRPr>
      </a:lvl5pPr>
      <a:lvl6pPr marL="1542857" algn="l" defTabSz="617144" rtl="0" eaLnBrk="1" latinLnBrk="0" hangingPunct="1">
        <a:defRPr sz="1215" kern="1200">
          <a:solidFill>
            <a:schemeClr val="tx1"/>
          </a:solidFill>
          <a:latin typeface="+mn-lt"/>
          <a:ea typeface="+mn-ea"/>
          <a:cs typeface="+mn-cs"/>
        </a:defRPr>
      </a:lvl6pPr>
      <a:lvl7pPr marL="1851429" algn="l" defTabSz="617144" rtl="0" eaLnBrk="1" latinLnBrk="0" hangingPunct="1">
        <a:defRPr sz="1215" kern="1200">
          <a:solidFill>
            <a:schemeClr val="tx1"/>
          </a:solidFill>
          <a:latin typeface="+mn-lt"/>
          <a:ea typeface="+mn-ea"/>
          <a:cs typeface="+mn-cs"/>
        </a:defRPr>
      </a:lvl7pPr>
      <a:lvl8pPr marL="2160000" algn="l" defTabSz="617144" rtl="0" eaLnBrk="1" latinLnBrk="0" hangingPunct="1">
        <a:defRPr sz="1215" kern="1200">
          <a:solidFill>
            <a:schemeClr val="tx1"/>
          </a:solidFill>
          <a:latin typeface="+mn-lt"/>
          <a:ea typeface="+mn-ea"/>
          <a:cs typeface="+mn-cs"/>
        </a:defRPr>
      </a:lvl8pPr>
      <a:lvl9pPr marL="2468571" algn="l" defTabSz="617144"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717032"/>
            <a:ext cx="9180512" cy="3140968"/>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0"/>
            <a:ext cx="9180512" cy="3140968"/>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0" name="Picture 2" descr="F:\5\读书笔记PPT\怪诞现象学\封面.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613638"/>
            <a:ext cx="2615136" cy="3630723"/>
          </a:xfrm>
          <a:prstGeom prst="rect">
            <a:avLst/>
          </a:prstGeom>
          <a:solidFill>
            <a:srgbClr val="FFFFFF">
              <a:shade val="85000"/>
            </a:srgbClr>
          </a:solidFill>
          <a:ln w="190500" cap="sq">
            <a:noFill/>
            <a:miter lim="800000"/>
          </a:ln>
          <a:effectLst>
            <a:outerShdw blurRad="63500" sx="102000" sy="102000" algn="ctr" rotWithShape="0">
              <a:prstClr val="black">
                <a:alpha val="40000"/>
              </a:prstClr>
            </a:outerShdw>
          </a:effectLst>
          <a:extLst/>
        </p:spPr>
      </p:pic>
      <p:sp>
        <p:nvSpPr>
          <p:cNvPr id="10" name="TextBox 9"/>
          <p:cNvSpPr txBox="1"/>
          <p:nvPr/>
        </p:nvSpPr>
        <p:spPr>
          <a:xfrm>
            <a:off x="3735868" y="3162969"/>
            <a:ext cx="4775502" cy="553998"/>
          </a:xfrm>
          <a:prstGeom prst="rect">
            <a:avLst/>
          </a:prstGeom>
          <a:noFill/>
        </p:spPr>
        <p:txBody>
          <a:bodyPr wrap="square" rtlCol="0">
            <a:spAutoFit/>
          </a:bodyPr>
          <a:lstStyle/>
          <a:p>
            <a:pPr algn="dist"/>
            <a:r>
              <a:rPr lang="en-US" altLang="zh-CN" sz="3000" dirty="0" smtClean="0">
                <a:solidFill>
                  <a:srgbClr val="0588C7"/>
                </a:solidFill>
                <a:latin typeface="华康俪金黑W8(P)" panose="020B0800000000000000" pitchFamily="34" charset="-122"/>
                <a:ea typeface="华康俪金黑W8(P)" panose="020B0800000000000000" pitchFamily="34" charset="-122"/>
              </a:rPr>
              <a:t>21</a:t>
            </a:r>
            <a:r>
              <a:rPr lang="zh-CN" altLang="en-US" sz="3000" dirty="0">
                <a:solidFill>
                  <a:srgbClr val="0588C7"/>
                </a:solidFill>
                <a:latin typeface="华康俪金黑W8(P)" panose="020B0800000000000000" pitchFamily="34" charset="-122"/>
                <a:ea typeface="华康俪金黑W8(P)" panose="020B0800000000000000" pitchFamily="34" charset="-122"/>
              </a:rPr>
              <a:t>世纪科学防骗</a:t>
            </a:r>
            <a:r>
              <a:rPr lang="zh-CN" altLang="en-US" sz="3000" dirty="0" smtClean="0">
                <a:solidFill>
                  <a:srgbClr val="0588C7"/>
                </a:solidFill>
                <a:latin typeface="华康俪金黑W8(P)" panose="020B0800000000000000" pitchFamily="34" charset="-122"/>
                <a:ea typeface="华康俪金黑W8(P)" panose="020B0800000000000000" pitchFamily="34" charset="-122"/>
              </a:rPr>
              <a:t>指南</a:t>
            </a:r>
            <a:endParaRPr lang="en-US" altLang="zh-CN" sz="3000" dirty="0">
              <a:solidFill>
                <a:srgbClr val="0588C7"/>
              </a:solidFill>
              <a:latin typeface="华康俪金黑W8(P)" panose="020B0800000000000000" pitchFamily="34" charset="-122"/>
              <a:ea typeface="华康俪金黑W8(P)" panose="020B0800000000000000" pitchFamily="34" charset="-122"/>
            </a:endParaRPr>
          </a:p>
        </p:txBody>
      </p:sp>
      <p:sp>
        <p:nvSpPr>
          <p:cNvPr id="12" name="TextBox 11"/>
          <p:cNvSpPr txBox="1"/>
          <p:nvPr/>
        </p:nvSpPr>
        <p:spPr>
          <a:xfrm>
            <a:off x="4499992" y="3998175"/>
            <a:ext cx="4035079" cy="369332"/>
          </a:xfrm>
          <a:prstGeom prst="rect">
            <a:avLst/>
          </a:prstGeom>
          <a:noFill/>
        </p:spPr>
        <p:txBody>
          <a:bodyPr wrap="none" rtlCol="0">
            <a:spAutoFit/>
          </a:bodyPr>
          <a:lstStyle/>
          <a:p>
            <a:r>
              <a:rPr lang="en-US" altLang="zh-CN" dirty="0">
                <a:solidFill>
                  <a:srgbClr val="FFFFFF"/>
                </a:solidFill>
                <a:latin typeface="微软雅黑" pitchFamily="34" charset="-122"/>
                <a:ea typeface="微软雅黑" pitchFamily="34" charset="-122"/>
              </a:rPr>
              <a:t>【</a:t>
            </a:r>
            <a:r>
              <a:rPr lang="zh-CN" altLang="en-US" dirty="0">
                <a:solidFill>
                  <a:srgbClr val="FFFFFF"/>
                </a:solidFill>
                <a:latin typeface="微软雅黑" pitchFamily="34" charset="-122"/>
                <a:ea typeface="微软雅黑" pitchFamily="34" charset="-122"/>
              </a:rPr>
              <a:t>美</a:t>
            </a:r>
            <a:r>
              <a:rPr lang="en-US" altLang="zh-CN" dirty="0">
                <a:solidFill>
                  <a:srgbClr val="FFFFFF"/>
                </a:solidFill>
                <a:latin typeface="微软雅黑" pitchFamily="34" charset="-122"/>
                <a:ea typeface="微软雅黑" pitchFamily="34" charset="-122"/>
              </a:rPr>
              <a:t>】</a:t>
            </a:r>
            <a:r>
              <a:rPr lang="zh-CN" altLang="en-US" dirty="0">
                <a:solidFill>
                  <a:srgbClr val="FFFFFF"/>
                </a:solidFill>
                <a:latin typeface="微软雅黑" pitchFamily="34" charset="-122"/>
                <a:ea typeface="微软雅黑" pitchFamily="34" charset="-122"/>
              </a:rPr>
              <a:t>小西奥多</a:t>
            </a:r>
            <a:r>
              <a:rPr lang="en-US" altLang="zh-CN" dirty="0">
                <a:solidFill>
                  <a:srgbClr val="FFFFFF"/>
                </a:solidFill>
                <a:latin typeface="微软雅黑" pitchFamily="34" charset="-122"/>
                <a:ea typeface="微软雅黑" pitchFamily="34" charset="-122"/>
              </a:rPr>
              <a:t>·</a:t>
            </a:r>
            <a:r>
              <a:rPr lang="zh-CN" altLang="en-US" dirty="0">
                <a:solidFill>
                  <a:srgbClr val="FFFFFF"/>
                </a:solidFill>
                <a:latin typeface="微软雅黑" pitchFamily="34" charset="-122"/>
                <a:ea typeface="微软雅黑" pitchFamily="34" charset="-122"/>
              </a:rPr>
              <a:t>席</a:t>
            </a:r>
            <a:r>
              <a:rPr lang="zh-CN" altLang="en-US" dirty="0" smtClean="0">
                <a:solidFill>
                  <a:srgbClr val="FFFFFF"/>
                </a:solidFill>
                <a:latin typeface="微软雅黑" pitchFamily="34" charset="-122"/>
                <a:ea typeface="微软雅黑" pitchFamily="34" charset="-122"/>
              </a:rPr>
              <a:t>克   </a:t>
            </a:r>
            <a:r>
              <a:rPr lang="zh-CN" altLang="en-US" dirty="0">
                <a:solidFill>
                  <a:srgbClr val="FFFFFF"/>
                </a:solidFill>
                <a:latin typeface="微软雅黑" pitchFamily="34" charset="-122"/>
                <a:ea typeface="微软雅黑" pitchFamily="34" charset="-122"/>
              </a:rPr>
              <a:t>刘易斯</a:t>
            </a:r>
            <a:r>
              <a:rPr lang="en-US" altLang="zh-CN" dirty="0">
                <a:solidFill>
                  <a:srgbClr val="FFFFFF"/>
                </a:solidFill>
                <a:latin typeface="微软雅黑" pitchFamily="34" charset="-122"/>
                <a:ea typeface="微软雅黑" pitchFamily="34" charset="-122"/>
              </a:rPr>
              <a:t>·</a:t>
            </a:r>
            <a:r>
              <a:rPr lang="zh-CN" altLang="en-US" dirty="0">
                <a:solidFill>
                  <a:srgbClr val="FFFFFF"/>
                </a:solidFill>
                <a:latin typeface="微软雅黑" pitchFamily="34" charset="-122"/>
                <a:ea typeface="微软雅黑" pitchFamily="34" charset="-122"/>
              </a:rPr>
              <a:t>沃恩 著</a:t>
            </a:r>
            <a:endParaRPr lang="en-US" altLang="zh-CN" dirty="0">
              <a:solidFill>
                <a:srgbClr val="FFFFFF"/>
              </a:solidFill>
              <a:latin typeface="微软雅黑" pitchFamily="34" charset="-122"/>
              <a:ea typeface="微软雅黑" pitchFamily="34" charset="-122"/>
            </a:endParaRPr>
          </a:p>
        </p:txBody>
      </p:sp>
      <p:sp>
        <p:nvSpPr>
          <p:cNvPr id="14" name="TextBox 13"/>
          <p:cNvSpPr txBox="1"/>
          <p:nvPr/>
        </p:nvSpPr>
        <p:spPr>
          <a:xfrm>
            <a:off x="6162880" y="4398941"/>
            <a:ext cx="2297552" cy="369332"/>
          </a:xfrm>
          <a:prstGeom prst="rect">
            <a:avLst/>
          </a:prstGeom>
          <a:noFill/>
        </p:spPr>
        <p:txBody>
          <a:bodyPr wrap="none" rtlCol="0">
            <a:spAutoFit/>
          </a:bodyPr>
          <a:lstStyle/>
          <a:p>
            <a:r>
              <a:rPr lang="zh-CN" altLang="en-US" dirty="0" smtClean="0">
                <a:solidFill>
                  <a:srgbClr val="FFFFFF"/>
                </a:solidFill>
                <a:latin typeface="微软雅黑" pitchFamily="34" charset="-122"/>
                <a:ea typeface="微软雅黑" pitchFamily="34" charset="-122"/>
              </a:rPr>
              <a:t>读书笔记：</a:t>
            </a:r>
            <a:r>
              <a:rPr lang="en-US" altLang="zh-CN" dirty="0" smtClean="0">
                <a:solidFill>
                  <a:srgbClr val="FFFFFF"/>
                </a:solidFill>
                <a:latin typeface="微软雅黑" pitchFamily="34" charset="-122"/>
                <a:ea typeface="微软雅黑" pitchFamily="34" charset="-122"/>
              </a:rPr>
              <a:t>@vera5x</a:t>
            </a:r>
            <a:endParaRPr lang="zh-CN" altLang="en-US" dirty="0">
              <a:solidFill>
                <a:srgbClr val="FFFFFF"/>
              </a:solidFill>
              <a:latin typeface="微软雅黑" pitchFamily="34" charset="-122"/>
              <a:ea typeface="微软雅黑" pitchFamily="34" charset="-122"/>
            </a:endParaRPr>
          </a:p>
        </p:txBody>
      </p:sp>
      <p:sp>
        <p:nvSpPr>
          <p:cNvPr id="3" name="椭圆 2"/>
          <p:cNvSpPr/>
          <p:nvPr/>
        </p:nvSpPr>
        <p:spPr>
          <a:xfrm>
            <a:off x="5683524" y="4365104"/>
            <a:ext cx="472678" cy="464930"/>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flipH="1">
            <a:off x="3102567" y="2824220"/>
            <a:ext cx="720080" cy="7200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596336" y="-230107"/>
            <a:ext cx="1274143" cy="127414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7089057" y="739768"/>
            <a:ext cx="1274143" cy="127414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2336878" y="6137920"/>
            <a:ext cx="720080" cy="7200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3203848" y="5834097"/>
            <a:ext cx="720080" cy="7200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4"/>
          <a:stretch>
            <a:fillRect/>
          </a:stretch>
        </p:blipFill>
        <p:spPr>
          <a:xfrm>
            <a:off x="3316856" y="1860968"/>
            <a:ext cx="5675868" cy="1926503"/>
          </a:xfrm>
          <a:prstGeom prst="rect">
            <a:avLst/>
          </a:prstGeom>
        </p:spPr>
      </p:pic>
    </p:spTree>
    <p:extLst>
      <p:ext uri="{BB962C8B-B14F-4D97-AF65-F5344CB8AC3E}">
        <p14:creationId xmlns:p14="http://schemas.microsoft.com/office/powerpoint/2010/main" val="12737910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9180512" cy="6858000"/>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t>About the author</a:t>
            </a:r>
            <a:endParaRPr lang="zh-CN" altLang="en-US" dirty="0"/>
          </a:p>
        </p:txBody>
      </p:sp>
      <p:sp>
        <p:nvSpPr>
          <p:cNvPr id="4" name="直角三角形 3"/>
          <p:cNvSpPr/>
          <p:nvPr/>
        </p:nvSpPr>
        <p:spPr>
          <a:xfrm>
            <a:off x="-29304" y="0"/>
            <a:ext cx="2585080" cy="6858000"/>
          </a:xfrm>
          <a:prstGeom prst="rtTriangle">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6" name="椭圆 5"/>
          <p:cNvSpPr/>
          <p:nvPr/>
        </p:nvSpPr>
        <p:spPr>
          <a:xfrm>
            <a:off x="333008" y="1124744"/>
            <a:ext cx="2712720" cy="2651760"/>
          </a:xfrm>
          <a:prstGeom prst="ellipse">
            <a:avLst/>
          </a:prstGeom>
          <a:solidFill>
            <a:srgbClr val="0399E5"/>
          </a:solidFill>
          <a:ln w="76200">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b="1" dirty="0">
              <a:latin typeface="微软雅黑" pitchFamily="34" charset="-122"/>
              <a:ea typeface="微软雅黑" pitchFamily="34" charset="-122"/>
            </a:endParaRPr>
          </a:p>
        </p:txBody>
      </p:sp>
      <p:sp>
        <p:nvSpPr>
          <p:cNvPr id="8" name="矩形 7"/>
          <p:cNvSpPr/>
          <p:nvPr/>
        </p:nvSpPr>
        <p:spPr>
          <a:xfrm>
            <a:off x="501442" y="1961806"/>
            <a:ext cx="2544286" cy="707886"/>
          </a:xfrm>
          <a:prstGeom prst="rect">
            <a:avLst/>
          </a:prstGeom>
        </p:spPr>
        <p:txBody>
          <a:bodyPr wrap="none">
            <a:spAutoFit/>
          </a:bodyPr>
          <a:lstStyle/>
          <a:p>
            <a:pPr algn="ctr"/>
            <a:r>
              <a:rPr lang="zh-CN" altLang="en-US" sz="4000" b="1" spc="600" dirty="0">
                <a:solidFill>
                  <a:schemeClr val="bg1"/>
                </a:solidFill>
                <a:latin typeface="华康俪金黑W8" panose="020B0809000000000000" pitchFamily="49" charset="-122"/>
                <a:ea typeface="华康俪金黑W8" panose="020B0809000000000000" pitchFamily="49" charset="-122"/>
              </a:rPr>
              <a:t>作者简介</a:t>
            </a:r>
          </a:p>
        </p:txBody>
      </p:sp>
      <p:sp>
        <p:nvSpPr>
          <p:cNvPr id="7" name="矩形 6"/>
          <p:cNvSpPr/>
          <p:nvPr/>
        </p:nvSpPr>
        <p:spPr>
          <a:xfrm>
            <a:off x="721053" y="2588891"/>
            <a:ext cx="2105063" cy="369332"/>
          </a:xfrm>
          <a:prstGeom prst="rect">
            <a:avLst/>
          </a:prstGeom>
        </p:spPr>
        <p:txBody>
          <a:bodyPr wrap="none">
            <a:spAutoFit/>
          </a:bodyPr>
          <a:lstStyle/>
          <a:p>
            <a:r>
              <a:rPr lang="en-US" altLang="zh-CN" dirty="0">
                <a:solidFill>
                  <a:schemeClr val="bg1"/>
                </a:solidFill>
                <a:latin typeface="微软雅黑" pitchFamily="34" charset="-122"/>
                <a:ea typeface="微软雅黑" pitchFamily="34" charset="-122"/>
              </a:rPr>
              <a:t>About the author</a:t>
            </a:r>
            <a:endParaRPr lang="zh-CN" altLang="en-US" dirty="0">
              <a:solidFill>
                <a:schemeClr val="bg1"/>
              </a:solidFill>
              <a:latin typeface="微软雅黑" pitchFamily="34" charset="-122"/>
              <a:ea typeface="微软雅黑" pitchFamily="34" charset="-122"/>
            </a:endParaRPr>
          </a:p>
        </p:txBody>
      </p:sp>
      <p:sp>
        <p:nvSpPr>
          <p:cNvPr id="9" name="矩形 8"/>
          <p:cNvSpPr/>
          <p:nvPr/>
        </p:nvSpPr>
        <p:spPr>
          <a:xfrm>
            <a:off x="4136243" y="1438586"/>
            <a:ext cx="4337315" cy="1985159"/>
          </a:xfrm>
          <a:prstGeom prst="rect">
            <a:avLst/>
          </a:prstGeom>
        </p:spPr>
        <p:txBody>
          <a:bodyPr wrap="square">
            <a:spAutoFit/>
          </a:bodyPr>
          <a:lstStyle/>
          <a:p>
            <a:pPr>
              <a:lnSpc>
                <a:spcPct val="150000"/>
              </a:lnSpc>
            </a:pPr>
            <a:r>
              <a:rPr lang="zh-CN" altLang="en-US" sz="2800" dirty="0">
                <a:solidFill>
                  <a:srgbClr val="FFFFFF"/>
                </a:solidFill>
                <a:latin typeface="方正大黑简体" panose="02010601030101010101" pitchFamily="2" charset="-122"/>
                <a:ea typeface="方正大黑简体" panose="02010601030101010101" pitchFamily="2" charset="-122"/>
              </a:rPr>
              <a:t>小西奥多</a:t>
            </a:r>
            <a:r>
              <a:rPr lang="en-US" altLang="zh-CN" sz="2800" dirty="0">
                <a:solidFill>
                  <a:srgbClr val="FFFFFF"/>
                </a:solidFill>
                <a:latin typeface="方正大黑简体" panose="02010601030101010101" pitchFamily="2" charset="-122"/>
                <a:ea typeface="方正大黑简体" panose="02010601030101010101" pitchFamily="2" charset="-122"/>
              </a:rPr>
              <a:t>·</a:t>
            </a:r>
            <a:r>
              <a:rPr lang="zh-CN" altLang="en-US" sz="2800" dirty="0" smtClean="0">
                <a:solidFill>
                  <a:srgbClr val="FFFFFF"/>
                </a:solidFill>
                <a:latin typeface="方正大黑简体" panose="02010601030101010101" pitchFamily="2" charset="-122"/>
                <a:ea typeface="方正大黑简体" panose="02010601030101010101" pitchFamily="2" charset="-122"/>
              </a:rPr>
              <a:t>席克</a:t>
            </a:r>
            <a:endParaRPr lang="en-US" altLang="zh-CN" sz="2800" dirty="0" smtClean="0">
              <a:solidFill>
                <a:srgbClr val="FFFFFF"/>
              </a:solidFill>
              <a:latin typeface="方正大黑简体" panose="02010601030101010101" pitchFamily="2" charset="-122"/>
              <a:ea typeface="方正大黑简体" panose="02010601030101010101" pitchFamily="2" charset="-122"/>
            </a:endParaRPr>
          </a:p>
          <a:p>
            <a:pPr>
              <a:lnSpc>
                <a:spcPct val="150000"/>
              </a:lnSpc>
            </a:pP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美国</a:t>
            </a:r>
            <a:r>
              <a:rPr lang="zh-CN" altLang="en-US" dirty="0">
                <a:latin typeface="微软雅黑" pitchFamily="34" charset="-122"/>
                <a:ea typeface="微软雅黑" pitchFamily="34" charset="-122"/>
              </a:rPr>
              <a:t>哲学家。布朗大学哲学博士，现任穆伦堡</a:t>
            </a:r>
            <a:r>
              <a:rPr lang="zh-CN" altLang="en-US" dirty="0" smtClean="0">
                <a:latin typeface="微软雅黑" pitchFamily="34" charset="-122"/>
                <a:ea typeface="微软雅黑" pitchFamily="34" charset="-122"/>
              </a:rPr>
              <a:t>学院哲学系</a:t>
            </a:r>
            <a:r>
              <a:rPr lang="zh-CN" altLang="en-US" dirty="0">
                <a:latin typeface="微软雅黑" pitchFamily="34" charset="-122"/>
                <a:ea typeface="微软雅黑" pitchFamily="34" charset="-122"/>
              </a:rPr>
              <a:t>主任</a:t>
            </a:r>
            <a:r>
              <a:rPr lang="zh-CN" altLang="en-US" dirty="0" smtClean="0">
                <a:latin typeface="微软雅黑" pitchFamily="34" charset="-122"/>
                <a:ea typeface="微软雅黑" pitchFamily="34" charset="-122"/>
              </a:rPr>
              <a:t>，林德贝克</a:t>
            </a:r>
            <a:r>
              <a:rPr lang="zh-CN" altLang="en-US" dirty="0">
                <a:latin typeface="微软雅黑" pitchFamily="34" charset="-122"/>
                <a:ea typeface="微软雅黑" pitchFamily="34" charset="-122"/>
              </a:rPr>
              <a:t>优秀教学奖得主</a:t>
            </a:r>
            <a:r>
              <a:rPr lang="zh-CN" altLang="en-US" dirty="0" smtClean="0">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10" name="矩形 9"/>
          <p:cNvSpPr/>
          <p:nvPr/>
        </p:nvSpPr>
        <p:spPr>
          <a:xfrm>
            <a:off x="4136243" y="4148293"/>
            <a:ext cx="4320480" cy="1985159"/>
          </a:xfrm>
          <a:prstGeom prst="rect">
            <a:avLst/>
          </a:prstGeom>
        </p:spPr>
        <p:txBody>
          <a:bodyPr wrap="square">
            <a:spAutoFit/>
          </a:bodyPr>
          <a:lstStyle/>
          <a:p>
            <a:pPr>
              <a:lnSpc>
                <a:spcPct val="150000"/>
              </a:lnSpc>
            </a:pPr>
            <a:r>
              <a:rPr lang="zh-CN" altLang="en-US" sz="2800" dirty="0">
                <a:solidFill>
                  <a:srgbClr val="FFFFFF"/>
                </a:solidFill>
                <a:latin typeface="方正大黑简体" panose="02010601030101010101" pitchFamily="2" charset="-122"/>
                <a:ea typeface="方正大黑简体" panose="02010601030101010101" pitchFamily="2" charset="-122"/>
              </a:rPr>
              <a:t>刘易斯</a:t>
            </a:r>
            <a:r>
              <a:rPr lang="en-US" altLang="zh-CN" sz="2800" dirty="0">
                <a:solidFill>
                  <a:srgbClr val="FFFFFF"/>
                </a:solidFill>
                <a:latin typeface="方正大黑简体" panose="02010601030101010101" pitchFamily="2" charset="-122"/>
                <a:ea typeface="方正大黑简体" panose="02010601030101010101" pitchFamily="2" charset="-122"/>
              </a:rPr>
              <a:t>·</a:t>
            </a:r>
            <a:r>
              <a:rPr lang="zh-CN" altLang="en-US" sz="2800" dirty="0">
                <a:solidFill>
                  <a:srgbClr val="FFFFFF"/>
                </a:solidFill>
                <a:latin typeface="方正大黑简体" panose="02010601030101010101" pitchFamily="2" charset="-122"/>
                <a:ea typeface="方正大黑简体" panose="02010601030101010101" pitchFamily="2" charset="-122"/>
              </a:rPr>
              <a:t>沃</a:t>
            </a:r>
            <a:endParaRPr lang="en-US" altLang="zh-CN" sz="2800" dirty="0">
              <a:solidFill>
                <a:srgbClr val="FFFFFF"/>
              </a:solidFill>
              <a:latin typeface="方正大黑简体" panose="02010601030101010101" pitchFamily="2" charset="-122"/>
              <a:ea typeface="方正大黑简体" panose="02010601030101010101" pitchFamily="2" charset="-122"/>
            </a:endParaRPr>
          </a:p>
          <a:p>
            <a:pPr>
              <a:lnSpc>
                <a:spcPct val="150000"/>
              </a:lnSpc>
            </a:pP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a:latin typeface="微软雅黑" pitchFamily="34" charset="-122"/>
                <a:ea typeface="微软雅黑" pitchFamily="34" charset="-122"/>
              </a:rPr>
              <a:t>自由探索杂志</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前任编辑，独立学者，自由</a:t>
            </a:r>
            <a:r>
              <a:rPr lang="zh-CN" altLang="en-US" dirty="0">
                <a:latin typeface="微软雅黑" pitchFamily="34" charset="-122"/>
                <a:ea typeface="微软雅黑" pitchFamily="34" charset="-122"/>
              </a:rPr>
              <a:t>撰稿人</a:t>
            </a:r>
            <a:r>
              <a:rPr lang="zh-CN" altLang="en-US" dirty="0" smtClean="0">
                <a:latin typeface="微软雅黑" pitchFamily="34" charset="-122"/>
                <a:ea typeface="微软雅黑" pitchFamily="34" charset="-122"/>
              </a:rPr>
              <a:t>。著</a:t>
            </a:r>
            <a:r>
              <a:rPr lang="zh-CN" altLang="en-US" dirty="0">
                <a:latin typeface="微软雅黑" pitchFamily="34" charset="-122"/>
                <a:ea typeface="微软雅黑" pitchFamily="34" charset="-122"/>
              </a:rPr>
              <a:t>有</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生物伦理学</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批判性思维的力量</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等</a:t>
            </a:r>
            <a:r>
              <a:rPr lang="zh-CN" altLang="en-US" dirty="0">
                <a:latin typeface="微软雅黑" pitchFamily="34" charset="-122"/>
                <a:ea typeface="微软雅黑" pitchFamily="34" charset="-122"/>
              </a:rPr>
              <a:t>。</a:t>
            </a:r>
          </a:p>
        </p:txBody>
      </p:sp>
    </p:spTree>
    <p:extLst>
      <p:ext uri="{BB962C8B-B14F-4D97-AF65-F5344CB8AC3E}">
        <p14:creationId xmlns:p14="http://schemas.microsoft.com/office/powerpoint/2010/main" val="335295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9019"/>
            <a:ext cx="2843808" cy="716905"/>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0" y="6453336"/>
            <a:ext cx="9187118" cy="404664"/>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230008" y="-9019"/>
            <a:ext cx="2390398" cy="707886"/>
          </a:xfrm>
          <a:prstGeom prst="rect">
            <a:avLst/>
          </a:prstGeom>
          <a:noFill/>
        </p:spPr>
        <p:txBody>
          <a:bodyPr wrap="none" rtlCol="0">
            <a:spAutoFit/>
          </a:bodyPr>
          <a:lstStyle/>
          <a:p>
            <a:r>
              <a:rPr lang="zh-CN" altLang="en-US" sz="4000" spc="300" dirty="0" smtClean="0">
                <a:latin typeface="华康俪金黑W8(P)" panose="020B0800000000000000" pitchFamily="34" charset="-122"/>
                <a:ea typeface="华康俪金黑W8(P)" panose="020B0800000000000000" pitchFamily="34" charset="-122"/>
              </a:rPr>
              <a:t>内容简介</a:t>
            </a:r>
            <a:endParaRPr lang="zh-CN" altLang="en-US" sz="4000" spc="300" dirty="0">
              <a:latin typeface="华康俪金黑W8(P)" panose="020B0800000000000000" pitchFamily="34" charset="-122"/>
              <a:ea typeface="华康俪金黑W8(P)" panose="020B0800000000000000" pitchFamily="34" charset="-122"/>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9190" y="1552894"/>
            <a:ext cx="2692148" cy="3358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2813684" y="-9019"/>
            <a:ext cx="6330315" cy="716905"/>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5292080" y="144869"/>
            <a:ext cx="3775393" cy="400110"/>
          </a:xfrm>
          <a:prstGeom prst="rect">
            <a:avLst/>
          </a:prstGeom>
        </p:spPr>
        <p:txBody>
          <a:bodyPr wrap="none">
            <a:spAutoFit/>
          </a:bodyPr>
          <a:lstStyle/>
          <a:p>
            <a:r>
              <a:rPr lang="zh-CN" altLang="en-US" sz="2000" dirty="0">
                <a:solidFill>
                  <a:schemeClr val="bg1"/>
                </a:solidFill>
                <a:latin typeface="微软雅黑" pitchFamily="34" charset="-122"/>
                <a:ea typeface="微软雅黑" pitchFamily="34" charset="-122"/>
              </a:rPr>
              <a:t>一本教你如何自己找到答案的书</a:t>
            </a:r>
            <a:endParaRPr lang="zh-CN" altLang="en-US" sz="2000" dirty="0">
              <a:solidFill>
                <a:schemeClr val="bg1"/>
              </a:solidFill>
            </a:endParaRPr>
          </a:p>
        </p:txBody>
      </p:sp>
      <p:sp>
        <p:nvSpPr>
          <p:cNvPr id="6" name="矩形 5"/>
          <p:cNvSpPr/>
          <p:nvPr/>
        </p:nvSpPr>
        <p:spPr>
          <a:xfrm>
            <a:off x="575256" y="5497366"/>
            <a:ext cx="3262432" cy="461665"/>
          </a:xfrm>
          <a:prstGeom prst="rect">
            <a:avLst/>
          </a:prstGeom>
        </p:spPr>
        <p:txBody>
          <a:bodyPr wrap="none">
            <a:spAutoFit/>
          </a:bodyPr>
          <a:lstStyle/>
          <a:p>
            <a:r>
              <a:rPr lang="zh-CN" altLang="en-US" sz="2400" dirty="0" smtClean="0">
                <a:latin typeface="方正大黑简体" panose="02010601030101010101" pitchFamily="2" charset="-122"/>
                <a:ea typeface="方正大黑简体" panose="02010601030101010101" pitchFamily="2" charset="-122"/>
              </a:rPr>
              <a:t>这是一本怪异现象集锦</a:t>
            </a:r>
            <a:endParaRPr lang="zh-CN" altLang="en-US" sz="2400" dirty="0"/>
          </a:p>
        </p:txBody>
      </p:sp>
      <p:sp>
        <p:nvSpPr>
          <p:cNvPr id="7" name="矩形 6"/>
          <p:cNvSpPr/>
          <p:nvPr/>
        </p:nvSpPr>
        <p:spPr>
          <a:xfrm>
            <a:off x="4529435" y="5157192"/>
            <a:ext cx="4572000" cy="1107996"/>
          </a:xfrm>
          <a:prstGeom prst="rect">
            <a:avLst/>
          </a:prstGeom>
        </p:spPr>
        <p:txBody>
          <a:bodyPr>
            <a:spAutoFit/>
          </a:bodyPr>
          <a:lstStyle/>
          <a:p>
            <a:pPr algn="ctr">
              <a:lnSpc>
                <a:spcPct val="150000"/>
              </a:lnSpc>
            </a:pPr>
            <a:r>
              <a:rPr lang="zh-CN" altLang="en-US" sz="2200" dirty="0" smtClean="0">
                <a:latin typeface="方正大黑简体" panose="02010601030101010101" pitchFamily="2" charset="-122"/>
                <a:ea typeface="方正大黑简体" panose="02010601030101010101" pitchFamily="2" charset="-122"/>
              </a:rPr>
              <a:t>这是一</a:t>
            </a:r>
            <a:r>
              <a:rPr lang="zh-CN" altLang="en-US" sz="2200" dirty="0">
                <a:latin typeface="方正大黑简体" panose="02010601030101010101" pitchFamily="2" charset="-122"/>
                <a:ea typeface="方正大黑简体" panose="02010601030101010101" pitchFamily="2" charset="-122"/>
              </a:rPr>
              <a:t>本教</a:t>
            </a:r>
            <a:r>
              <a:rPr lang="zh-CN" altLang="en-US" sz="2200" dirty="0" smtClean="0">
                <a:latin typeface="方正大黑简体" panose="02010601030101010101" pitchFamily="2" charset="-122"/>
                <a:ea typeface="方正大黑简体" panose="02010601030101010101" pitchFamily="2" charset="-122"/>
              </a:rPr>
              <a:t>你清醒思考</a:t>
            </a:r>
            <a:endParaRPr lang="en-US" altLang="zh-CN" sz="2200" dirty="0" smtClean="0">
              <a:latin typeface="方正大黑简体" panose="02010601030101010101" pitchFamily="2" charset="-122"/>
              <a:ea typeface="方正大黑简体" panose="02010601030101010101" pitchFamily="2" charset="-122"/>
            </a:endParaRPr>
          </a:p>
          <a:p>
            <a:pPr algn="ctr">
              <a:lnSpc>
                <a:spcPct val="150000"/>
              </a:lnSpc>
            </a:pPr>
            <a:r>
              <a:rPr lang="zh-CN" altLang="en-US" sz="2200" dirty="0" smtClean="0">
                <a:latin typeface="方正大黑简体" panose="02010601030101010101" pitchFamily="2" charset="-122"/>
                <a:ea typeface="方正大黑简体" panose="02010601030101010101" pitchFamily="2" charset="-122"/>
              </a:rPr>
              <a:t>明智</a:t>
            </a:r>
            <a:r>
              <a:rPr lang="zh-CN" altLang="en-US" sz="2200" dirty="0">
                <a:latin typeface="方正大黑简体" panose="02010601030101010101" pitchFamily="2" charset="-122"/>
                <a:ea typeface="方正大黑简体" panose="02010601030101010101" pitchFamily="2" charset="-122"/>
              </a:rPr>
              <a:t>行动的批判性思维</a:t>
            </a:r>
            <a:r>
              <a:rPr lang="zh-CN" altLang="en-US" sz="2200" dirty="0" smtClean="0">
                <a:latin typeface="方正大黑简体" panose="02010601030101010101" pitchFamily="2" charset="-122"/>
                <a:ea typeface="方正大黑简体" panose="02010601030101010101" pitchFamily="2" charset="-122"/>
              </a:rPr>
              <a:t>导论</a:t>
            </a:r>
            <a:endParaRPr lang="zh-CN" altLang="en-US" sz="2200" dirty="0">
              <a:latin typeface="方正大黑简体" panose="02010601030101010101" pitchFamily="2" charset="-122"/>
              <a:ea typeface="方正大黑简体" panose="02010601030101010101" pitchFamily="2" charset="-122"/>
            </a:endParaRPr>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2120" y="1988840"/>
            <a:ext cx="2592288" cy="2600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1" name="直接连接符 20"/>
          <p:cNvCxnSpPr/>
          <p:nvPr/>
        </p:nvCxnSpPr>
        <p:spPr>
          <a:xfrm>
            <a:off x="4572000" y="1552894"/>
            <a:ext cx="0" cy="4324378"/>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3" name="组合 36"/>
          <p:cNvGrpSpPr>
            <a:grpSpLocks/>
          </p:cNvGrpSpPr>
          <p:nvPr/>
        </p:nvGrpSpPr>
        <p:grpSpPr bwMode="auto">
          <a:xfrm>
            <a:off x="3767380" y="5422307"/>
            <a:ext cx="617059" cy="628629"/>
            <a:chOff x="2422591" y="1886820"/>
            <a:chExt cx="761094" cy="777465"/>
          </a:xfrm>
        </p:grpSpPr>
        <p:sp>
          <p:nvSpPr>
            <p:cNvPr id="24" name="圆角矩形 23"/>
            <p:cNvSpPr/>
            <p:nvPr/>
          </p:nvSpPr>
          <p:spPr>
            <a:xfrm rot="7791655">
              <a:off x="2792423" y="2080078"/>
              <a:ext cx="302082" cy="61838"/>
            </a:xfrm>
            <a:prstGeom prst="roundRect">
              <a:avLst>
                <a:gd name="adj" fmla="val 8196"/>
              </a:avLst>
            </a:prstGeom>
            <a:solidFill>
              <a:schemeClr val="bg1"/>
            </a:solidFill>
            <a:ln>
              <a:no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圆角矩形 24"/>
            <p:cNvSpPr/>
            <p:nvPr/>
          </p:nvSpPr>
          <p:spPr>
            <a:xfrm rot="2466976">
              <a:off x="2535170" y="2071249"/>
              <a:ext cx="302851" cy="60416"/>
            </a:xfrm>
            <a:prstGeom prst="roundRect">
              <a:avLst>
                <a:gd name="adj" fmla="val 8196"/>
              </a:avLst>
            </a:prstGeom>
            <a:solidFill>
              <a:schemeClr val="bg1"/>
            </a:solidFill>
            <a:ln>
              <a:noFill/>
            </a:ln>
            <a:effectLst>
              <a:outerShdw blurRad="50800" dist="114300" dir="672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6" name="组合 34"/>
            <p:cNvGrpSpPr>
              <a:grpSpLocks/>
            </p:cNvGrpSpPr>
            <p:nvPr/>
          </p:nvGrpSpPr>
          <p:grpSpPr bwMode="auto">
            <a:xfrm>
              <a:off x="2422591" y="1904684"/>
              <a:ext cx="761094" cy="759601"/>
              <a:chOff x="2422591" y="1904684"/>
              <a:chExt cx="761094" cy="759601"/>
            </a:xfrm>
          </p:grpSpPr>
          <p:sp>
            <p:nvSpPr>
              <p:cNvPr id="30" name="圆角矩形 29"/>
              <p:cNvSpPr/>
              <p:nvPr/>
            </p:nvSpPr>
            <p:spPr>
              <a:xfrm rot="2700000">
                <a:off x="2435836" y="2219287"/>
                <a:ext cx="759976" cy="130020"/>
              </a:xfrm>
              <a:prstGeom prst="roundRect">
                <a:avLst>
                  <a:gd name="adj" fmla="val 819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圆角矩形 30"/>
              <p:cNvSpPr/>
              <p:nvPr/>
            </p:nvSpPr>
            <p:spPr>
              <a:xfrm rot="18900000" flipH="1">
                <a:off x="2422357" y="2220081"/>
                <a:ext cx="761565" cy="130020"/>
              </a:xfrm>
              <a:prstGeom prst="roundRect">
                <a:avLst>
                  <a:gd name="adj" fmla="val 819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27" name="组合 35"/>
            <p:cNvGrpSpPr>
              <a:grpSpLocks/>
            </p:cNvGrpSpPr>
            <p:nvPr/>
          </p:nvGrpSpPr>
          <p:grpSpPr bwMode="auto">
            <a:xfrm>
              <a:off x="2422591" y="1886820"/>
              <a:ext cx="761094" cy="759601"/>
              <a:chOff x="3173590" y="2072306"/>
              <a:chExt cx="761094" cy="759601"/>
            </a:xfrm>
          </p:grpSpPr>
          <p:sp>
            <p:nvSpPr>
              <p:cNvPr id="28" name="圆角矩形 27"/>
              <p:cNvSpPr/>
              <p:nvPr/>
            </p:nvSpPr>
            <p:spPr>
              <a:xfrm rot="2700000">
                <a:off x="3186835" y="2387284"/>
                <a:ext cx="759976" cy="130020"/>
              </a:xfrm>
              <a:prstGeom prst="roundRect">
                <a:avLst>
                  <a:gd name="adj" fmla="val 8196"/>
                </a:avLst>
              </a:prstGeom>
              <a:solidFill>
                <a:srgbClr val="FF2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9" name="圆角矩形 28"/>
              <p:cNvSpPr/>
              <p:nvPr/>
            </p:nvSpPr>
            <p:spPr>
              <a:xfrm rot="18900000" flipH="1">
                <a:off x="3173355" y="2388079"/>
                <a:ext cx="761566" cy="130020"/>
              </a:xfrm>
              <a:prstGeom prst="roundRect">
                <a:avLst>
                  <a:gd name="adj" fmla="val 8196"/>
                </a:avLst>
              </a:prstGeom>
              <a:solidFill>
                <a:srgbClr val="FF2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nvGrpSpPr>
          <p:cNvPr id="32" name="组合 92"/>
          <p:cNvGrpSpPr>
            <a:grpSpLocks/>
          </p:cNvGrpSpPr>
          <p:nvPr/>
        </p:nvGrpSpPr>
        <p:grpSpPr bwMode="auto">
          <a:xfrm>
            <a:off x="8575800" y="5662257"/>
            <a:ext cx="568199" cy="286805"/>
            <a:chOff x="1014060" y="1438176"/>
            <a:chExt cx="1635294" cy="826394"/>
          </a:xfrm>
        </p:grpSpPr>
        <p:sp>
          <p:nvSpPr>
            <p:cNvPr id="33" name="圆角矩形 32"/>
            <p:cNvSpPr/>
            <p:nvPr/>
          </p:nvSpPr>
          <p:spPr>
            <a:xfrm rot="1860084">
              <a:off x="1014060" y="1737549"/>
              <a:ext cx="594936" cy="121619"/>
            </a:xfrm>
            <a:prstGeom prst="roundRect">
              <a:avLst>
                <a:gd name="adj" fmla="val 8196"/>
              </a:avLst>
            </a:prstGeom>
            <a:solidFill>
              <a:schemeClr val="bg1"/>
            </a:solidFill>
            <a:ln>
              <a:noFill/>
            </a:ln>
            <a:effectLst>
              <a:outerShdw blurRad="50800" dist="114300" dir="672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34" name="组合 94"/>
            <p:cNvGrpSpPr>
              <a:grpSpLocks/>
            </p:cNvGrpSpPr>
            <p:nvPr/>
          </p:nvGrpSpPr>
          <p:grpSpPr bwMode="auto">
            <a:xfrm>
              <a:off x="1154242" y="1438176"/>
              <a:ext cx="1495112" cy="826394"/>
              <a:chOff x="1154242" y="1438176"/>
              <a:chExt cx="1495112" cy="826394"/>
            </a:xfrm>
          </p:grpSpPr>
          <p:grpSp>
            <p:nvGrpSpPr>
              <p:cNvPr id="35" name="组合 95"/>
              <p:cNvGrpSpPr>
                <a:grpSpLocks/>
              </p:cNvGrpSpPr>
              <p:nvPr/>
            </p:nvGrpSpPr>
            <p:grpSpPr bwMode="auto">
              <a:xfrm>
                <a:off x="1154242" y="1497670"/>
                <a:ext cx="1495111" cy="766900"/>
                <a:chOff x="2652563" y="726843"/>
                <a:chExt cx="1495111" cy="766900"/>
              </a:xfrm>
            </p:grpSpPr>
            <p:sp>
              <p:nvSpPr>
                <p:cNvPr id="39" name="圆角矩形 38"/>
                <p:cNvSpPr/>
                <p:nvPr/>
              </p:nvSpPr>
              <p:spPr>
                <a:xfrm rot="2700000">
                  <a:off x="2401365" y="987140"/>
                  <a:ext cx="757787" cy="255417"/>
                </a:xfrm>
                <a:prstGeom prst="roundRect">
                  <a:avLst>
                    <a:gd name="adj" fmla="val 819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 name="圆角矩形 39"/>
                <p:cNvSpPr/>
                <p:nvPr/>
              </p:nvSpPr>
              <p:spPr>
                <a:xfrm rot="18900000" flipH="1">
                  <a:off x="2651680" y="726748"/>
                  <a:ext cx="1496866" cy="255417"/>
                </a:xfrm>
                <a:prstGeom prst="roundRect">
                  <a:avLst>
                    <a:gd name="adj" fmla="val 819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6" name="组合 101"/>
              <p:cNvGrpSpPr>
                <a:grpSpLocks/>
              </p:cNvGrpSpPr>
              <p:nvPr/>
            </p:nvGrpSpPr>
            <p:grpSpPr bwMode="auto">
              <a:xfrm>
                <a:off x="1154243" y="1438176"/>
                <a:ext cx="1495111" cy="766900"/>
                <a:chOff x="2652563" y="726843"/>
                <a:chExt cx="1495111" cy="766900"/>
              </a:xfrm>
            </p:grpSpPr>
            <p:sp>
              <p:nvSpPr>
                <p:cNvPr id="37" name="圆角矩形 36"/>
                <p:cNvSpPr/>
                <p:nvPr/>
              </p:nvSpPr>
              <p:spPr>
                <a:xfrm rot="2700000">
                  <a:off x="2401361" y="987383"/>
                  <a:ext cx="757789" cy="255417"/>
                </a:xfrm>
                <a:prstGeom prst="roundRect">
                  <a:avLst>
                    <a:gd name="adj" fmla="val 8196"/>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43D2A2"/>
                    </a:solidFill>
                  </a:endParaRPr>
                </a:p>
              </p:txBody>
            </p:sp>
            <p:sp>
              <p:nvSpPr>
                <p:cNvPr id="38" name="圆角矩形 37"/>
                <p:cNvSpPr/>
                <p:nvPr/>
              </p:nvSpPr>
              <p:spPr>
                <a:xfrm rot="18900000" flipH="1">
                  <a:off x="2651678" y="726990"/>
                  <a:ext cx="1496866" cy="255417"/>
                </a:xfrm>
                <a:prstGeom prst="roundRect">
                  <a:avLst>
                    <a:gd name="adj" fmla="val 8196"/>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43D2A2"/>
                    </a:solidFill>
                  </a:endParaRPr>
                </a:p>
              </p:txBody>
            </p:sp>
          </p:grpSp>
        </p:grpSp>
      </p:grpSp>
    </p:spTree>
    <p:extLst>
      <p:ext uri="{BB962C8B-B14F-4D97-AF65-F5344CB8AC3E}">
        <p14:creationId xmlns:p14="http://schemas.microsoft.com/office/powerpoint/2010/main" val="13810307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空心弧 22"/>
          <p:cNvSpPr/>
          <p:nvPr/>
        </p:nvSpPr>
        <p:spPr>
          <a:xfrm>
            <a:off x="2988594" y="1391092"/>
            <a:ext cx="3309322" cy="3309322"/>
          </a:xfrm>
          <a:prstGeom prst="blockArc">
            <a:avLst>
              <a:gd name="adj1" fmla="val 4309454"/>
              <a:gd name="adj2" fmla="val 849385"/>
              <a:gd name="adj3" fmla="val 5066"/>
            </a:avLst>
          </a:prstGeom>
          <a:solidFill>
            <a:schemeClr val="accent1"/>
          </a:solidFill>
          <a:ln>
            <a:noFill/>
          </a:ln>
          <a:extLst/>
        </p:spPr>
        <p:txBody>
          <a:bodyPr vert="horz" wrap="square" lIns="91440" tIns="45720" rIns="91440" bIns="45720" numCol="1" anchor="t" anchorCtr="0" compatLnSpc="1">
            <a:prstTxWarp prst="textNoShape">
              <a:avLst/>
            </a:prstTxWarp>
          </a:bodyPr>
          <a:lstStyle/>
          <a:p>
            <a:endParaRPr lang="zh-CN" altLang="en-US">
              <a:solidFill>
                <a:schemeClr val="tx1"/>
              </a:solidFill>
              <a:latin typeface="Calibri" pitchFamily="34" charset="0"/>
              <a:ea typeface="宋体" pitchFamily="2" charset="-122"/>
            </a:endParaRPr>
          </a:p>
        </p:txBody>
      </p:sp>
      <p:sp>
        <p:nvSpPr>
          <p:cNvPr id="24" name="空心弧 23"/>
          <p:cNvSpPr/>
          <p:nvPr/>
        </p:nvSpPr>
        <p:spPr>
          <a:xfrm>
            <a:off x="3296136" y="1707668"/>
            <a:ext cx="2707760" cy="2707760"/>
          </a:xfrm>
          <a:prstGeom prst="blockArc">
            <a:avLst>
              <a:gd name="adj1" fmla="val 4271365"/>
              <a:gd name="adj2" fmla="val 20397982"/>
              <a:gd name="adj3" fmla="val 6179"/>
            </a:avLst>
          </a:prstGeom>
          <a:solidFill>
            <a:schemeClr val="tx2">
              <a:lumMod val="60000"/>
              <a:lumOff val="40000"/>
            </a:schemeClr>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5" name="空心弧 24"/>
          <p:cNvSpPr/>
          <p:nvPr/>
        </p:nvSpPr>
        <p:spPr>
          <a:xfrm>
            <a:off x="3653920" y="2039164"/>
            <a:ext cx="2016224" cy="2016224"/>
          </a:xfrm>
          <a:prstGeom prst="blockArc">
            <a:avLst>
              <a:gd name="adj1" fmla="val 4256171"/>
              <a:gd name="adj2" fmla="val 15975370"/>
              <a:gd name="adj3" fmla="val 7880"/>
            </a:avLst>
          </a:prstGeom>
          <a:solidFill>
            <a:schemeClr val="tx2">
              <a:lumMod val="40000"/>
              <a:lumOff val="60000"/>
            </a:schemeClr>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6" name="TextBox 25"/>
          <p:cNvSpPr txBox="1"/>
          <p:nvPr/>
        </p:nvSpPr>
        <p:spPr>
          <a:xfrm>
            <a:off x="4083230" y="3047276"/>
            <a:ext cx="1569660" cy="369332"/>
          </a:xfrm>
          <a:prstGeom prst="rect">
            <a:avLst/>
          </a:prstGeom>
          <a:noFill/>
        </p:spPr>
        <p:txBody>
          <a:bodyPr wrap="none" rtlCol="0">
            <a:spAutoFit/>
          </a:bodyPr>
          <a:lstStyle/>
          <a:p>
            <a:r>
              <a:rPr lang="zh-CN" altLang="en-US" b="1" dirty="0" smtClean="0">
                <a:latin typeface="微软雅黑" pitchFamily="34" charset="-122"/>
                <a:ea typeface="微软雅黑" pitchFamily="34" charset="-122"/>
              </a:rPr>
              <a:t>怪异现象集锦</a:t>
            </a:r>
            <a:endParaRPr lang="zh-CN" altLang="en-US" b="1" dirty="0">
              <a:latin typeface="微软雅黑" pitchFamily="34" charset="-122"/>
              <a:ea typeface="微软雅黑" pitchFamily="34" charset="-122"/>
            </a:endParaRPr>
          </a:p>
        </p:txBody>
      </p:sp>
      <p:sp>
        <p:nvSpPr>
          <p:cNvPr id="27" name="TextBox 26"/>
          <p:cNvSpPr txBox="1"/>
          <p:nvPr/>
        </p:nvSpPr>
        <p:spPr>
          <a:xfrm>
            <a:off x="5560269" y="4621778"/>
            <a:ext cx="800219" cy="276999"/>
          </a:xfrm>
          <a:prstGeom prst="rect">
            <a:avLst/>
          </a:prstGeom>
          <a:noFill/>
        </p:spPr>
        <p:txBody>
          <a:bodyPr wrap="none" rtlCol="0">
            <a:spAutoFit/>
          </a:bodyPr>
          <a:lstStyle/>
          <a:p>
            <a:r>
              <a:rPr lang="zh-CN" altLang="en-US" sz="1200" b="1" dirty="0" smtClean="0">
                <a:latin typeface="微软雅黑" pitchFamily="34" charset="-122"/>
                <a:ea typeface="微软雅黑" pitchFamily="34" charset="-122"/>
              </a:rPr>
              <a:t>相信灵媒</a:t>
            </a:r>
            <a:endParaRPr lang="zh-CN" altLang="en-US" sz="1200" b="1" dirty="0">
              <a:latin typeface="微软雅黑" pitchFamily="34" charset="-122"/>
              <a:ea typeface="微软雅黑" pitchFamily="34" charset="-122"/>
            </a:endParaRPr>
          </a:p>
        </p:txBody>
      </p:sp>
      <p:sp>
        <p:nvSpPr>
          <p:cNvPr id="28" name="TextBox 27"/>
          <p:cNvSpPr txBox="1"/>
          <p:nvPr/>
        </p:nvSpPr>
        <p:spPr>
          <a:xfrm>
            <a:off x="6347971" y="4484390"/>
            <a:ext cx="927839" cy="461665"/>
          </a:xfrm>
          <a:prstGeom prst="rect">
            <a:avLst/>
          </a:prstGeom>
          <a:noFill/>
        </p:spPr>
        <p:txBody>
          <a:bodyPr wrap="square" rtlCol="0">
            <a:spAutoFit/>
          </a:bodyPr>
          <a:lstStyle/>
          <a:p>
            <a:pPr algn="ctr"/>
            <a:r>
              <a:rPr lang="en-US" altLang="zh-CN" sz="2400" dirty="0" smtClean="0"/>
              <a:t>55</a:t>
            </a:r>
            <a:r>
              <a:rPr lang="en-US" altLang="zh-CN" sz="1600" dirty="0" smtClean="0"/>
              <a:t>%</a:t>
            </a:r>
            <a:endParaRPr lang="zh-CN" altLang="en-US" sz="1600" dirty="0"/>
          </a:p>
        </p:txBody>
      </p:sp>
      <p:sp>
        <p:nvSpPr>
          <p:cNvPr id="30" name="圆角矩形 29"/>
          <p:cNvSpPr/>
          <p:nvPr/>
        </p:nvSpPr>
        <p:spPr>
          <a:xfrm>
            <a:off x="4971554" y="2831252"/>
            <a:ext cx="72008" cy="21602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5115570" y="2759244"/>
            <a:ext cx="72008" cy="28803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5260281" y="2615228"/>
            <a:ext cx="71313" cy="432048"/>
          </a:xfrm>
          <a:prstGeom prst="roundRect">
            <a:avLst/>
          </a:prstGeom>
          <a:solidFill>
            <a:schemeClr val="tx1"/>
          </a:solidFill>
          <a:ln>
            <a:solidFill>
              <a:srgbClr val="142A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1948530" y="445682"/>
            <a:ext cx="5314275" cy="707886"/>
          </a:xfrm>
          <a:prstGeom prst="rect">
            <a:avLst/>
          </a:prstGeom>
          <a:noFill/>
        </p:spPr>
        <p:txBody>
          <a:bodyPr wrap="none" rtlCol="0">
            <a:spAutoFit/>
          </a:bodyPr>
          <a:lstStyle/>
          <a:p>
            <a:r>
              <a:rPr lang="zh-CN" altLang="en-US" sz="4000" dirty="0" smtClean="0">
                <a:solidFill>
                  <a:srgbClr val="0399E5"/>
                </a:solidFill>
                <a:latin typeface="华康俪金黑W8(P)" panose="020B0800000000000000" pitchFamily="34" charset="-122"/>
                <a:ea typeface="华康俪金黑W8(P)" panose="020B0800000000000000" pitchFamily="34" charset="-122"/>
              </a:rPr>
              <a:t>人们对怪异现象的态度</a:t>
            </a:r>
            <a:endParaRPr lang="zh-CN" altLang="en-US" sz="4000" dirty="0">
              <a:solidFill>
                <a:srgbClr val="0399E5"/>
              </a:solidFill>
              <a:latin typeface="华康俪金黑W8(P)" panose="020B0800000000000000" pitchFamily="34" charset="-122"/>
              <a:ea typeface="华康俪金黑W8(P)" panose="020B0800000000000000" pitchFamily="34" charset="-122"/>
            </a:endParaRPr>
          </a:p>
        </p:txBody>
      </p:sp>
      <p:sp>
        <p:nvSpPr>
          <p:cNvPr id="35" name="TextBox 34"/>
          <p:cNvSpPr txBox="1"/>
          <p:nvPr/>
        </p:nvSpPr>
        <p:spPr>
          <a:xfrm>
            <a:off x="5551678" y="4333746"/>
            <a:ext cx="1107996" cy="276999"/>
          </a:xfrm>
          <a:prstGeom prst="rect">
            <a:avLst/>
          </a:prstGeom>
          <a:noFill/>
        </p:spPr>
        <p:txBody>
          <a:bodyPr wrap="none" rtlCol="0">
            <a:spAutoFit/>
          </a:bodyPr>
          <a:lstStyle/>
          <a:p>
            <a:r>
              <a:rPr lang="zh-CN" altLang="en-US" sz="1200" b="1" dirty="0">
                <a:latin typeface="微软雅黑" pitchFamily="34" charset="-122"/>
                <a:ea typeface="微软雅黑" pitchFamily="34" charset="-122"/>
              </a:rPr>
              <a:t>相信</a:t>
            </a:r>
            <a:r>
              <a:rPr lang="zh-CN" altLang="en-US" sz="1200" b="1" dirty="0" smtClean="0">
                <a:latin typeface="微软雅黑" pitchFamily="34" charset="-122"/>
                <a:ea typeface="微软雅黑" pitchFamily="34" charset="-122"/>
              </a:rPr>
              <a:t>鬼魂附身</a:t>
            </a:r>
            <a:endParaRPr lang="zh-CN" altLang="en-US" sz="1200" b="1" dirty="0">
              <a:latin typeface="微软雅黑" pitchFamily="34" charset="-122"/>
              <a:ea typeface="微软雅黑" pitchFamily="34" charset="-122"/>
            </a:endParaRPr>
          </a:p>
        </p:txBody>
      </p:sp>
      <p:sp>
        <p:nvSpPr>
          <p:cNvPr id="36" name="TextBox 35"/>
          <p:cNvSpPr txBox="1"/>
          <p:nvPr/>
        </p:nvSpPr>
        <p:spPr>
          <a:xfrm>
            <a:off x="5547618" y="4003437"/>
            <a:ext cx="954107" cy="276999"/>
          </a:xfrm>
          <a:prstGeom prst="rect">
            <a:avLst/>
          </a:prstGeom>
          <a:noFill/>
        </p:spPr>
        <p:txBody>
          <a:bodyPr wrap="none" rtlCol="0">
            <a:spAutoFit/>
          </a:bodyPr>
          <a:lstStyle/>
          <a:p>
            <a:r>
              <a:rPr lang="zh-CN" altLang="en-US" sz="1200" b="1" dirty="0" smtClean="0">
                <a:latin typeface="微软雅黑" pitchFamily="34" charset="-122"/>
                <a:ea typeface="微软雅黑" pitchFamily="34" charset="-122"/>
              </a:rPr>
              <a:t>相信占星术</a:t>
            </a:r>
            <a:endParaRPr lang="zh-CN" altLang="en-US" sz="1200" b="1" dirty="0">
              <a:latin typeface="微软雅黑" pitchFamily="34" charset="-122"/>
              <a:ea typeface="微软雅黑" pitchFamily="34" charset="-122"/>
            </a:endParaRPr>
          </a:p>
        </p:txBody>
      </p:sp>
      <p:sp>
        <p:nvSpPr>
          <p:cNvPr id="37" name="TextBox 36"/>
          <p:cNvSpPr txBox="1"/>
          <p:nvPr/>
        </p:nvSpPr>
        <p:spPr>
          <a:xfrm>
            <a:off x="6347971" y="4196358"/>
            <a:ext cx="927839" cy="461665"/>
          </a:xfrm>
          <a:prstGeom prst="rect">
            <a:avLst/>
          </a:prstGeom>
          <a:noFill/>
        </p:spPr>
        <p:txBody>
          <a:bodyPr wrap="square" rtlCol="0">
            <a:spAutoFit/>
          </a:bodyPr>
          <a:lstStyle/>
          <a:p>
            <a:pPr algn="ctr"/>
            <a:r>
              <a:rPr lang="en-US" altLang="zh-CN" sz="2400" dirty="0" smtClean="0"/>
              <a:t>42</a:t>
            </a:r>
            <a:r>
              <a:rPr lang="en-US" altLang="zh-CN" sz="1600" dirty="0" smtClean="0"/>
              <a:t>%</a:t>
            </a:r>
            <a:endParaRPr lang="zh-CN" altLang="en-US" sz="1600" dirty="0"/>
          </a:p>
        </p:txBody>
      </p:sp>
      <p:sp>
        <p:nvSpPr>
          <p:cNvPr id="38" name="TextBox 37"/>
          <p:cNvSpPr txBox="1"/>
          <p:nvPr/>
        </p:nvSpPr>
        <p:spPr>
          <a:xfrm>
            <a:off x="6347971" y="3889324"/>
            <a:ext cx="927839" cy="461665"/>
          </a:xfrm>
          <a:prstGeom prst="rect">
            <a:avLst/>
          </a:prstGeom>
          <a:noFill/>
        </p:spPr>
        <p:txBody>
          <a:bodyPr wrap="square" rtlCol="0">
            <a:spAutoFit/>
          </a:bodyPr>
          <a:lstStyle/>
          <a:p>
            <a:pPr algn="ctr"/>
            <a:r>
              <a:rPr lang="en-US" altLang="zh-CN" sz="2400" dirty="0" smtClean="0"/>
              <a:t>25</a:t>
            </a:r>
            <a:r>
              <a:rPr lang="en-US" altLang="zh-CN" sz="1600" dirty="0" smtClean="0"/>
              <a:t>%</a:t>
            </a:r>
            <a:endParaRPr lang="zh-CN" altLang="en-US" sz="1600" dirty="0"/>
          </a:p>
        </p:txBody>
      </p:sp>
      <p:grpSp>
        <p:nvGrpSpPr>
          <p:cNvPr id="39" name="组合 38"/>
          <p:cNvGrpSpPr/>
          <p:nvPr/>
        </p:nvGrpSpPr>
        <p:grpSpPr>
          <a:xfrm rot="21016708">
            <a:off x="5149984" y="4509351"/>
            <a:ext cx="220017" cy="256981"/>
            <a:chOff x="3428673" y="4080301"/>
            <a:chExt cx="220017" cy="256981"/>
          </a:xfrm>
        </p:grpSpPr>
        <p:sp>
          <p:nvSpPr>
            <p:cNvPr id="41" name="Freeform 2443"/>
            <p:cNvSpPr>
              <a:spLocks/>
            </p:cNvSpPr>
            <p:nvPr/>
          </p:nvSpPr>
          <p:spPr bwMode="auto">
            <a:xfrm>
              <a:off x="3557163" y="4242234"/>
              <a:ext cx="91527" cy="95048"/>
            </a:xfrm>
            <a:custGeom>
              <a:avLst/>
              <a:gdLst>
                <a:gd name="T0" fmla="*/ 9 w 22"/>
                <a:gd name="T1" fmla="*/ 10 h 23"/>
                <a:gd name="T2" fmla="*/ 1 w 22"/>
                <a:gd name="T3" fmla="*/ 18 h 23"/>
                <a:gd name="T4" fmla="*/ 1 w 22"/>
                <a:gd name="T5" fmla="*/ 19 h 23"/>
                <a:gd name="T6" fmla="*/ 4 w 22"/>
                <a:gd name="T7" fmla="*/ 22 h 23"/>
                <a:gd name="T8" fmla="*/ 14 w 22"/>
                <a:gd name="T9" fmla="*/ 14 h 23"/>
                <a:gd name="T10" fmla="*/ 19 w 22"/>
                <a:gd name="T11" fmla="*/ 3 h 23"/>
                <a:gd name="T12" fmla="*/ 16 w 22"/>
                <a:gd name="T13" fmla="*/ 0 h 23"/>
                <a:gd name="T14" fmla="*/ 15 w 22"/>
                <a:gd name="T15" fmla="*/ 0 h 23"/>
                <a:gd name="T16" fmla="*/ 9 w 22"/>
                <a:gd name="T17" fmla="*/ 1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3">
                  <a:moveTo>
                    <a:pt x="9" y="10"/>
                  </a:moveTo>
                  <a:cubicBezTo>
                    <a:pt x="6" y="13"/>
                    <a:pt x="1" y="18"/>
                    <a:pt x="1" y="18"/>
                  </a:cubicBezTo>
                  <a:cubicBezTo>
                    <a:pt x="0" y="18"/>
                    <a:pt x="0" y="19"/>
                    <a:pt x="1" y="19"/>
                  </a:cubicBezTo>
                  <a:cubicBezTo>
                    <a:pt x="2" y="20"/>
                    <a:pt x="4" y="22"/>
                    <a:pt x="4" y="22"/>
                  </a:cubicBezTo>
                  <a:cubicBezTo>
                    <a:pt x="5" y="23"/>
                    <a:pt x="7" y="23"/>
                    <a:pt x="14" y="14"/>
                  </a:cubicBezTo>
                  <a:cubicBezTo>
                    <a:pt x="21" y="6"/>
                    <a:pt x="22" y="5"/>
                    <a:pt x="19" y="3"/>
                  </a:cubicBezTo>
                  <a:cubicBezTo>
                    <a:pt x="16" y="0"/>
                    <a:pt x="16" y="0"/>
                    <a:pt x="16" y="0"/>
                  </a:cubicBezTo>
                  <a:cubicBezTo>
                    <a:pt x="16" y="0"/>
                    <a:pt x="16" y="0"/>
                    <a:pt x="15" y="0"/>
                  </a:cubicBezTo>
                  <a:cubicBezTo>
                    <a:pt x="15" y="0"/>
                    <a:pt x="15" y="2"/>
                    <a:pt x="9" y="10"/>
                  </a:cubicBezTo>
                  <a:close/>
                </a:path>
              </a:pathLst>
            </a:custGeom>
            <a:solidFill>
              <a:srgbClr val="FFFFFF"/>
            </a:solid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nvGrpSpPr>
            <p:cNvPr id="42" name="组合 41"/>
            <p:cNvGrpSpPr/>
            <p:nvPr/>
          </p:nvGrpSpPr>
          <p:grpSpPr>
            <a:xfrm>
              <a:off x="3428673" y="4080301"/>
              <a:ext cx="186574" cy="232339"/>
              <a:chOff x="3428673" y="4080301"/>
              <a:chExt cx="186574" cy="232339"/>
            </a:xfrm>
          </p:grpSpPr>
          <p:sp>
            <p:nvSpPr>
              <p:cNvPr id="43" name="Freeform 2444"/>
              <p:cNvSpPr>
                <a:spLocks/>
              </p:cNvSpPr>
              <p:nvPr/>
            </p:nvSpPr>
            <p:spPr bwMode="auto">
              <a:xfrm>
                <a:off x="3469156" y="4166548"/>
                <a:ext cx="146091" cy="146092"/>
              </a:xfrm>
              <a:custGeom>
                <a:avLst/>
                <a:gdLst>
                  <a:gd name="T0" fmla="*/ 22 w 35"/>
                  <a:gd name="T1" fmla="*/ 23 h 35"/>
                  <a:gd name="T2" fmla="*/ 22 w 35"/>
                  <a:gd name="T3" fmla="*/ 23 h 35"/>
                  <a:gd name="T4" fmla="*/ 20 w 35"/>
                  <a:gd name="T5" fmla="*/ 22 h 35"/>
                  <a:gd name="T6" fmla="*/ 17 w 35"/>
                  <a:gd name="T7" fmla="*/ 19 h 35"/>
                  <a:gd name="T8" fmla="*/ 11 w 35"/>
                  <a:gd name="T9" fmla="*/ 21 h 35"/>
                  <a:gd name="T10" fmla="*/ 7 w 35"/>
                  <a:gd name="T11" fmla="*/ 21 h 35"/>
                  <a:gd name="T12" fmla="*/ 7 w 35"/>
                  <a:gd name="T13" fmla="*/ 22 h 35"/>
                  <a:gd name="T14" fmla="*/ 13 w 35"/>
                  <a:gd name="T15" fmla="*/ 29 h 35"/>
                  <a:gd name="T16" fmla="*/ 27 w 35"/>
                  <a:gd name="T17" fmla="*/ 29 h 35"/>
                  <a:gd name="T18" fmla="*/ 34 w 35"/>
                  <a:gd name="T19" fmla="*/ 20 h 35"/>
                  <a:gd name="T20" fmla="*/ 33 w 35"/>
                  <a:gd name="T21" fmla="*/ 16 h 35"/>
                  <a:gd name="T22" fmla="*/ 25 w 35"/>
                  <a:gd name="T23" fmla="*/ 5 h 35"/>
                  <a:gd name="T24" fmla="*/ 21 w 35"/>
                  <a:gd name="T25" fmla="*/ 3 h 35"/>
                  <a:gd name="T26" fmla="*/ 12 w 35"/>
                  <a:gd name="T27" fmla="*/ 0 h 35"/>
                  <a:gd name="T28" fmla="*/ 10 w 35"/>
                  <a:gd name="T29" fmla="*/ 0 h 35"/>
                  <a:gd name="T30" fmla="*/ 9 w 35"/>
                  <a:gd name="T31" fmla="*/ 0 h 35"/>
                  <a:gd name="T32" fmla="*/ 7 w 35"/>
                  <a:gd name="T33" fmla="*/ 0 h 35"/>
                  <a:gd name="T34" fmla="*/ 8 w 35"/>
                  <a:gd name="T35" fmla="*/ 2 h 35"/>
                  <a:gd name="T36" fmla="*/ 7 w 35"/>
                  <a:gd name="T37" fmla="*/ 3 h 35"/>
                  <a:gd name="T38" fmla="*/ 4 w 35"/>
                  <a:gd name="T39" fmla="*/ 2 h 35"/>
                  <a:gd name="T40" fmla="*/ 3 w 35"/>
                  <a:gd name="T41" fmla="*/ 2 h 35"/>
                  <a:gd name="T42" fmla="*/ 2 w 35"/>
                  <a:gd name="T43" fmla="*/ 0 h 35"/>
                  <a:gd name="T44" fmla="*/ 4 w 35"/>
                  <a:gd name="T45" fmla="*/ 4 h 35"/>
                  <a:gd name="T46" fmla="*/ 7 w 35"/>
                  <a:gd name="T47" fmla="*/ 5 h 35"/>
                  <a:gd name="T48" fmla="*/ 11 w 35"/>
                  <a:gd name="T49" fmla="*/ 5 h 35"/>
                  <a:gd name="T50" fmla="*/ 12 w 35"/>
                  <a:gd name="T51" fmla="*/ 5 h 35"/>
                  <a:gd name="T52" fmla="*/ 15 w 35"/>
                  <a:gd name="T53" fmla="*/ 7 h 35"/>
                  <a:gd name="T54" fmla="*/ 16 w 35"/>
                  <a:gd name="T55" fmla="*/ 7 h 35"/>
                  <a:gd name="T56" fmla="*/ 17 w 35"/>
                  <a:gd name="T57" fmla="*/ 8 h 35"/>
                  <a:gd name="T58" fmla="*/ 16 w 35"/>
                  <a:gd name="T59" fmla="*/ 10 h 35"/>
                  <a:gd name="T60" fmla="*/ 18 w 35"/>
                  <a:gd name="T61" fmla="*/ 11 h 35"/>
                  <a:gd name="T62" fmla="*/ 20 w 35"/>
                  <a:gd name="T63" fmla="*/ 11 h 35"/>
                  <a:gd name="T64" fmla="*/ 19 w 35"/>
                  <a:gd name="T65" fmla="*/ 12 h 35"/>
                  <a:gd name="T66" fmla="*/ 17 w 35"/>
                  <a:gd name="T67" fmla="*/ 14 h 35"/>
                  <a:gd name="T68" fmla="*/ 22 w 35"/>
                  <a:gd name="T69" fmla="*/ 22 h 35"/>
                  <a:gd name="T70" fmla="*/ 22 w 35"/>
                  <a:gd name="T71"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 h="35">
                    <a:moveTo>
                      <a:pt x="22" y="23"/>
                    </a:moveTo>
                    <a:cubicBezTo>
                      <a:pt x="22" y="23"/>
                      <a:pt x="22" y="23"/>
                      <a:pt x="22" y="23"/>
                    </a:cubicBezTo>
                    <a:cubicBezTo>
                      <a:pt x="21" y="23"/>
                      <a:pt x="21" y="22"/>
                      <a:pt x="20" y="22"/>
                    </a:cubicBezTo>
                    <a:cubicBezTo>
                      <a:pt x="20" y="22"/>
                      <a:pt x="18" y="20"/>
                      <a:pt x="17" y="19"/>
                    </a:cubicBezTo>
                    <a:cubicBezTo>
                      <a:pt x="16" y="19"/>
                      <a:pt x="13" y="19"/>
                      <a:pt x="11" y="21"/>
                    </a:cubicBezTo>
                    <a:cubicBezTo>
                      <a:pt x="10" y="21"/>
                      <a:pt x="9" y="22"/>
                      <a:pt x="7" y="21"/>
                    </a:cubicBezTo>
                    <a:cubicBezTo>
                      <a:pt x="7" y="21"/>
                      <a:pt x="6" y="22"/>
                      <a:pt x="7" y="22"/>
                    </a:cubicBezTo>
                    <a:cubicBezTo>
                      <a:pt x="8" y="24"/>
                      <a:pt x="8" y="25"/>
                      <a:pt x="13" y="29"/>
                    </a:cubicBezTo>
                    <a:cubicBezTo>
                      <a:pt x="18" y="32"/>
                      <a:pt x="22" y="35"/>
                      <a:pt x="27" y="29"/>
                    </a:cubicBezTo>
                    <a:cubicBezTo>
                      <a:pt x="30" y="27"/>
                      <a:pt x="33" y="22"/>
                      <a:pt x="34" y="20"/>
                    </a:cubicBezTo>
                    <a:cubicBezTo>
                      <a:pt x="35" y="18"/>
                      <a:pt x="33" y="17"/>
                      <a:pt x="33" y="16"/>
                    </a:cubicBezTo>
                    <a:cubicBezTo>
                      <a:pt x="30" y="10"/>
                      <a:pt x="27" y="8"/>
                      <a:pt x="25" y="5"/>
                    </a:cubicBezTo>
                    <a:cubicBezTo>
                      <a:pt x="24" y="4"/>
                      <a:pt x="23" y="3"/>
                      <a:pt x="21" y="3"/>
                    </a:cubicBezTo>
                    <a:cubicBezTo>
                      <a:pt x="17" y="2"/>
                      <a:pt x="13" y="0"/>
                      <a:pt x="12" y="0"/>
                    </a:cubicBezTo>
                    <a:cubicBezTo>
                      <a:pt x="11" y="0"/>
                      <a:pt x="11" y="0"/>
                      <a:pt x="10" y="0"/>
                    </a:cubicBezTo>
                    <a:cubicBezTo>
                      <a:pt x="10" y="0"/>
                      <a:pt x="9" y="0"/>
                      <a:pt x="9" y="0"/>
                    </a:cubicBezTo>
                    <a:cubicBezTo>
                      <a:pt x="8" y="0"/>
                      <a:pt x="8" y="0"/>
                      <a:pt x="7" y="0"/>
                    </a:cubicBezTo>
                    <a:cubicBezTo>
                      <a:pt x="7" y="1"/>
                      <a:pt x="8" y="0"/>
                      <a:pt x="8" y="2"/>
                    </a:cubicBezTo>
                    <a:cubicBezTo>
                      <a:pt x="8" y="3"/>
                      <a:pt x="7" y="3"/>
                      <a:pt x="7" y="3"/>
                    </a:cubicBezTo>
                    <a:cubicBezTo>
                      <a:pt x="6" y="3"/>
                      <a:pt x="5" y="3"/>
                      <a:pt x="4" y="2"/>
                    </a:cubicBezTo>
                    <a:cubicBezTo>
                      <a:pt x="4" y="2"/>
                      <a:pt x="4" y="2"/>
                      <a:pt x="3" y="2"/>
                    </a:cubicBezTo>
                    <a:cubicBezTo>
                      <a:pt x="2" y="1"/>
                      <a:pt x="2" y="0"/>
                      <a:pt x="2" y="0"/>
                    </a:cubicBezTo>
                    <a:cubicBezTo>
                      <a:pt x="0" y="2"/>
                      <a:pt x="3" y="3"/>
                      <a:pt x="4" y="4"/>
                    </a:cubicBezTo>
                    <a:cubicBezTo>
                      <a:pt x="5" y="5"/>
                      <a:pt x="6" y="5"/>
                      <a:pt x="7" y="5"/>
                    </a:cubicBezTo>
                    <a:cubicBezTo>
                      <a:pt x="8" y="5"/>
                      <a:pt x="10" y="7"/>
                      <a:pt x="11" y="5"/>
                    </a:cubicBezTo>
                    <a:cubicBezTo>
                      <a:pt x="11" y="5"/>
                      <a:pt x="12" y="5"/>
                      <a:pt x="12" y="5"/>
                    </a:cubicBezTo>
                    <a:cubicBezTo>
                      <a:pt x="12" y="6"/>
                      <a:pt x="15" y="8"/>
                      <a:pt x="15" y="7"/>
                    </a:cubicBezTo>
                    <a:cubicBezTo>
                      <a:pt x="16" y="7"/>
                      <a:pt x="16" y="7"/>
                      <a:pt x="16" y="7"/>
                    </a:cubicBezTo>
                    <a:cubicBezTo>
                      <a:pt x="17" y="7"/>
                      <a:pt x="17" y="8"/>
                      <a:pt x="17" y="8"/>
                    </a:cubicBezTo>
                    <a:cubicBezTo>
                      <a:pt x="16" y="9"/>
                      <a:pt x="16" y="9"/>
                      <a:pt x="16" y="10"/>
                    </a:cubicBezTo>
                    <a:cubicBezTo>
                      <a:pt x="17" y="11"/>
                      <a:pt x="17" y="11"/>
                      <a:pt x="18" y="11"/>
                    </a:cubicBezTo>
                    <a:cubicBezTo>
                      <a:pt x="18" y="11"/>
                      <a:pt x="19" y="11"/>
                      <a:pt x="20" y="11"/>
                    </a:cubicBezTo>
                    <a:cubicBezTo>
                      <a:pt x="20" y="12"/>
                      <a:pt x="20" y="12"/>
                      <a:pt x="19" y="12"/>
                    </a:cubicBezTo>
                    <a:cubicBezTo>
                      <a:pt x="18" y="12"/>
                      <a:pt x="17" y="12"/>
                      <a:pt x="17" y="14"/>
                    </a:cubicBezTo>
                    <a:cubicBezTo>
                      <a:pt x="17" y="17"/>
                      <a:pt x="16" y="17"/>
                      <a:pt x="22" y="22"/>
                    </a:cubicBezTo>
                    <a:cubicBezTo>
                      <a:pt x="22" y="22"/>
                      <a:pt x="22" y="22"/>
                      <a:pt x="22" y="23"/>
                    </a:cubicBezTo>
                    <a:close/>
                  </a:path>
                </a:pathLst>
              </a:custGeom>
              <a:no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445"/>
              <p:cNvSpPr>
                <a:spLocks/>
              </p:cNvSpPr>
              <p:nvPr/>
            </p:nvSpPr>
            <p:spPr bwMode="auto">
              <a:xfrm>
                <a:off x="3514920" y="4215832"/>
                <a:ext cx="17601" cy="14081"/>
              </a:xfrm>
              <a:custGeom>
                <a:avLst/>
                <a:gdLst>
                  <a:gd name="T0" fmla="*/ 2 w 4"/>
                  <a:gd name="T1" fmla="*/ 3 h 3"/>
                  <a:gd name="T2" fmla="*/ 4 w 4"/>
                  <a:gd name="T3" fmla="*/ 1 h 3"/>
                  <a:gd name="T4" fmla="*/ 3 w 4"/>
                  <a:gd name="T5" fmla="*/ 0 h 3"/>
                  <a:gd name="T6" fmla="*/ 0 w 4"/>
                  <a:gd name="T7" fmla="*/ 3 h 3"/>
                  <a:gd name="T8" fmla="*/ 2 w 4"/>
                  <a:gd name="T9" fmla="*/ 3 h 3"/>
                </a:gdLst>
                <a:ahLst/>
                <a:cxnLst>
                  <a:cxn ang="0">
                    <a:pos x="T0" y="T1"/>
                  </a:cxn>
                  <a:cxn ang="0">
                    <a:pos x="T2" y="T3"/>
                  </a:cxn>
                  <a:cxn ang="0">
                    <a:pos x="T4" y="T5"/>
                  </a:cxn>
                  <a:cxn ang="0">
                    <a:pos x="T6" y="T7"/>
                  </a:cxn>
                  <a:cxn ang="0">
                    <a:pos x="T8" y="T9"/>
                  </a:cxn>
                </a:cxnLst>
                <a:rect l="0" t="0" r="r" b="b"/>
                <a:pathLst>
                  <a:path w="4" h="3">
                    <a:moveTo>
                      <a:pt x="2" y="3"/>
                    </a:moveTo>
                    <a:cubicBezTo>
                      <a:pt x="3" y="3"/>
                      <a:pt x="4" y="3"/>
                      <a:pt x="4" y="1"/>
                    </a:cubicBezTo>
                    <a:cubicBezTo>
                      <a:pt x="4" y="1"/>
                      <a:pt x="4" y="1"/>
                      <a:pt x="3" y="0"/>
                    </a:cubicBezTo>
                    <a:cubicBezTo>
                      <a:pt x="3" y="0"/>
                      <a:pt x="0" y="1"/>
                      <a:pt x="0" y="3"/>
                    </a:cubicBezTo>
                    <a:cubicBezTo>
                      <a:pt x="1" y="3"/>
                      <a:pt x="1" y="3"/>
                      <a:pt x="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2446"/>
              <p:cNvSpPr>
                <a:spLocks/>
              </p:cNvSpPr>
              <p:nvPr/>
            </p:nvSpPr>
            <p:spPr bwMode="auto">
              <a:xfrm>
                <a:off x="3514920" y="4233434"/>
                <a:ext cx="17601" cy="12322"/>
              </a:xfrm>
              <a:custGeom>
                <a:avLst/>
                <a:gdLst>
                  <a:gd name="T0" fmla="*/ 0 w 4"/>
                  <a:gd name="T1" fmla="*/ 3 h 3"/>
                  <a:gd name="T2" fmla="*/ 3 w 4"/>
                  <a:gd name="T3" fmla="*/ 2 h 3"/>
                  <a:gd name="T4" fmla="*/ 3 w 4"/>
                  <a:gd name="T5" fmla="*/ 0 h 3"/>
                  <a:gd name="T6" fmla="*/ 0 w 4"/>
                  <a:gd name="T7" fmla="*/ 1 h 3"/>
                  <a:gd name="T8" fmla="*/ 0 w 4"/>
                  <a:gd name="T9" fmla="*/ 3 h 3"/>
                </a:gdLst>
                <a:ahLst/>
                <a:cxnLst>
                  <a:cxn ang="0">
                    <a:pos x="T0" y="T1"/>
                  </a:cxn>
                  <a:cxn ang="0">
                    <a:pos x="T2" y="T3"/>
                  </a:cxn>
                  <a:cxn ang="0">
                    <a:pos x="T4" y="T5"/>
                  </a:cxn>
                  <a:cxn ang="0">
                    <a:pos x="T6" y="T7"/>
                  </a:cxn>
                  <a:cxn ang="0">
                    <a:pos x="T8" y="T9"/>
                  </a:cxn>
                </a:cxnLst>
                <a:rect l="0" t="0" r="r" b="b"/>
                <a:pathLst>
                  <a:path w="4" h="3">
                    <a:moveTo>
                      <a:pt x="0" y="3"/>
                    </a:moveTo>
                    <a:cubicBezTo>
                      <a:pt x="1" y="3"/>
                      <a:pt x="3" y="2"/>
                      <a:pt x="3" y="2"/>
                    </a:cubicBezTo>
                    <a:cubicBezTo>
                      <a:pt x="3" y="2"/>
                      <a:pt x="4" y="1"/>
                      <a:pt x="3" y="0"/>
                    </a:cubicBezTo>
                    <a:cubicBezTo>
                      <a:pt x="2" y="0"/>
                      <a:pt x="1" y="0"/>
                      <a:pt x="0" y="1"/>
                    </a:cubicBezTo>
                    <a:cubicBezTo>
                      <a:pt x="0" y="2"/>
                      <a:pt x="0" y="3"/>
                      <a:pt x="0" y="3"/>
                    </a:cubicBezTo>
                    <a:close/>
                  </a:path>
                </a:pathLst>
              </a:custGeom>
              <a:solidFill>
                <a:srgbClr val="FFFFFF"/>
              </a:solid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2447"/>
              <p:cNvSpPr>
                <a:spLocks/>
              </p:cNvSpPr>
              <p:nvPr/>
            </p:nvSpPr>
            <p:spPr bwMode="auto">
              <a:xfrm>
                <a:off x="3514920" y="4199991"/>
                <a:ext cx="17601" cy="12322"/>
              </a:xfrm>
              <a:custGeom>
                <a:avLst/>
                <a:gdLst>
                  <a:gd name="T0" fmla="*/ 1 w 4"/>
                  <a:gd name="T1" fmla="*/ 3 h 3"/>
                  <a:gd name="T2" fmla="*/ 4 w 4"/>
                  <a:gd name="T3" fmla="*/ 2 h 3"/>
                  <a:gd name="T4" fmla="*/ 2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2"/>
                      <a:pt x="4" y="2"/>
                    </a:cubicBezTo>
                    <a:cubicBezTo>
                      <a:pt x="4" y="1"/>
                      <a:pt x="4" y="0"/>
                      <a:pt x="2" y="0"/>
                    </a:cubicBezTo>
                    <a:cubicBezTo>
                      <a:pt x="2" y="0"/>
                      <a:pt x="0" y="0"/>
                      <a:pt x="0" y="2"/>
                    </a:cubicBezTo>
                    <a:cubicBezTo>
                      <a:pt x="0" y="2"/>
                      <a:pt x="0"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2448"/>
              <p:cNvSpPr>
                <a:spLocks/>
              </p:cNvSpPr>
              <p:nvPr/>
            </p:nvSpPr>
            <p:spPr bwMode="auto">
              <a:xfrm>
                <a:off x="3462114" y="4204659"/>
                <a:ext cx="45719" cy="49897"/>
              </a:xfrm>
              <a:custGeom>
                <a:avLst/>
                <a:gdLst>
                  <a:gd name="T0" fmla="*/ 3 w 13"/>
                  <a:gd name="T1" fmla="*/ 0 h 7"/>
                  <a:gd name="T2" fmla="*/ 5 w 13"/>
                  <a:gd name="T3" fmla="*/ 5 h 7"/>
                  <a:gd name="T4" fmla="*/ 11 w 13"/>
                  <a:gd name="T5" fmla="*/ 6 h 7"/>
                  <a:gd name="T6" fmla="*/ 13 w 13"/>
                  <a:gd name="T7" fmla="*/ 5 h 7"/>
                  <a:gd name="T8" fmla="*/ 12 w 13"/>
                  <a:gd name="T9" fmla="*/ 3 h 7"/>
                  <a:gd name="T10" fmla="*/ 13 w 13"/>
                  <a:gd name="T11" fmla="*/ 2 h 7"/>
                  <a:gd name="T12" fmla="*/ 10 w 13"/>
                  <a:gd name="T13" fmla="*/ 3 h 7"/>
                  <a:gd name="T14" fmla="*/ 5 w 13"/>
                  <a:gd name="T15" fmla="*/ 1 h 7"/>
                  <a:gd name="T16" fmla="*/ 3 w 13"/>
                  <a:gd name="T17" fmla="*/ 0 h 7"/>
                  <a:gd name="T18" fmla="*/ 3 w 13"/>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
                    <a:moveTo>
                      <a:pt x="3" y="0"/>
                    </a:moveTo>
                    <a:cubicBezTo>
                      <a:pt x="0" y="2"/>
                      <a:pt x="3" y="5"/>
                      <a:pt x="5" y="5"/>
                    </a:cubicBezTo>
                    <a:cubicBezTo>
                      <a:pt x="8" y="5"/>
                      <a:pt x="10" y="7"/>
                      <a:pt x="11" y="6"/>
                    </a:cubicBezTo>
                    <a:cubicBezTo>
                      <a:pt x="12" y="6"/>
                      <a:pt x="13" y="6"/>
                      <a:pt x="13" y="5"/>
                    </a:cubicBezTo>
                    <a:cubicBezTo>
                      <a:pt x="12" y="5"/>
                      <a:pt x="12" y="4"/>
                      <a:pt x="12" y="3"/>
                    </a:cubicBezTo>
                    <a:cubicBezTo>
                      <a:pt x="12" y="3"/>
                      <a:pt x="13" y="3"/>
                      <a:pt x="13" y="2"/>
                    </a:cubicBezTo>
                    <a:cubicBezTo>
                      <a:pt x="13" y="2"/>
                      <a:pt x="12" y="3"/>
                      <a:pt x="10" y="3"/>
                    </a:cubicBezTo>
                    <a:cubicBezTo>
                      <a:pt x="8" y="2"/>
                      <a:pt x="6" y="2"/>
                      <a:pt x="5" y="1"/>
                    </a:cubicBezTo>
                    <a:cubicBezTo>
                      <a:pt x="5" y="1"/>
                      <a:pt x="4" y="1"/>
                      <a:pt x="3" y="0"/>
                    </a:cubicBezTo>
                    <a:cubicBezTo>
                      <a:pt x="3" y="0"/>
                      <a:pt x="3" y="0"/>
                      <a:pt x="3" y="0"/>
                    </a:cubicBezTo>
                    <a:close/>
                  </a:path>
                </a:pathLst>
              </a:custGeom>
              <a:solidFill>
                <a:srgbClr val="FFFFFF"/>
              </a:solid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2449"/>
              <p:cNvSpPr>
                <a:spLocks/>
              </p:cNvSpPr>
              <p:nvPr/>
            </p:nvSpPr>
            <p:spPr bwMode="auto">
              <a:xfrm>
                <a:off x="3465636" y="4196470"/>
                <a:ext cx="58084" cy="40484"/>
              </a:xfrm>
              <a:custGeom>
                <a:avLst/>
                <a:gdLst>
                  <a:gd name="T0" fmla="*/ 2 w 14"/>
                  <a:gd name="T1" fmla="*/ 0 h 10"/>
                  <a:gd name="T2" fmla="*/ 5 w 14"/>
                  <a:gd name="T3" fmla="*/ 3 h 10"/>
                  <a:gd name="T4" fmla="*/ 11 w 14"/>
                  <a:gd name="T5" fmla="*/ 5 h 10"/>
                  <a:gd name="T6" fmla="*/ 13 w 14"/>
                  <a:gd name="T7" fmla="*/ 5 h 10"/>
                  <a:gd name="T8" fmla="*/ 13 w 14"/>
                  <a:gd name="T9" fmla="*/ 5 h 10"/>
                  <a:gd name="T10" fmla="*/ 12 w 14"/>
                  <a:gd name="T11" fmla="*/ 6 h 10"/>
                  <a:gd name="T12" fmla="*/ 12 w 14"/>
                  <a:gd name="T13" fmla="*/ 8 h 10"/>
                  <a:gd name="T14" fmla="*/ 12 w 14"/>
                  <a:gd name="T15" fmla="*/ 8 h 10"/>
                  <a:gd name="T16" fmla="*/ 8 w 14"/>
                  <a:gd name="T17" fmla="*/ 8 h 10"/>
                  <a:gd name="T18" fmla="*/ 2 w 14"/>
                  <a:gd name="T19" fmla="*/ 6 h 10"/>
                  <a:gd name="T20" fmla="*/ 1 w 14"/>
                  <a:gd name="T21" fmla="*/ 6 h 10"/>
                  <a:gd name="T22" fmla="*/ 0 w 14"/>
                  <a:gd name="T23" fmla="*/ 4 h 10"/>
                  <a:gd name="T24" fmla="*/ 1 w 14"/>
                  <a:gd name="T25" fmla="*/ 0 h 10"/>
                  <a:gd name="T26" fmla="*/ 2 w 14"/>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0">
                    <a:moveTo>
                      <a:pt x="2" y="0"/>
                    </a:moveTo>
                    <a:cubicBezTo>
                      <a:pt x="4" y="2"/>
                      <a:pt x="5" y="2"/>
                      <a:pt x="5" y="3"/>
                    </a:cubicBezTo>
                    <a:cubicBezTo>
                      <a:pt x="8" y="5"/>
                      <a:pt x="9" y="5"/>
                      <a:pt x="11" y="5"/>
                    </a:cubicBezTo>
                    <a:cubicBezTo>
                      <a:pt x="12" y="5"/>
                      <a:pt x="12" y="5"/>
                      <a:pt x="13" y="5"/>
                    </a:cubicBezTo>
                    <a:cubicBezTo>
                      <a:pt x="13" y="5"/>
                      <a:pt x="14" y="4"/>
                      <a:pt x="13" y="5"/>
                    </a:cubicBezTo>
                    <a:cubicBezTo>
                      <a:pt x="13" y="5"/>
                      <a:pt x="12" y="5"/>
                      <a:pt x="12" y="6"/>
                    </a:cubicBezTo>
                    <a:cubicBezTo>
                      <a:pt x="12" y="7"/>
                      <a:pt x="12" y="7"/>
                      <a:pt x="12" y="8"/>
                    </a:cubicBezTo>
                    <a:cubicBezTo>
                      <a:pt x="12" y="8"/>
                      <a:pt x="12" y="8"/>
                      <a:pt x="12" y="8"/>
                    </a:cubicBezTo>
                    <a:cubicBezTo>
                      <a:pt x="12" y="8"/>
                      <a:pt x="10" y="10"/>
                      <a:pt x="8" y="8"/>
                    </a:cubicBezTo>
                    <a:cubicBezTo>
                      <a:pt x="4" y="7"/>
                      <a:pt x="2" y="6"/>
                      <a:pt x="2" y="6"/>
                    </a:cubicBezTo>
                    <a:cubicBezTo>
                      <a:pt x="2" y="6"/>
                      <a:pt x="2" y="6"/>
                      <a:pt x="1" y="6"/>
                    </a:cubicBezTo>
                    <a:cubicBezTo>
                      <a:pt x="1" y="5"/>
                      <a:pt x="0" y="5"/>
                      <a:pt x="0" y="4"/>
                    </a:cubicBezTo>
                    <a:cubicBezTo>
                      <a:pt x="0" y="4"/>
                      <a:pt x="0" y="1"/>
                      <a:pt x="1" y="0"/>
                    </a:cubicBezTo>
                    <a:cubicBezTo>
                      <a:pt x="2" y="0"/>
                      <a:pt x="2" y="0"/>
                      <a:pt x="2" y="0"/>
                    </a:cubicBezTo>
                    <a:close/>
                  </a:path>
                </a:pathLst>
              </a:custGeom>
              <a:solidFill>
                <a:srgbClr val="FFFFFF"/>
              </a:solid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450"/>
              <p:cNvSpPr>
                <a:spLocks/>
              </p:cNvSpPr>
              <p:nvPr/>
            </p:nvSpPr>
            <p:spPr bwMode="auto">
              <a:xfrm>
                <a:off x="3462115" y="4163028"/>
                <a:ext cx="52804" cy="49284"/>
              </a:xfrm>
              <a:custGeom>
                <a:avLst/>
                <a:gdLst>
                  <a:gd name="T0" fmla="*/ 3 w 13"/>
                  <a:gd name="T1" fmla="*/ 0 h 12"/>
                  <a:gd name="T2" fmla="*/ 2 w 13"/>
                  <a:gd name="T3" fmla="*/ 5 h 12"/>
                  <a:gd name="T4" fmla="*/ 4 w 13"/>
                  <a:gd name="T5" fmla="*/ 8 h 12"/>
                  <a:gd name="T6" fmla="*/ 8 w 13"/>
                  <a:gd name="T7" fmla="*/ 11 h 12"/>
                  <a:gd name="T8" fmla="*/ 11 w 13"/>
                  <a:gd name="T9" fmla="*/ 12 h 12"/>
                  <a:gd name="T10" fmla="*/ 12 w 13"/>
                  <a:gd name="T11" fmla="*/ 12 h 12"/>
                  <a:gd name="T12" fmla="*/ 12 w 13"/>
                  <a:gd name="T13" fmla="*/ 10 h 12"/>
                  <a:gd name="T14" fmla="*/ 13 w 13"/>
                  <a:gd name="T15" fmla="*/ 8 h 12"/>
                  <a:gd name="T16" fmla="*/ 11 w 13"/>
                  <a:gd name="T17" fmla="*/ 8 h 12"/>
                  <a:gd name="T18" fmla="*/ 3 w 13"/>
                  <a:gd name="T19" fmla="*/ 1 h 12"/>
                  <a:gd name="T20" fmla="*/ 3 w 13"/>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2">
                    <a:moveTo>
                      <a:pt x="3" y="0"/>
                    </a:moveTo>
                    <a:cubicBezTo>
                      <a:pt x="3" y="0"/>
                      <a:pt x="0" y="3"/>
                      <a:pt x="2" y="5"/>
                    </a:cubicBezTo>
                    <a:cubicBezTo>
                      <a:pt x="2" y="7"/>
                      <a:pt x="3" y="7"/>
                      <a:pt x="4" y="8"/>
                    </a:cubicBezTo>
                    <a:cubicBezTo>
                      <a:pt x="6" y="9"/>
                      <a:pt x="7" y="10"/>
                      <a:pt x="8" y="11"/>
                    </a:cubicBezTo>
                    <a:cubicBezTo>
                      <a:pt x="9" y="12"/>
                      <a:pt x="10" y="12"/>
                      <a:pt x="11" y="12"/>
                    </a:cubicBezTo>
                    <a:cubicBezTo>
                      <a:pt x="12" y="12"/>
                      <a:pt x="13" y="12"/>
                      <a:pt x="12" y="12"/>
                    </a:cubicBezTo>
                    <a:cubicBezTo>
                      <a:pt x="12" y="11"/>
                      <a:pt x="12" y="11"/>
                      <a:pt x="12" y="10"/>
                    </a:cubicBezTo>
                    <a:cubicBezTo>
                      <a:pt x="12" y="8"/>
                      <a:pt x="13" y="8"/>
                      <a:pt x="13" y="8"/>
                    </a:cubicBezTo>
                    <a:cubicBezTo>
                      <a:pt x="12" y="8"/>
                      <a:pt x="12" y="8"/>
                      <a:pt x="11" y="8"/>
                    </a:cubicBezTo>
                    <a:cubicBezTo>
                      <a:pt x="8" y="8"/>
                      <a:pt x="0" y="4"/>
                      <a:pt x="3" y="1"/>
                    </a:cubicBezTo>
                    <a:cubicBezTo>
                      <a:pt x="3" y="0"/>
                      <a:pt x="3" y="0"/>
                      <a:pt x="3" y="0"/>
                    </a:cubicBezTo>
                    <a:close/>
                  </a:path>
                </a:pathLst>
              </a:custGeom>
              <a:solidFill>
                <a:srgbClr val="FFFFFF"/>
              </a:solid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451"/>
              <p:cNvSpPr>
                <a:spLocks/>
              </p:cNvSpPr>
              <p:nvPr/>
            </p:nvSpPr>
            <p:spPr bwMode="auto">
              <a:xfrm>
                <a:off x="3481478" y="4157747"/>
                <a:ext cx="21122" cy="17601"/>
              </a:xfrm>
              <a:custGeom>
                <a:avLst/>
                <a:gdLst>
                  <a:gd name="T0" fmla="*/ 3 w 5"/>
                  <a:gd name="T1" fmla="*/ 2 h 4"/>
                  <a:gd name="T2" fmla="*/ 2 w 5"/>
                  <a:gd name="T3" fmla="*/ 1 h 4"/>
                  <a:gd name="T4" fmla="*/ 0 w 5"/>
                  <a:gd name="T5" fmla="*/ 2 h 4"/>
                  <a:gd name="T6" fmla="*/ 3 w 5"/>
                  <a:gd name="T7" fmla="*/ 4 h 4"/>
                  <a:gd name="T8" fmla="*/ 4 w 5"/>
                  <a:gd name="T9" fmla="*/ 4 h 4"/>
                  <a:gd name="T10" fmla="*/ 3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3" y="2"/>
                    </a:moveTo>
                    <a:cubicBezTo>
                      <a:pt x="3" y="1"/>
                      <a:pt x="2" y="1"/>
                      <a:pt x="2" y="1"/>
                    </a:cubicBezTo>
                    <a:cubicBezTo>
                      <a:pt x="1" y="1"/>
                      <a:pt x="0" y="0"/>
                      <a:pt x="0" y="2"/>
                    </a:cubicBezTo>
                    <a:cubicBezTo>
                      <a:pt x="0" y="3"/>
                      <a:pt x="2" y="4"/>
                      <a:pt x="3" y="4"/>
                    </a:cubicBezTo>
                    <a:cubicBezTo>
                      <a:pt x="4" y="4"/>
                      <a:pt x="4" y="4"/>
                      <a:pt x="4" y="4"/>
                    </a:cubicBezTo>
                    <a:cubicBezTo>
                      <a:pt x="4" y="4"/>
                      <a:pt x="5" y="3"/>
                      <a:pt x="3"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2452"/>
              <p:cNvSpPr>
                <a:spLocks/>
              </p:cNvSpPr>
              <p:nvPr/>
            </p:nvSpPr>
            <p:spPr bwMode="auto">
              <a:xfrm>
                <a:off x="3428673" y="4080301"/>
                <a:ext cx="128490" cy="95048"/>
              </a:xfrm>
              <a:custGeom>
                <a:avLst/>
                <a:gdLst>
                  <a:gd name="T0" fmla="*/ 10 w 31"/>
                  <a:gd name="T1" fmla="*/ 6 h 23"/>
                  <a:gd name="T2" fmla="*/ 18 w 31"/>
                  <a:gd name="T3" fmla="*/ 12 h 23"/>
                  <a:gd name="T4" fmla="*/ 25 w 31"/>
                  <a:gd name="T5" fmla="*/ 18 h 23"/>
                  <a:gd name="T6" fmla="*/ 31 w 31"/>
                  <a:gd name="T7" fmla="*/ 23 h 23"/>
                  <a:gd name="T8" fmla="*/ 24 w 31"/>
                  <a:gd name="T9" fmla="*/ 21 h 23"/>
                  <a:gd name="T10" fmla="*/ 20 w 31"/>
                  <a:gd name="T11" fmla="*/ 20 h 23"/>
                  <a:gd name="T12" fmla="*/ 14 w 31"/>
                  <a:gd name="T13" fmla="*/ 16 h 23"/>
                  <a:gd name="T14" fmla="*/ 14 w 31"/>
                  <a:gd name="T15" fmla="*/ 16 h 23"/>
                  <a:gd name="T16" fmla="*/ 13 w 31"/>
                  <a:gd name="T17" fmla="*/ 15 h 23"/>
                  <a:gd name="T18" fmla="*/ 8 w 31"/>
                  <a:gd name="T19" fmla="*/ 11 h 23"/>
                  <a:gd name="T20" fmla="*/ 8 w 31"/>
                  <a:gd name="T21" fmla="*/ 10 h 23"/>
                  <a:gd name="T22" fmla="*/ 7 w 31"/>
                  <a:gd name="T23" fmla="*/ 10 h 23"/>
                  <a:gd name="T24" fmla="*/ 3 w 31"/>
                  <a:gd name="T25" fmla="*/ 6 h 23"/>
                  <a:gd name="T26" fmla="*/ 7 w 31"/>
                  <a:gd name="T27" fmla="*/ 4 h 23"/>
                  <a:gd name="T28" fmla="*/ 10 w 31"/>
                  <a:gd name="T2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23">
                    <a:moveTo>
                      <a:pt x="10" y="6"/>
                    </a:moveTo>
                    <a:cubicBezTo>
                      <a:pt x="12" y="8"/>
                      <a:pt x="16" y="10"/>
                      <a:pt x="18" y="12"/>
                    </a:cubicBezTo>
                    <a:cubicBezTo>
                      <a:pt x="20" y="13"/>
                      <a:pt x="24" y="17"/>
                      <a:pt x="25" y="18"/>
                    </a:cubicBezTo>
                    <a:cubicBezTo>
                      <a:pt x="26" y="19"/>
                      <a:pt x="29" y="21"/>
                      <a:pt x="31" y="23"/>
                    </a:cubicBezTo>
                    <a:cubicBezTo>
                      <a:pt x="30" y="22"/>
                      <a:pt x="27" y="22"/>
                      <a:pt x="24" y="21"/>
                    </a:cubicBezTo>
                    <a:cubicBezTo>
                      <a:pt x="22" y="20"/>
                      <a:pt x="21" y="20"/>
                      <a:pt x="20" y="20"/>
                    </a:cubicBezTo>
                    <a:cubicBezTo>
                      <a:pt x="17" y="19"/>
                      <a:pt x="14" y="17"/>
                      <a:pt x="14" y="16"/>
                    </a:cubicBezTo>
                    <a:cubicBezTo>
                      <a:pt x="14" y="16"/>
                      <a:pt x="15" y="16"/>
                      <a:pt x="14" y="16"/>
                    </a:cubicBezTo>
                    <a:cubicBezTo>
                      <a:pt x="14" y="15"/>
                      <a:pt x="14" y="16"/>
                      <a:pt x="13" y="15"/>
                    </a:cubicBezTo>
                    <a:cubicBezTo>
                      <a:pt x="10" y="13"/>
                      <a:pt x="8" y="11"/>
                      <a:pt x="8" y="11"/>
                    </a:cubicBezTo>
                    <a:cubicBezTo>
                      <a:pt x="8" y="11"/>
                      <a:pt x="8" y="10"/>
                      <a:pt x="8" y="10"/>
                    </a:cubicBezTo>
                    <a:cubicBezTo>
                      <a:pt x="8" y="10"/>
                      <a:pt x="8" y="10"/>
                      <a:pt x="7" y="10"/>
                    </a:cubicBezTo>
                    <a:cubicBezTo>
                      <a:pt x="6" y="10"/>
                      <a:pt x="5" y="9"/>
                      <a:pt x="3" y="6"/>
                    </a:cubicBezTo>
                    <a:cubicBezTo>
                      <a:pt x="0" y="4"/>
                      <a:pt x="3" y="0"/>
                      <a:pt x="7" y="4"/>
                    </a:cubicBezTo>
                    <a:cubicBezTo>
                      <a:pt x="10" y="6"/>
                      <a:pt x="10" y="6"/>
                      <a:pt x="10" y="6"/>
                    </a:cubicBezTo>
                    <a:close/>
                  </a:path>
                </a:pathLst>
              </a:custGeom>
              <a:solidFill>
                <a:srgbClr val="FFFFFF"/>
              </a:solidFill>
              <a:ln w="9525">
                <a:solidFill>
                  <a:schemeClr val="accent1"/>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52" name="Freeform 2441"/>
          <p:cNvSpPr>
            <a:spLocks/>
          </p:cNvSpPr>
          <p:nvPr/>
        </p:nvSpPr>
        <p:spPr bwMode="auto">
          <a:xfrm>
            <a:off x="5364765" y="4705641"/>
            <a:ext cx="1767028" cy="138789"/>
          </a:xfrm>
          <a:custGeom>
            <a:avLst/>
            <a:gdLst>
              <a:gd name="T0" fmla="*/ 0 w 1748"/>
              <a:gd name="T1" fmla="*/ 0 h 213"/>
              <a:gd name="T2" fmla="*/ 255 w 1748"/>
              <a:gd name="T3" fmla="*/ 213 h 213"/>
              <a:gd name="T4" fmla="*/ 1748 w 1748"/>
              <a:gd name="T5" fmla="*/ 213 h 213"/>
            </a:gdLst>
            <a:ahLst/>
            <a:cxnLst>
              <a:cxn ang="0">
                <a:pos x="T0" y="T1"/>
              </a:cxn>
              <a:cxn ang="0">
                <a:pos x="T2" y="T3"/>
              </a:cxn>
              <a:cxn ang="0">
                <a:pos x="T4" y="T5"/>
              </a:cxn>
            </a:cxnLst>
            <a:rect l="0" t="0" r="r" b="b"/>
            <a:pathLst>
              <a:path w="1748" h="213">
                <a:moveTo>
                  <a:pt x="0" y="0"/>
                </a:moveTo>
                <a:lnTo>
                  <a:pt x="255" y="213"/>
                </a:lnTo>
                <a:lnTo>
                  <a:pt x="1748" y="213"/>
                </a:lnTo>
              </a:path>
            </a:pathLst>
          </a:custGeom>
          <a:ln>
            <a:solidFill>
              <a:schemeClr val="accent1"/>
            </a:solidFill>
            <a:headEnd/>
            <a:tailEnd type="oval"/>
          </a:ln>
          <a:extLst/>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solidFill>
                <a:srgbClr val="DA4841"/>
              </a:solidFill>
            </a:endParaRPr>
          </a:p>
        </p:txBody>
      </p:sp>
      <p:sp>
        <p:nvSpPr>
          <p:cNvPr id="53" name="Freeform 2441"/>
          <p:cNvSpPr>
            <a:spLocks/>
          </p:cNvSpPr>
          <p:nvPr/>
        </p:nvSpPr>
        <p:spPr bwMode="auto">
          <a:xfrm>
            <a:off x="5292849" y="4412381"/>
            <a:ext cx="1838944" cy="181241"/>
          </a:xfrm>
          <a:custGeom>
            <a:avLst/>
            <a:gdLst>
              <a:gd name="T0" fmla="*/ 0 w 1748"/>
              <a:gd name="T1" fmla="*/ 0 h 213"/>
              <a:gd name="T2" fmla="*/ 255 w 1748"/>
              <a:gd name="T3" fmla="*/ 213 h 213"/>
              <a:gd name="T4" fmla="*/ 1748 w 1748"/>
              <a:gd name="T5" fmla="*/ 213 h 213"/>
              <a:gd name="connsiteX0" fmla="*/ 0 w 10000"/>
              <a:gd name="connsiteY0" fmla="*/ 0 h 10000"/>
              <a:gd name="connsiteX1" fmla="*/ 1652 w 10000"/>
              <a:gd name="connsiteY1" fmla="*/ 10000 h 10000"/>
              <a:gd name="connsiteX2" fmla="*/ 10000 w 10000"/>
              <a:gd name="connsiteY2" fmla="*/ 10000 h 10000"/>
            </a:gdLst>
            <a:ahLst/>
            <a:cxnLst>
              <a:cxn ang="0">
                <a:pos x="connsiteX0" y="connsiteY0"/>
              </a:cxn>
              <a:cxn ang="0">
                <a:pos x="connsiteX1" y="connsiteY1"/>
              </a:cxn>
              <a:cxn ang="0">
                <a:pos x="connsiteX2" y="connsiteY2"/>
              </a:cxn>
            </a:cxnLst>
            <a:rect l="l" t="t" r="r" b="b"/>
            <a:pathLst>
              <a:path w="10000" h="10000">
                <a:moveTo>
                  <a:pt x="0" y="0"/>
                </a:moveTo>
                <a:lnTo>
                  <a:pt x="1652" y="10000"/>
                </a:lnTo>
                <a:lnTo>
                  <a:pt x="10000" y="10000"/>
                </a:lnTo>
              </a:path>
            </a:pathLst>
          </a:custGeom>
          <a:ln>
            <a:solidFill>
              <a:schemeClr val="tx2">
                <a:lumMod val="60000"/>
                <a:lumOff val="40000"/>
              </a:schemeClr>
            </a:solidFill>
            <a:headEnd/>
            <a:tailEnd type="oval"/>
          </a:ln>
          <a:extLst/>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solidFill>
                <a:srgbClr val="DA4841"/>
              </a:solidFill>
            </a:endParaRPr>
          </a:p>
        </p:txBody>
      </p:sp>
      <p:grpSp>
        <p:nvGrpSpPr>
          <p:cNvPr id="54" name="组合 53"/>
          <p:cNvGrpSpPr/>
          <p:nvPr/>
        </p:nvGrpSpPr>
        <p:grpSpPr>
          <a:xfrm rot="20336756">
            <a:off x="4997631" y="3869005"/>
            <a:ext cx="232339" cy="271062"/>
            <a:chOff x="3419872" y="3435846"/>
            <a:chExt cx="232339" cy="271062"/>
          </a:xfrm>
        </p:grpSpPr>
        <p:sp>
          <p:nvSpPr>
            <p:cNvPr id="55" name="Freeform 2442"/>
            <p:cNvSpPr>
              <a:spLocks/>
            </p:cNvSpPr>
            <p:nvPr/>
          </p:nvSpPr>
          <p:spPr bwMode="auto">
            <a:xfrm>
              <a:off x="3419872" y="3435846"/>
              <a:ext cx="232339" cy="271062"/>
            </a:xfrm>
            <a:custGeom>
              <a:avLst/>
              <a:gdLst>
                <a:gd name="T0" fmla="*/ 11 w 56"/>
                <a:gd name="T1" fmla="*/ 27 h 65"/>
                <a:gd name="T2" fmla="*/ 12 w 56"/>
                <a:gd name="T3" fmla="*/ 28 h 65"/>
                <a:gd name="T4" fmla="*/ 12 w 56"/>
                <a:gd name="T5" fmla="*/ 36 h 65"/>
                <a:gd name="T6" fmla="*/ 13 w 56"/>
                <a:gd name="T7" fmla="*/ 41 h 65"/>
                <a:gd name="T8" fmla="*/ 19 w 56"/>
                <a:gd name="T9" fmla="*/ 46 h 65"/>
                <a:gd name="T10" fmla="*/ 32 w 56"/>
                <a:gd name="T11" fmla="*/ 55 h 65"/>
                <a:gd name="T12" fmla="*/ 33 w 56"/>
                <a:gd name="T13" fmla="*/ 57 h 65"/>
                <a:gd name="T14" fmla="*/ 32 w 56"/>
                <a:gd name="T15" fmla="*/ 59 h 65"/>
                <a:gd name="T16" fmla="*/ 37 w 56"/>
                <a:gd name="T17" fmla="*/ 63 h 65"/>
                <a:gd name="T18" fmla="*/ 48 w 56"/>
                <a:gd name="T19" fmla="*/ 56 h 65"/>
                <a:gd name="T20" fmla="*/ 53 w 56"/>
                <a:gd name="T21" fmla="*/ 42 h 65"/>
                <a:gd name="T22" fmla="*/ 49 w 56"/>
                <a:gd name="T23" fmla="*/ 39 h 65"/>
                <a:gd name="T24" fmla="*/ 47 w 56"/>
                <a:gd name="T25" fmla="*/ 39 h 65"/>
                <a:gd name="T26" fmla="*/ 46 w 56"/>
                <a:gd name="T27" fmla="*/ 39 h 65"/>
                <a:gd name="T28" fmla="*/ 40 w 56"/>
                <a:gd name="T29" fmla="*/ 30 h 65"/>
                <a:gd name="T30" fmla="*/ 35 w 56"/>
                <a:gd name="T31" fmla="*/ 24 h 65"/>
                <a:gd name="T32" fmla="*/ 21 w 56"/>
                <a:gd name="T33" fmla="*/ 13 h 65"/>
                <a:gd name="T34" fmla="*/ 9 w 56"/>
                <a:gd name="T35" fmla="*/ 4 h 65"/>
                <a:gd name="T36" fmla="*/ 5 w 56"/>
                <a:gd name="T37" fmla="*/ 9 h 65"/>
                <a:gd name="T38" fmla="*/ 9 w 56"/>
                <a:gd name="T39" fmla="*/ 13 h 65"/>
                <a:gd name="T40" fmla="*/ 15 w 56"/>
                <a:gd name="T41" fmla="*/ 18 h 65"/>
                <a:gd name="T42" fmla="*/ 19 w 56"/>
                <a:gd name="T43" fmla="*/ 21 h 65"/>
                <a:gd name="T44" fmla="*/ 15 w 56"/>
                <a:gd name="T45" fmla="*/ 20 h 65"/>
                <a:gd name="T46" fmla="*/ 11 w 56"/>
                <a:gd name="T4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 h="65">
                  <a:moveTo>
                    <a:pt x="11" y="27"/>
                  </a:moveTo>
                  <a:cubicBezTo>
                    <a:pt x="12" y="28"/>
                    <a:pt x="12" y="28"/>
                    <a:pt x="12" y="28"/>
                  </a:cubicBezTo>
                  <a:cubicBezTo>
                    <a:pt x="10" y="29"/>
                    <a:pt x="9" y="34"/>
                    <a:pt x="12" y="36"/>
                  </a:cubicBezTo>
                  <a:cubicBezTo>
                    <a:pt x="10" y="37"/>
                    <a:pt x="11" y="40"/>
                    <a:pt x="13" y="41"/>
                  </a:cubicBezTo>
                  <a:cubicBezTo>
                    <a:pt x="15" y="42"/>
                    <a:pt x="16" y="43"/>
                    <a:pt x="19" y="46"/>
                  </a:cubicBezTo>
                  <a:cubicBezTo>
                    <a:pt x="22" y="50"/>
                    <a:pt x="25" y="54"/>
                    <a:pt x="32" y="55"/>
                  </a:cubicBezTo>
                  <a:cubicBezTo>
                    <a:pt x="32" y="56"/>
                    <a:pt x="33" y="56"/>
                    <a:pt x="33" y="57"/>
                  </a:cubicBezTo>
                  <a:cubicBezTo>
                    <a:pt x="32" y="57"/>
                    <a:pt x="31" y="58"/>
                    <a:pt x="32" y="59"/>
                  </a:cubicBezTo>
                  <a:cubicBezTo>
                    <a:pt x="37" y="63"/>
                    <a:pt x="37" y="63"/>
                    <a:pt x="37" y="63"/>
                  </a:cubicBezTo>
                  <a:cubicBezTo>
                    <a:pt x="38" y="65"/>
                    <a:pt x="41" y="63"/>
                    <a:pt x="48" y="56"/>
                  </a:cubicBezTo>
                  <a:cubicBezTo>
                    <a:pt x="54" y="48"/>
                    <a:pt x="56" y="45"/>
                    <a:pt x="53" y="42"/>
                  </a:cubicBezTo>
                  <a:cubicBezTo>
                    <a:pt x="50" y="40"/>
                    <a:pt x="49" y="39"/>
                    <a:pt x="49" y="39"/>
                  </a:cubicBezTo>
                  <a:cubicBezTo>
                    <a:pt x="48" y="38"/>
                    <a:pt x="48" y="39"/>
                    <a:pt x="47" y="39"/>
                  </a:cubicBezTo>
                  <a:cubicBezTo>
                    <a:pt x="47" y="39"/>
                    <a:pt x="46" y="39"/>
                    <a:pt x="46" y="39"/>
                  </a:cubicBezTo>
                  <a:cubicBezTo>
                    <a:pt x="46" y="38"/>
                    <a:pt x="43" y="33"/>
                    <a:pt x="40" y="30"/>
                  </a:cubicBezTo>
                  <a:cubicBezTo>
                    <a:pt x="37" y="27"/>
                    <a:pt x="37" y="25"/>
                    <a:pt x="35" y="24"/>
                  </a:cubicBezTo>
                  <a:cubicBezTo>
                    <a:pt x="32" y="22"/>
                    <a:pt x="24" y="15"/>
                    <a:pt x="21" y="13"/>
                  </a:cubicBezTo>
                  <a:cubicBezTo>
                    <a:pt x="19" y="11"/>
                    <a:pt x="14" y="8"/>
                    <a:pt x="9" y="4"/>
                  </a:cubicBezTo>
                  <a:cubicBezTo>
                    <a:pt x="5" y="0"/>
                    <a:pt x="0" y="5"/>
                    <a:pt x="5" y="9"/>
                  </a:cubicBezTo>
                  <a:cubicBezTo>
                    <a:pt x="8" y="11"/>
                    <a:pt x="8" y="12"/>
                    <a:pt x="9" y="13"/>
                  </a:cubicBezTo>
                  <a:cubicBezTo>
                    <a:pt x="12" y="14"/>
                    <a:pt x="14" y="16"/>
                    <a:pt x="15" y="18"/>
                  </a:cubicBezTo>
                  <a:cubicBezTo>
                    <a:pt x="16" y="19"/>
                    <a:pt x="17" y="19"/>
                    <a:pt x="19" y="21"/>
                  </a:cubicBezTo>
                  <a:cubicBezTo>
                    <a:pt x="17" y="20"/>
                    <a:pt x="17" y="21"/>
                    <a:pt x="15" y="20"/>
                  </a:cubicBezTo>
                  <a:cubicBezTo>
                    <a:pt x="11" y="19"/>
                    <a:pt x="9" y="25"/>
                    <a:pt x="11" y="27"/>
                  </a:cubicBezTo>
                  <a:close/>
                </a:path>
              </a:pathLst>
            </a:custGeom>
            <a:solidFill>
              <a:srgbClr val="29ABE2"/>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2443"/>
            <p:cNvSpPr>
              <a:spLocks/>
            </p:cNvSpPr>
            <p:nvPr/>
          </p:nvSpPr>
          <p:spPr bwMode="auto">
            <a:xfrm>
              <a:off x="3557163" y="3603059"/>
              <a:ext cx="91527" cy="95048"/>
            </a:xfrm>
            <a:custGeom>
              <a:avLst/>
              <a:gdLst>
                <a:gd name="T0" fmla="*/ 9 w 22"/>
                <a:gd name="T1" fmla="*/ 10 h 23"/>
                <a:gd name="T2" fmla="*/ 1 w 22"/>
                <a:gd name="T3" fmla="*/ 18 h 23"/>
                <a:gd name="T4" fmla="*/ 1 w 22"/>
                <a:gd name="T5" fmla="*/ 19 h 23"/>
                <a:gd name="T6" fmla="*/ 4 w 22"/>
                <a:gd name="T7" fmla="*/ 22 h 23"/>
                <a:gd name="T8" fmla="*/ 14 w 22"/>
                <a:gd name="T9" fmla="*/ 14 h 23"/>
                <a:gd name="T10" fmla="*/ 19 w 22"/>
                <a:gd name="T11" fmla="*/ 3 h 23"/>
                <a:gd name="T12" fmla="*/ 16 w 22"/>
                <a:gd name="T13" fmla="*/ 0 h 23"/>
                <a:gd name="T14" fmla="*/ 15 w 22"/>
                <a:gd name="T15" fmla="*/ 0 h 23"/>
                <a:gd name="T16" fmla="*/ 9 w 22"/>
                <a:gd name="T17" fmla="*/ 1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3">
                  <a:moveTo>
                    <a:pt x="9" y="10"/>
                  </a:moveTo>
                  <a:cubicBezTo>
                    <a:pt x="6" y="13"/>
                    <a:pt x="1" y="18"/>
                    <a:pt x="1" y="18"/>
                  </a:cubicBezTo>
                  <a:cubicBezTo>
                    <a:pt x="0" y="18"/>
                    <a:pt x="0" y="19"/>
                    <a:pt x="1" y="19"/>
                  </a:cubicBezTo>
                  <a:cubicBezTo>
                    <a:pt x="2" y="20"/>
                    <a:pt x="4" y="22"/>
                    <a:pt x="4" y="22"/>
                  </a:cubicBezTo>
                  <a:cubicBezTo>
                    <a:pt x="5" y="23"/>
                    <a:pt x="7" y="23"/>
                    <a:pt x="14" y="14"/>
                  </a:cubicBezTo>
                  <a:cubicBezTo>
                    <a:pt x="21" y="6"/>
                    <a:pt x="22" y="5"/>
                    <a:pt x="19" y="3"/>
                  </a:cubicBezTo>
                  <a:cubicBezTo>
                    <a:pt x="16" y="0"/>
                    <a:pt x="16" y="0"/>
                    <a:pt x="16" y="0"/>
                  </a:cubicBezTo>
                  <a:cubicBezTo>
                    <a:pt x="16" y="0"/>
                    <a:pt x="16" y="0"/>
                    <a:pt x="15" y="0"/>
                  </a:cubicBezTo>
                  <a:cubicBezTo>
                    <a:pt x="15" y="0"/>
                    <a:pt x="15" y="2"/>
                    <a:pt x="9" y="10"/>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2444"/>
            <p:cNvSpPr>
              <a:spLocks/>
            </p:cNvSpPr>
            <p:nvPr/>
          </p:nvSpPr>
          <p:spPr bwMode="auto">
            <a:xfrm>
              <a:off x="3469156" y="3527373"/>
              <a:ext cx="146091" cy="146092"/>
            </a:xfrm>
            <a:custGeom>
              <a:avLst/>
              <a:gdLst>
                <a:gd name="T0" fmla="*/ 22 w 35"/>
                <a:gd name="T1" fmla="*/ 23 h 35"/>
                <a:gd name="T2" fmla="*/ 22 w 35"/>
                <a:gd name="T3" fmla="*/ 23 h 35"/>
                <a:gd name="T4" fmla="*/ 20 w 35"/>
                <a:gd name="T5" fmla="*/ 22 h 35"/>
                <a:gd name="T6" fmla="*/ 17 w 35"/>
                <a:gd name="T7" fmla="*/ 19 h 35"/>
                <a:gd name="T8" fmla="*/ 11 w 35"/>
                <a:gd name="T9" fmla="*/ 21 h 35"/>
                <a:gd name="T10" fmla="*/ 7 w 35"/>
                <a:gd name="T11" fmla="*/ 21 h 35"/>
                <a:gd name="T12" fmla="*/ 7 w 35"/>
                <a:gd name="T13" fmla="*/ 22 h 35"/>
                <a:gd name="T14" fmla="*/ 13 w 35"/>
                <a:gd name="T15" fmla="*/ 29 h 35"/>
                <a:gd name="T16" fmla="*/ 27 w 35"/>
                <a:gd name="T17" fmla="*/ 29 h 35"/>
                <a:gd name="T18" fmla="*/ 34 w 35"/>
                <a:gd name="T19" fmla="*/ 20 h 35"/>
                <a:gd name="T20" fmla="*/ 33 w 35"/>
                <a:gd name="T21" fmla="*/ 16 h 35"/>
                <a:gd name="T22" fmla="*/ 25 w 35"/>
                <a:gd name="T23" fmla="*/ 5 h 35"/>
                <a:gd name="T24" fmla="*/ 21 w 35"/>
                <a:gd name="T25" fmla="*/ 3 h 35"/>
                <a:gd name="T26" fmla="*/ 12 w 35"/>
                <a:gd name="T27" fmla="*/ 0 h 35"/>
                <a:gd name="T28" fmla="*/ 10 w 35"/>
                <a:gd name="T29" fmla="*/ 0 h 35"/>
                <a:gd name="T30" fmla="*/ 9 w 35"/>
                <a:gd name="T31" fmla="*/ 0 h 35"/>
                <a:gd name="T32" fmla="*/ 7 w 35"/>
                <a:gd name="T33" fmla="*/ 0 h 35"/>
                <a:gd name="T34" fmla="*/ 8 w 35"/>
                <a:gd name="T35" fmla="*/ 2 h 35"/>
                <a:gd name="T36" fmla="*/ 7 w 35"/>
                <a:gd name="T37" fmla="*/ 3 h 35"/>
                <a:gd name="T38" fmla="*/ 4 w 35"/>
                <a:gd name="T39" fmla="*/ 2 h 35"/>
                <a:gd name="T40" fmla="*/ 3 w 35"/>
                <a:gd name="T41" fmla="*/ 2 h 35"/>
                <a:gd name="T42" fmla="*/ 2 w 35"/>
                <a:gd name="T43" fmla="*/ 0 h 35"/>
                <a:gd name="T44" fmla="*/ 4 w 35"/>
                <a:gd name="T45" fmla="*/ 4 h 35"/>
                <a:gd name="T46" fmla="*/ 7 w 35"/>
                <a:gd name="T47" fmla="*/ 5 h 35"/>
                <a:gd name="T48" fmla="*/ 11 w 35"/>
                <a:gd name="T49" fmla="*/ 5 h 35"/>
                <a:gd name="T50" fmla="*/ 12 w 35"/>
                <a:gd name="T51" fmla="*/ 5 h 35"/>
                <a:gd name="T52" fmla="*/ 15 w 35"/>
                <a:gd name="T53" fmla="*/ 7 h 35"/>
                <a:gd name="T54" fmla="*/ 16 w 35"/>
                <a:gd name="T55" fmla="*/ 7 h 35"/>
                <a:gd name="T56" fmla="*/ 17 w 35"/>
                <a:gd name="T57" fmla="*/ 8 h 35"/>
                <a:gd name="T58" fmla="*/ 16 w 35"/>
                <a:gd name="T59" fmla="*/ 10 h 35"/>
                <a:gd name="T60" fmla="*/ 18 w 35"/>
                <a:gd name="T61" fmla="*/ 11 h 35"/>
                <a:gd name="T62" fmla="*/ 20 w 35"/>
                <a:gd name="T63" fmla="*/ 11 h 35"/>
                <a:gd name="T64" fmla="*/ 19 w 35"/>
                <a:gd name="T65" fmla="*/ 12 h 35"/>
                <a:gd name="T66" fmla="*/ 17 w 35"/>
                <a:gd name="T67" fmla="*/ 14 h 35"/>
                <a:gd name="T68" fmla="*/ 22 w 35"/>
                <a:gd name="T69" fmla="*/ 22 h 35"/>
                <a:gd name="T70" fmla="*/ 22 w 35"/>
                <a:gd name="T71"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 h="35">
                  <a:moveTo>
                    <a:pt x="22" y="23"/>
                  </a:moveTo>
                  <a:cubicBezTo>
                    <a:pt x="22" y="23"/>
                    <a:pt x="22" y="23"/>
                    <a:pt x="22" y="23"/>
                  </a:cubicBezTo>
                  <a:cubicBezTo>
                    <a:pt x="21" y="23"/>
                    <a:pt x="21" y="22"/>
                    <a:pt x="20" y="22"/>
                  </a:cubicBezTo>
                  <a:cubicBezTo>
                    <a:pt x="20" y="22"/>
                    <a:pt x="18" y="20"/>
                    <a:pt x="17" y="19"/>
                  </a:cubicBezTo>
                  <a:cubicBezTo>
                    <a:pt x="16" y="19"/>
                    <a:pt x="13" y="19"/>
                    <a:pt x="11" y="21"/>
                  </a:cubicBezTo>
                  <a:cubicBezTo>
                    <a:pt x="10" y="21"/>
                    <a:pt x="9" y="22"/>
                    <a:pt x="7" y="21"/>
                  </a:cubicBezTo>
                  <a:cubicBezTo>
                    <a:pt x="7" y="21"/>
                    <a:pt x="6" y="22"/>
                    <a:pt x="7" y="22"/>
                  </a:cubicBezTo>
                  <a:cubicBezTo>
                    <a:pt x="8" y="24"/>
                    <a:pt x="8" y="25"/>
                    <a:pt x="13" y="29"/>
                  </a:cubicBezTo>
                  <a:cubicBezTo>
                    <a:pt x="18" y="32"/>
                    <a:pt x="22" y="35"/>
                    <a:pt x="27" y="29"/>
                  </a:cubicBezTo>
                  <a:cubicBezTo>
                    <a:pt x="30" y="27"/>
                    <a:pt x="33" y="22"/>
                    <a:pt x="34" y="20"/>
                  </a:cubicBezTo>
                  <a:cubicBezTo>
                    <a:pt x="35" y="18"/>
                    <a:pt x="33" y="17"/>
                    <a:pt x="33" y="16"/>
                  </a:cubicBezTo>
                  <a:cubicBezTo>
                    <a:pt x="30" y="10"/>
                    <a:pt x="27" y="8"/>
                    <a:pt x="25" y="5"/>
                  </a:cubicBezTo>
                  <a:cubicBezTo>
                    <a:pt x="24" y="4"/>
                    <a:pt x="23" y="3"/>
                    <a:pt x="21" y="3"/>
                  </a:cubicBezTo>
                  <a:cubicBezTo>
                    <a:pt x="17" y="2"/>
                    <a:pt x="13" y="0"/>
                    <a:pt x="12" y="0"/>
                  </a:cubicBezTo>
                  <a:cubicBezTo>
                    <a:pt x="11" y="0"/>
                    <a:pt x="11" y="0"/>
                    <a:pt x="10" y="0"/>
                  </a:cubicBezTo>
                  <a:cubicBezTo>
                    <a:pt x="10" y="0"/>
                    <a:pt x="9" y="0"/>
                    <a:pt x="9" y="0"/>
                  </a:cubicBezTo>
                  <a:cubicBezTo>
                    <a:pt x="8" y="0"/>
                    <a:pt x="8" y="0"/>
                    <a:pt x="7" y="0"/>
                  </a:cubicBezTo>
                  <a:cubicBezTo>
                    <a:pt x="7" y="1"/>
                    <a:pt x="8" y="0"/>
                    <a:pt x="8" y="2"/>
                  </a:cubicBezTo>
                  <a:cubicBezTo>
                    <a:pt x="8" y="3"/>
                    <a:pt x="7" y="3"/>
                    <a:pt x="7" y="3"/>
                  </a:cubicBezTo>
                  <a:cubicBezTo>
                    <a:pt x="6" y="3"/>
                    <a:pt x="5" y="3"/>
                    <a:pt x="4" y="2"/>
                  </a:cubicBezTo>
                  <a:cubicBezTo>
                    <a:pt x="4" y="2"/>
                    <a:pt x="4" y="2"/>
                    <a:pt x="3" y="2"/>
                  </a:cubicBezTo>
                  <a:cubicBezTo>
                    <a:pt x="2" y="1"/>
                    <a:pt x="2" y="0"/>
                    <a:pt x="2" y="0"/>
                  </a:cubicBezTo>
                  <a:cubicBezTo>
                    <a:pt x="0" y="2"/>
                    <a:pt x="3" y="3"/>
                    <a:pt x="4" y="4"/>
                  </a:cubicBezTo>
                  <a:cubicBezTo>
                    <a:pt x="5" y="5"/>
                    <a:pt x="6" y="5"/>
                    <a:pt x="7" y="5"/>
                  </a:cubicBezTo>
                  <a:cubicBezTo>
                    <a:pt x="8" y="5"/>
                    <a:pt x="10" y="7"/>
                    <a:pt x="11" y="5"/>
                  </a:cubicBezTo>
                  <a:cubicBezTo>
                    <a:pt x="11" y="5"/>
                    <a:pt x="12" y="5"/>
                    <a:pt x="12" y="5"/>
                  </a:cubicBezTo>
                  <a:cubicBezTo>
                    <a:pt x="12" y="6"/>
                    <a:pt x="15" y="8"/>
                    <a:pt x="15" y="7"/>
                  </a:cubicBezTo>
                  <a:cubicBezTo>
                    <a:pt x="16" y="7"/>
                    <a:pt x="16" y="7"/>
                    <a:pt x="16" y="7"/>
                  </a:cubicBezTo>
                  <a:cubicBezTo>
                    <a:pt x="17" y="7"/>
                    <a:pt x="17" y="8"/>
                    <a:pt x="17" y="8"/>
                  </a:cubicBezTo>
                  <a:cubicBezTo>
                    <a:pt x="16" y="9"/>
                    <a:pt x="16" y="9"/>
                    <a:pt x="16" y="10"/>
                  </a:cubicBezTo>
                  <a:cubicBezTo>
                    <a:pt x="17" y="11"/>
                    <a:pt x="17" y="11"/>
                    <a:pt x="18" y="11"/>
                  </a:cubicBezTo>
                  <a:cubicBezTo>
                    <a:pt x="18" y="11"/>
                    <a:pt x="19" y="11"/>
                    <a:pt x="20" y="11"/>
                  </a:cubicBezTo>
                  <a:cubicBezTo>
                    <a:pt x="20" y="12"/>
                    <a:pt x="20" y="12"/>
                    <a:pt x="19" y="12"/>
                  </a:cubicBezTo>
                  <a:cubicBezTo>
                    <a:pt x="18" y="12"/>
                    <a:pt x="17" y="12"/>
                    <a:pt x="17" y="14"/>
                  </a:cubicBezTo>
                  <a:cubicBezTo>
                    <a:pt x="17" y="17"/>
                    <a:pt x="16" y="17"/>
                    <a:pt x="22" y="22"/>
                  </a:cubicBezTo>
                  <a:cubicBezTo>
                    <a:pt x="22" y="22"/>
                    <a:pt x="22" y="22"/>
                    <a:pt x="22" y="23"/>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2445"/>
            <p:cNvSpPr>
              <a:spLocks/>
            </p:cNvSpPr>
            <p:nvPr/>
          </p:nvSpPr>
          <p:spPr bwMode="auto">
            <a:xfrm>
              <a:off x="3514920" y="3576657"/>
              <a:ext cx="17601" cy="14081"/>
            </a:xfrm>
            <a:custGeom>
              <a:avLst/>
              <a:gdLst>
                <a:gd name="T0" fmla="*/ 2 w 4"/>
                <a:gd name="T1" fmla="*/ 3 h 3"/>
                <a:gd name="T2" fmla="*/ 4 w 4"/>
                <a:gd name="T3" fmla="*/ 1 h 3"/>
                <a:gd name="T4" fmla="*/ 3 w 4"/>
                <a:gd name="T5" fmla="*/ 0 h 3"/>
                <a:gd name="T6" fmla="*/ 0 w 4"/>
                <a:gd name="T7" fmla="*/ 3 h 3"/>
                <a:gd name="T8" fmla="*/ 2 w 4"/>
                <a:gd name="T9" fmla="*/ 3 h 3"/>
              </a:gdLst>
              <a:ahLst/>
              <a:cxnLst>
                <a:cxn ang="0">
                  <a:pos x="T0" y="T1"/>
                </a:cxn>
                <a:cxn ang="0">
                  <a:pos x="T2" y="T3"/>
                </a:cxn>
                <a:cxn ang="0">
                  <a:pos x="T4" y="T5"/>
                </a:cxn>
                <a:cxn ang="0">
                  <a:pos x="T6" y="T7"/>
                </a:cxn>
                <a:cxn ang="0">
                  <a:pos x="T8" y="T9"/>
                </a:cxn>
              </a:cxnLst>
              <a:rect l="0" t="0" r="r" b="b"/>
              <a:pathLst>
                <a:path w="4" h="3">
                  <a:moveTo>
                    <a:pt x="2" y="3"/>
                  </a:moveTo>
                  <a:cubicBezTo>
                    <a:pt x="3" y="3"/>
                    <a:pt x="4" y="3"/>
                    <a:pt x="4" y="1"/>
                  </a:cubicBezTo>
                  <a:cubicBezTo>
                    <a:pt x="4" y="1"/>
                    <a:pt x="4" y="1"/>
                    <a:pt x="3" y="0"/>
                  </a:cubicBezTo>
                  <a:cubicBezTo>
                    <a:pt x="3" y="0"/>
                    <a:pt x="0" y="1"/>
                    <a:pt x="0" y="3"/>
                  </a:cubicBezTo>
                  <a:cubicBezTo>
                    <a:pt x="1" y="3"/>
                    <a:pt x="1" y="3"/>
                    <a:pt x="2" y="3"/>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2446"/>
            <p:cNvSpPr>
              <a:spLocks/>
            </p:cNvSpPr>
            <p:nvPr/>
          </p:nvSpPr>
          <p:spPr bwMode="auto">
            <a:xfrm>
              <a:off x="3514920" y="3594259"/>
              <a:ext cx="17601" cy="12322"/>
            </a:xfrm>
            <a:custGeom>
              <a:avLst/>
              <a:gdLst>
                <a:gd name="T0" fmla="*/ 0 w 4"/>
                <a:gd name="T1" fmla="*/ 3 h 3"/>
                <a:gd name="T2" fmla="*/ 3 w 4"/>
                <a:gd name="T3" fmla="*/ 2 h 3"/>
                <a:gd name="T4" fmla="*/ 3 w 4"/>
                <a:gd name="T5" fmla="*/ 0 h 3"/>
                <a:gd name="T6" fmla="*/ 0 w 4"/>
                <a:gd name="T7" fmla="*/ 1 h 3"/>
                <a:gd name="T8" fmla="*/ 0 w 4"/>
                <a:gd name="T9" fmla="*/ 3 h 3"/>
              </a:gdLst>
              <a:ahLst/>
              <a:cxnLst>
                <a:cxn ang="0">
                  <a:pos x="T0" y="T1"/>
                </a:cxn>
                <a:cxn ang="0">
                  <a:pos x="T2" y="T3"/>
                </a:cxn>
                <a:cxn ang="0">
                  <a:pos x="T4" y="T5"/>
                </a:cxn>
                <a:cxn ang="0">
                  <a:pos x="T6" y="T7"/>
                </a:cxn>
                <a:cxn ang="0">
                  <a:pos x="T8" y="T9"/>
                </a:cxn>
              </a:cxnLst>
              <a:rect l="0" t="0" r="r" b="b"/>
              <a:pathLst>
                <a:path w="4" h="3">
                  <a:moveTo>
                    <a:pt x="0" y="3"/>
                  </a:moveTo>
                  <a:cubicBezTo>
                    <a:pt x="1" y="3"/>
                    <a:pt x="3" y="2"/>
                    <a:pt x="3" y="2"/>
                  </a:cubicBezTo>
                  <a:cubicBezTo>
                    <a:pt x="3" y="2"/>
                    <a:pt x="4" y="1"/>
                    <a:pt x="3" y="0"/>
                  </a:cubicBezTo>
                  <a:cubicBezTo>
                    <a:pt x="2" y="0"/>
                    <a:pt x="1" y="0"/>
                    <a:pt x="0" y="1"/>
                  </a:cubicBezTo>
                  <a:cubicBezTo>
                    <a:pt x="0" y="2"/>
                    <a:pt x="0" y="3"/>
                    <a:pt x="0" y="3"/>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2447"/>
            <p:cNvSpPr>
              <a:spLocks/>
            </p:cNvSpPr>
            <p:nvPr/>
          </p:nvSpPr>
          <p:spPr bwMode="auto">
            <a:xfrm>
              <a:off x="3514920" y="3560816"/>
              <a:ext cx="17601" cy="12322"/>
            </a:xfrm>
            <a:custGeom>
              <a:avLst/>
              <a:gdLst>
                <a:gd name="T0" fmla="*/ 1 w 4"/>
                <a:gd name="T1" fmla="*/ 3 h 3"/>
                <a:gd name="T2" fmla="*/ 4 w 4"/>
                <a:gd name="T3" fmla="*/ 2 h 3"/>
                <a:gd name="T4" fmla="*/ 2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2"/>
                    <a:pt x="4" y="2"/>
                  </a:cubicBezTo>
                  <a:cubicBezTo>
                    <a:pt x="4" y="1"/>
                    <a:pt x="4" y="0"/>
                    <a:pt x="2" y="0"/>
                  </a:cubicBezTo>
                  <a:cubicBezTo>
                    <a:pt x="2" y="0"/>
                    <a:pt x="0" y="0"/>
                    <a:pt x="0" y="2"/>
                  </a:cubicBezTo>
                  <a:cubicBezTo>
                    <a:pt x="0" y="2"/>
                    <a:pt x="0" y="3"/>
                    <a:pt x="1" y="3"/>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2448"/>
            <p:cNvSpPr>
              <a:spLocks/>
            </p:cNvSpPr>
            <p:nvPr/>
          </p:nvSpPr>
          <p:spPr bwMode="auto">
            <a:xfrm>
              <a:off x="3462115" y="3585458"/>
              <a:ext cx="52804" cy="29923"/>
            </a:xfrm>
            <a:custGeom>
              <a:avLst/>
              <a:gdLst>
                <a:gd name="T0" fmla="*/ 3 w 13"/>
                <a:gd name="T1" fmla="*/ 0 h 7"/>
                <a:gd name="T2" fmla="*/ 5 w 13"/>
                <a:gd name="T3" fmla="*/ 5 h 7"/>
                <a:gd name="T4" fmla="*/ 11 w 13"/>
                <a:gd name="T5" fmla="*/ 6 h 7"/>
                <a:gd name="T6" fmla="*/ 13 w 13"/>
                <a:gd name="T7" fmla="*/ 5 h 7"/>
                <a:gd name="T8" fmla="*/ 12 w 13"/>
                <a:gd name="T9" fmla="*/ 3 h 7"/>
                <a:gd name="T10" fmla="*/ 13 w 13"/>
                <a:gd name="T11" fmla="*/ 2 h 7"/>
                <a:gd name="T12" fmla="*/ 10 w 13"/>
                <a:gd name="T13" fmla="*/ 3 h 7"/>
                <a:gd name="T14" fmla="*/ 5 w 13"/>
                <a:gd name="T15" fmla="*/ 1 h 7"/>
                <a:gd name="T16" fmla="*/ 3 w 13"/>
                <a:gd name="T17" fmla="*/ 0 h 7"/>
                <a:gd name="T18" fmla="*/ 3 w 13"/>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
                  <a:moveTo>
                    <a:pt x="3" y="0"/>
                  </a:moveTo>
                  <a:cubicBezTo>
                    <a:pt x="0" y="2"/>
                    <a:pt x="3" y="5"/>
                    <a:pt x="5" y="5"/>
                  </a:cubicBezTo>
                  <a:cubicBezTo>
                    <a:pt x="8" y="5"/>
                    <a:pt x="10" y="7"/>
                    <a:pt x="11" y="6"/>
                  </a:cubicBezTo>
                  <a:cubicBezTo>
                    <a:pt x="12" y="6"/>
                    <a:pt x="13" y="6"/>
                    <a:pt x="13" y="5"/>
                  </a:cubicBezTo>
                  <a:cubicBezTo>
                    <a:pt x="12" y="5"/>
                    <a:pt x="12" y="4"/>
                    <a:pt x="12" y="3"/>
                  </a:cubicBezTo>
                  <a:cubicBezTo>
                    <a:pt x="12" y="3"/>
                    <a:pt x="13" y="3"/>
                    <a:pt x="13" y="2"/>
                  </a:cubicBezTo>
                  <a:cubicBezTo>
                    <a:pt x="13" y="2"/>
                    <a:pt x="12" y="3"/>
                    <a:pt x="10" y="3"/>
                  </a:cubicBezTo>
                  <a:cubicBezTo>
                    <a:pt x="8" y="2"/>
                    <a:pt x="6" y="2"/>
                    <a:pt x="5" y="1"/>
                  </a:cubicBezTo>
                  <a:cubicBezTo>
                    <a:pt x="5" y="1"/>
                    <a:pt x="4" y="1"/>
                    <a:pt x="3" y="0"/>
                  </a:cubicBezTo>
                  <a:cubicBezTo>
                    <a:pt x="3" y="0"/>
                    <a:pt x="3" y="0"/>
                    <a:pt x="3" y="0"/>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2449"/>
            <p:cNvSpPr>
              <a:spLocks/>
            </p:cNvSpPr>
            <p:nvPr/>
          </p:nvSpPr>
          <p:spPr bwMode="auto">
            <a:xfrm>
              <a:off x="3465636" y="3557295"/>
              <a:ext cx="58084" cy="40484"/>
            </a:xfrm>
            <a:custGeom>
              <a:avLst/>
              <a:gdLst>
                <a:gd name="T0" fmla="*/ 2 w 14"/>
                <a:gd name="T1" fmla="*/ 0 h 10"/>
                <a:gd name="T2" fmla="*/ 5 w 14"/>
                <a:gd name="T3" fmla="*/ 3 h 10"/>
                <a:gd name="T4" fmla="*/ 11 w 14"/>
                <a:gd name="T5" fmla="*/ 5 h 10"/>
                <a:gd name="T6" fmla="*/ 13 w 14"/>
                <a:gd name="T7" fmla="*/ 5 h 10"/>
                <a:gd name="T8" fmla="*/ 13 w 14"/>
                <a:gd name="T9" fmla="*/ 5 h 10"/>
                <a:gd name="T10" fmla="*/ 12 w 14"/>
                <a:gd name="T11" fmla="*/ 6 h 10"/>
                <a:gd name="T12" fmla="*/ 12 w 14"/>
                <a:gd name="T13" fmla="*/ 8 h 10"/>
                <a:gd name="T14" fmla="*/ 12 w 14"/>
                <a:gd name="T15" fmla="*/ 8 h 10"/>
                <a:gd name="T16" fmla="*/ 8 w 14"/>
                <a:gd name="T17" fmla="*/ 8 h 10"/>
                <a:gd name="T18" fmla="*/ 2 w 14"/>
                <a:gd name="T19" fmla="*/ 6 h 10"/>
                <a:gd name="T20" fmla="*/ 1 w 14"/>
                <a:gd name="T21" fmla="*/ 6 h 10"/>
                <a:gd name="T22" fmla="*/ 0 w 14"/>
                <a:gd name="T23" fmla="*/ 4 h 10"/>
                <a:gd name="T24" fmla="*/ 1 w 14"/>
                <a:gd name="T25" fmla="*/ 0 h 10"/>
                <a:gd name="T26" fmla="*/ 2 w 14"/>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0">
                  <a:moveTo>
                    <a:pt x="2" y="0"/>
                  </a:moveTo>
                  <a:cubicBezTo>
                    <a:pt x="4" y="2"/>
                    <a:pt x="5" y="2"/>
                    <a:pt x="5" y="3"/>
                  </a:cubicBezTo>
                  <a:cubicBezTo>
                    <a:pt x="8" y="5"/>
                    <a:pt x="9" y="5"/>
                    <a:pt x="11" y="5"/>
                  </a:cubicBezTo>
                  <a:cubicBezTo>
                    <a:pt x="12" y="5"/>
                    <a:pt x="12" y="5"/>
                    <a:pt x="13" y="5"/>
                  </a:cubicBezTo>
                  <a:cubicBezTo>
                    <a:pt x="13" y="5"/>
                    <a:pt x="14" y="4"/>
                    <a:pt x="13" y="5"/>
                  </a:cubicBezTo>
                  <a:cubicBezTo>
                    <a:pt x="13" y="5"/>
                    <a:pt x="12" y="5"/>
                    <a:pt x="12" y="6"/>
                  </a:cubicBezTo>
                  <a:cubicBezTo>
                    <a:pt x="12" y="7"/>
                    <a:pt x="12" y="7"/>
                    <a:pt x="12" y="8"/>
                  </a:cubicBezTo>
                  <a:cubicBezTo>
                    <a:pt x="12" y="8"/>
                    <a:pt x="12" y="8"/>
                    <a:pt x="12" y="8"/>
                  </a:cubicBezTo>
                  <a:cubicBezTo>
                    <a:pt x="12" y="8"/>
                    <a:pt x="10" y="10"/>
                    <a:pt x="8" y="8"/>
                  </a:cubicBezTo>
                  <a:cubicBezTo>
                    <a:pt x="4" y="7"/>
                    <a:pt x="2" y="6"/>
                    <a:pt x="2" y="6"/>
                  </a:cubicBezTo>
                  <a:cubicBezTo>
                    <a:pt x="2" y="6"/>
                    <a:pt x="2" y="6"/>
                    <a:pt x="1" y="6"/>
                  </a:cubicBezTo>
                  <a:cubicBezTo>
                    <a:pt x="1" y="5"/>
                    <a:pt x="0" y="5"/>
                    <a:pt x="0" y="4"/>
                  </a:cubicBezTo>
                  <a:cubicBezTo>
                    <a:pt x="0" y="4"/>
                    <a:pt x="0" y="1"/>
                    <a:pt x="1" y="0"/>
                  </a:cubicBezTo>
                  <a:cubicBezTo>
                    <a:pt x="2" y="0"/>
                    <a:pt x="2" y="0"/>
                    <a:pt x="2" y="0"/>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2450"/>
            <p:cNvSpPr>
              <a:spLocks/>
            </p:cNvSpPr>
            <p:nvPr/>
          </p:nvSpPr>
          <p:spPr bwMode="auto">
            <a:xfrm>
              <a:off x="3462115" y="3523853"/>
              <a:ext cx="52804" cy="49284"/>
            </a:xfrm>
            <a:custGeom>
              <a:avLst/>
              <a:gdLst>
                <a:gd name="T0" fmla="*/ 3 w 13"/>
                <a:gd name="T1" fmla="*/ 0 h 12"/>
                <a:gd name="T2" fmla="*/ 2 w 13"/>
                <a:gd name="T3" fmla="*/ 5 h 12"/>
                <a:gd name="T4" fmla="*/ 4 w 13"/>
                <a:gd name="T5" fmla="*/ 8 h 12"/>
                <a:gd name="T6" fmla="*/ 8 w 13"/>
                <a:gd name="T7" fmla="*/ 11 h 12"/>
                <a:gd name="T8" fmla="*/ 11 w 13"/>
                <a:gd name="T9" fmla="*/ 12 h 12"/>
                <a:gd name="T10" fmla="*/ 12 w 13"/>
                <a:gd name="T11" fmla="*/ 12 h 12"/>
                <a:gd name="T12" fmla="*/ 12 w 13"/>
                <a:gd name="T13" fmla="*/ 10 h 12"/>
                <a:gd name="T14" fmla="*/ 13 w 13"/>
                <a:gd name="T15" fmla="*/ 8 h 12"/>
                <a:gd name="T16" fmla="*/ 11 w 13"/>
                <a:gd name="T17" fmla="*/ 8 h 12"/>
                <a:gd name="T18" fmla="*/ 3 w 13"/>
                <a:gd name="T19" fmla="*/ 1 h 12"/>
                <a:gd name="T20" fmla="*/ 3 w 13"/>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2">
                  <a:moveTo>
                    <a:pt x="3" y="0"/>
                  </a:moveTo>
                  <a:cubicBezTo>
                    <a:pt x="3" y="0"/>
                    <a:pt x="0" y="3"/>
                    <a:pt x="2" y="5"/>
                  </a:cubicBezTo>
                  <a:cubicBezTo>
                    <a:pt x="2" y="7"/>
                    <a:pt x="3" y="7"/>
                    <a:pt x="4" y="8"/>
                  </a:cubicBezTo>
                  <a:cubicBezTo>
                    <a:pt x="6" y="9"/>
                    <a:pt x="7" y="10"/>
                    <a:pt x="8" y="11"/>
                  </a:cubicBezTo>
                  <a:cubicBezTo>
                    <a:pt x="9" y="12"/>
                    <a:pt x="10" y="12"/>
                    <a:pt x="11" y="12"/>
                  </a:cubicBezTo>
                  <a:cubicBezTo>
                    <a:pt x="12" y="12"/>
                    <a:pt x="13" y="12"/>
                    <a:pt x="12" y="12"/>
                  </a:cubicBezTo>
                  <a:cubicBezTo>
                    <a:pt x="12" y="11"/>
                    <a:pt x="12" y="11"/>
                    <a:pt x="12" y="10"/>
                  </a:cubicBezTo>
                  <a:cubicBezTo>
                    <a:pt x="12" y="8"/>
                    <a:pt x="13" y="8"/>
                    <a:pt x="13" y="8"/>
                  </a:cubicBezTo>
                  <a:cubicBezTo>
                    <a:pt x="12" y="8"/>
                    <a:pt x="12" y="8"/>
                    <a:pt x="11" y="8"/>
                  </a:cubicBezTo>
                  <a:cubicBezTo>
                    <a:pt x="8" y="8"/>
                    <a:pt x="0" y="4"/>
                    <a:pt x="3" y="1"/>
                  </a:cubicBezTo>
                  <a:cubicBezTo>
                    <a:pt x="3" y="0"/>
                    <a:pt x="3" y="0"/>
                    <a:pt x="3" y="0"/>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2451"/>
            <p:cNvSpPr>
              <a:spLocks/>
            </p:cNvSpPr>
            <p:nvPr/>
          </p:nvSpPr>
          <p:spPr bwMode="auto">
            <a:xfrm>
              <a:off x="3481478" y="3518572"/>
              <a:ext cx="21122" cy="17601"/>
            </a:xfrm>
            <a:custGeom>
              <a:avLst/>
              <a:gdLst>
                <a:gd name="T0" fmla="*/ 3 w 5"/>
                <a:gd name="T1" fmla="*/ 2 h 4"/>
                <a:gd name="T2" fmla="*/ 2 w 5"/>
                <a:gd name="T3" fmla="*/ 1 h 4"/>
                <a:gd name="T4" fmla="*/ 0 w 5"/>
                <a:gd name="T5" fmla="*/ 2 h 4"/>
                <a:gd name="T6" fmla="*/ 3 w 5"/>
                <a:gd name="T7" fmla="*/ 4 h 4"/>
                <a:gd name="T8" fmla="*/ 4 w 5"/>
                <a:gd name="T9" fmla="*/ 4 h 4"/>
                <a:gd name="T10" fmla="*/ 3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3" y="2"/>
                  </a:moveTo>
                  <a:cubicBezTo>
                    <a:pt x="3" y="1"/>
                    <a:pt x="2" y="1"/>
                    <a:pt x="2" y="1"/>
                  </a:cubicBezTo>
                  <a:cubicBezTo>
                    <a:pt x="1" y="1"/>
                    <a:pt x="0" y="0"/>
                    <a:pt x="0" y="2"/>
                  </a:cubicBezTo>
                  <a:cubicBezTo>
                    <a:pt x="0" y="3"/>
                    <a:pt x="2" y="4"/>
                    <a:pt x="3" y="4"/>
                  </a:cubicBezTo>
                  <a:cubicBezTo>
                    <a:pt x="4" y="4"/>
                    <a:pt x="4" y="4"/>
                    <a:pt x="4" y="4"/>
                  </a:cubicBezTo>
                  <a:cubicBezTo>
                    <a:pt x="4" y="4"/>
                    <a:pt x="5" y="3"/>
                    <a:pt x="3" y="2"/>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2452"/>
            <p:cNvSpPr>
              <a:spLocks/>
            </p:cNvSpPr>
            <p:nvPr/>
          </p:nvSpPr>
          <p:spPr bwMode="auto">
            <a:xfrm>
              <a:off x="3428673" y="3441126"/>
              <a:ext cx="128490" cy="95048"/>
            </a:xfrm>
            <a:custGeom>
              <a:avLst/>
              <a:gdLst>
                <a:gd name="T0" fmla="*/ 10 w 31"/>
                <a:gd name="T1" fmla="*/ 6 h 23"/>
                <a:gd name="T2" fmla="*/ 18 w 31"/>
                <a:gd name="T3" fmla="*/ 12 h 23"/>
                <a:gd name="T4" fmla="*/ 25 w 31"/>
                <a:gd name="T5" fmla="*/ 18 h 23"/>
                <a:gd name="T6" fmla="*/ 31 w 31"/>
                <a:gd name="T7" fmla="*/ 23 h 23"/>
                <a:gd name="T8" fmla="*/ 24 w 31"/>
                <a:gd name="T9" fmla="*/ 21 h 23"/>
                <a:gd name="T10" fmla="*/ 20 w 31"/>
                <a:gd name="T11" fmla="*/ 20 h 23"/>
                <a:gd name="T12" fmla="*/ 14 w 31"/>
                <a:gd name="T13" fmla="*/ 16 h 23"/>
                <a:gd name="T14" fmla="*/ 14 w 31"/>
                <a:gd name="T15" fmla="*/ 16 h 23"/>
                <a:gd name="T16" fmla="*/ 13 w 31"/>
                <a:gd name="T17" fmla="*/ 15 h 23"/>
                <a:gd name="T18" fmla="*/ 8 w 31"/>
                <a:gd name="T19" fmla="*/ 11 h 23"/>
                <a:gd name="T20" fmla="*/ 8 w 31"/>
                <a:gd name="T21" fmla="*/ 10 h 23"/>
                <a:gd name="T22" fmla="*/ 7 w 31"/>
                <a:gd name="T23" fmla="*/ 10 h 23"/>
                <a:gd name="T24" fmla="*/ 3 w 31"/>
                <a:gd name="T25" fmla="*/ 6 h 23"/>
                <a:gd name="T26" fmla="*/ 7 w 31"/>
                <a:gd name="T27" fmla="*/ 4 h 23"/>
                <a:gd name="T28" fmla="*/ 10 w 31"/>
                <a:gd name="T2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23">
                  <a:moveTo>
                    <a:pt x="10" y="6"/>
                  </a:moveTo>
                  <a:cubicBezTo>
                    <a:pt x="12" y="8"/>
                    <a:pt x="16" y="10"/>
                    <a:pt x="18" y="12"/>
                  </a:cubicBezTo>
                  <a:cubicBezTo>
                    <a:pt x="20" y="13"/>
                    <a:pt x="24" y="17"/>
                    <a:pt x="25" y="18"/>
                  </a:cubicBezTo>
                  <a:cubicBezTo>
                    <a:pt x="26" y="19"/>
                    <a:pt x="29" y="21"/>
                    <a:pt x="31" y="23"/>
                  </a:cubicBezTo>
                  <a:cubicBezTo>
                    <a:pt x="30" y="22"/>
                    <a:pt x="27" y="22"/>
                    <a:pt x="24" y="21"/>
                  </a:cubicBezTo>
                  <a:cubicBezTo>
                    <a:pt x="22" y="20"/>
                    <a:pt x="21" y="20"/>
                    <a:pt x="20" y="20"/>
                  </a:cubicBezTo>
                  <a:cubicBezTo>
                    <a:pt x="17" y="19"/>
                    <a:pt x="14" y="17"/>
                    <a:pt x="14" y="16"/>
                  </a:cubicBezTo>
                  <a:cubicBezTo>
                    <a:pt x="14" y="16"/>
                    <a:pt x="15" y="16"/>
                    <a:pt x="14" y="16"/>
                  </a:cubicBezTo>
                  <a:cubicBezTo>
                    <a:pt x="14" y="15"/>
                    <a:pt x="14" y="16"/>
                    <a:pt x="13" y="15"/>
                  </a:cubicBezTo>
                  <a:cubicBezTo>
                    <a:pt x="10" y="13"/>
                    <a:pt x="8" y="11"/>
                    <a:pt x="8" y="11"/>
                  </a:cubicBezTo>
                  <a:cubicBezTo>
                    <a:pt x="8" y="11"/>
                    <a:pt x="8" y="10"/>
                    <a:pt x="8" y="10"/>
                  </a:cubicBezTo>
                  <a:cubicBezTo>
                    <a:pt x="8" y="10"/>
                    <a:pt x="8" y="10"/>
                    <a:pt x="7" y="10"/>
                  </a:cubicBezTo>
                  <a:cubicBezTo>
                    <a:pt x="6" y="10"/>
                    <a:pt x="5" y="9"/>
                    <a:pt x="3" y="6"/>
                  </a:cubicBezTo>
                  <a:cubicBezTo>
                    <a:pt x="0" y="4"/>
                    <a:pt x="3" y="0"/>
                    <a:pt x="7" y="4"/>
                  </a:cubicBezTo>
                  <a:cubicBezTo>
                    <a:pt x="10" y="6"/>
                    <a:pt x="10" y="6"/>
                    <a:pt x="10" y="6"/>
                  </a:cubicBezTo>
                  <a:close/>
                </a:path>
              </a:pathLst>
            </a:custGeom>
            <a:solidFill>
              <a:srgbClr val="FFFFFF"/>
            </a:solidFill>
            <a:ln w="9525">
              <a:solidFill>
                <a:schemeClr val="tx2">
                  <a:lumMod val="40000"/>
                  <a:lumOff val="6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6" name="组合 65"/>
          <p:cNvGrpSpPr/>
          <p:nvPr/>
        </p:nvGrpSpPr>
        <p:grpSpPr>
          <a:xfrm rot="20275064">
            <a:off x="5089996" y="4215458"/>
            <a:ext cx="232339" cy="271062"/>
            <a:chOff x="3419872" y="3788571"/>
            <a:chExt cx="232339" cy="271062"/>
          </a:xfrm>
        </p:grpSpPr>
        <p:sp>
          <p:nvSpPr>
            <p:cNvPr id="67" name="Freeform 2442"/>
            <p:cNvSpPr>
              <a:spLocks/>
            </p:cNvSpPr>
            <p:nvPr/>
          </p:nvSpPr>
          <p:spPr bwMode="auto">
            <a:xfrm>
              <a:off x="3419872" y="3788571"/>
              <a:ext cx="232339" cy="271062"/>
            </a:xfrm>
            <a:custGeom>
              <a:avLst/>
              <a:gdLst>
                <a:gd name="T0" fmla="*/ 11 w 56"/>
                <a:gd name="T1" fmla="*/ 27 h 65"/>
                <a:gd name="T2" fmla="*/ 12 w 56"/>
                <a:gd name="T3" fmla="*/ 28 h 65"/>
                <a:gd name="T4" fmla="*/ 12 w 56"/>
                <a:gd name="T5" fmla="*/ 36 h 65"/>
                <a:gd name="T6" fmla="*/ 13 w 56"/>
                <a:gd name="T7" fmla="*/ 41 h 65"/>
                <a:gd name="T8" fmla="*/ 19 w 56"/>
                <a:gd name="T9" fmla="*/ 46 h 65"/>
                <a:gd name="T10" fmla="*/ 32 w 56"/>
                <a:gd name="T11" fmla="*/ 55 h 65"/>
                <a:gd name="T12" fmla="*/ 33 w 56"/>
                <a:gd name="T13" fmla="*/ 57 h 65"/>
                <a:gd name="T14" fmla="*/ 32 w 56"/>
                <a:gd name="T15" fmla="*/ 59 h 65"/>
                <a:gd name="T16" fmla="*/ 37 w 56"/>
                <a:gd name="T17" fmla="*/ 63 h 65"/>
                <a:gd name="T18" fmla="*/ 48 w 56"/>
                <a:gd name="T19" fmla="*/ 56 h 65"/>
                <a:gd name="T20" fmla="*/ 53 w 56"/>
                <a:gd name="T21" fmla="*/ 42 h 65"/>
                <a:gd name="T22" fmla="*/ 49 w 56"/>
                <a:gd name="T23" fmla="*/ 39 h 65"/>
                <a:gd name="T24" fmla="*/ 47 w 56"/>
                <a:gd name="T25" fmla="*/ 39 h 65"/>
                <a:gd name="T26" fmla="*/ 46 w 56"/>
                <a:gd name="T27" fmla="*/ 39 h 65"/>
                <a:gd name="T28" fmla="*/ 40 w 56"/>
                <a:gd name="T29" fmla="*/ 30 h 65"/>
                <a:gd name="T30" fmla="*/ 35 w 56"/>
                <a:gd name="T31" fmla="*/ 24 h 65"/>
                <a:gd name="T32" fmla="*/ 21 w 56"/>
                <a:gd name="T33" fmla="*/ 13 h 65"/>
                <a:gd name="T34" fmla="*/ 9 w 56"/>
                <a:gd name="T35" fmla="*/ 4 h 65"/>
                <a:gd name="T36" fmla="*/ 5 w 56"/>
                <a:gd name="T37" fmla="*/ 9 h 65"/>
                <a:gd name="T38" fmla="*/ 9 w 56"/>
                <a:gd name="T39" fmla="*/ 13 h 65"/>
                <a:gd name="T40" fmla="*/ 15 w 56"/>
                <a:gd name="T41" fmla="*/ 18 h 65"/>
                <a:gd name="T42" fmla="*/ 19 w 56"/>
                <a:gd name="T43" fmla="*/ 21 h 65"/>
                <a:gd name="T44" fmla="*/ 15 w 56"/>
                <a:gd name="T45" fmla="*/ 20 h 65"/>
                <a:gd name="T46" fmla="*/ 11 w 56"/>
                <a:gd name="T4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 h="65">
                  <a:moveTo>
                    <a:pt x="11" y="27"/>
                  </a:moveTo>
                  <a:cubicBezTo>
                    <a:pt x="12" y="28"/>
                    <a:pt x="12" y="28"/>
                    <a:pt x="12" y="28"/>
                  </a:cubicBezTo>
                  <a:cubicBezTo>
                    <a:pt x="10" y="29"/>
                    <a:pt x="9" y="34"/>
                    <a:pt x="12" y="36"/>
                  </a:cubicBezTo>
                  <a:cubicBezTo>
                    <a:pt x="10" y="37"/>
                    <a:pt x="11" y="40"/>
                    <a:pt x="13" y="41"/>
                  </a:cubicBezTo>
                  <a:cubicBezTo>
                    <a:pt x="15" y="42"/>
                    <a:pt x="16" y="43"/>
                    <a:pt x="19" y="46"/>
                  </a:cubicBezTo>
                  <a:cubicBezTo>
                    <a:pt x="22" y="50"/>
                    <a:pt x="25" y="54"/>
                    <a:pt x="32" y="55"/>
                  </a:cubicBezTo>
                  <a:cubicBezTo>
                    <a:pt x="32" y="56"/>
                    <a:pt x="33" y="56"/>
                    <a:pt x="33" y="57"/>
                  </a:cubicBezTo>
                  <a:cubicBezTo>
                    <a:pt x="32" y="57"/>
                    <a:pt x="31" y="58"/>
                    <a:pt x="32" y="59"/>
                  </a:cubicBezTo>
                  <a:cubicBezTo>
                    <a:pt x="37" y="63"/>
                    <a:pt x="37" y="63"/>
                    <a:pt x="37" y="63"/>
                  </a:cubicBezTo>
                  <a:cubicBezTo>
                    <a:pt x="38" y="65"/>
                    <a:pt x="41" y="63"/>
                    <a:pt x="48" y="56"/>
                  </a:cubicBezTo>
                  <a:cubicBezTo>
                    <a:pt x="54" y="48"/>
                    <a:pt x="56" y="45"/>
                    <a:pt x="53" y="42"/>
                  </a:cubicBezTo>
                  <a:cubicBezTo>
                    <a:pt x="50" y="40"/>
                    <a:pt x="49" y="39"/>
                    <a:pt x="49" y="39"/>
                  </a:cubicBezTo>
                  <a:cubicBezTo>
                    <a:pt x="48" y="38"/>
                    <a:pt x="48" y="39"/>
                    <a:pt x="47" y="39"/>
                  </a:cubicBezTo>
                  <a:cubicBezTo>
                    <a:pt x="47" y="39"/>
                    <a:pt x="46" y="39"/>
                    <a:pt x="46" y="39"/>
                  </a:cubicBezTo>
                  <a:cubicBezTo>
                    <a:pt x="46" y="38"/>
                    <a:pt x="43" y="33"/>
                    <a:pt x="40" y="30"/>
                  </a:cubicBezTo>
                  <a:cubicBezTo>
                    <a:pt x="37" y="27"/>
                    <a:pt x="37" y="25"/>
                    <a:pt x="35" y="24"/>
                  </a:cubicBezTo>
                  <a:cubicBezTo>
                    <a:pt x="32" y="22"/>
                    <a:pt x="24" y="15"/>
                    <a:pt x="21" y="13"/>
                  </a:cubicBezTo>
                  <a:cubicBezTo>
                    <a:pt x="19" y="11"/>
                    <a:pt x="14" y="8"/>
                    <a:pt x="9" y="4"/>
                  </a:cubicBezTo>
                  <a:cubicBezTo>
                    <a:pt x="5" y="0"/>
                    <a:pt x="0" y="5"/>
                    <a:pt x="5" y="9"/>
                  </a:cubicBezTo>
                  <a:cubicBezTo>
                    <a:pt x="8" y="11"/>
                    <a:pt x="8" y="12"/>
                    <a:pt x="9" y="13"/>
                  </a:cubicBezTo>
                  <a:cubicBezTo>
                    <a:pt x="12" y="14"/>
                    <a:pt x="14" y="16"/>
                    <a:pt x="15" y="18"/>
                  </a:cubicBezTo>
                  <a:cubicBezTo>
                    <a:pt x="16" y="19"/>
                    <a:pt x="17" y="19"/>
                    <a:pt x="19" y="21"/>
                  </a:cubicBezTo>
                  <a:cubicBezTo>
                    <a:pt x="17" y="20"/>
                    <a:pt x="17" y="21"/>
                    <a:pt x="15" y="20"/>
                  </a:cubicBezTo>
                  <a:cubicBezTo>
                    <a:pt x="11" y="19"/>
                    <a:pt x="9" y="25"/>
                    <a:pt x="11" y="27"/>
                  </a:cubicBezTo>
                  <a:close/>
                </a:path>
              </a:pathLst>
            </a:custGeom>
            <a:solidFill>
              <a:srgbClr val="29AB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2443"/>
            <p:cNvSpPr>
              <a:spLocks/>
            </p:cNvSpPr>
            <p:nvPr/>
          </p:nvSpPr>
          <p:spPr bwMode="auto">
            <a:xfrm>
              <a:off x="3557163" y="3955784"/>
              <a:ext cx="91527" cy="95048"/>
            </a:xfrm>
            <a:custGeom>
              <a:avLst/>
              <a:gdLst>
                <a:gd name="T0" fmla="*/ 9 w 22"/>
                <a:gd name="T1" fmla="*/ 10 h 23"/>
                <a:gd name="T2" fmla="*/ 1 w 22"/>
                <a:gd name="T3" fmla="*/ 18 h 23"/>
                <a:gd name="T4" fmla="*/ 1 w 22"/>
                <a:gd name="T5" fmla="*/ 19 h 23"/>
                <a:gd name="T6" fmla="*/ 4 w 22"/>
                <a:gd name="T7" fmla="*/ 22 h 23"/>
                <a:gd name="T8" fmla="*/ 14 w 22"/>
                <a:gd name="T9" fmla="*/ 14 h 23"/>
                <a:gd name="T10" fmla="*/ 19 w 22"/>
                <a:gd name="T11" fmla="*/ 3 h 23"/>
                <a:gd name="T12" fmla="*/ 16 w 22"/>
                <a:gd name="T13" fmla="*/ 0 h 23"/>
                <a:gd name="T14" fmla="*/ 15 w 22"/>
                <a:gd name="T15" fmla="*/ 0 h 23"/>
                <a:gd name="T16" fmla="*/ 9 w 22"/>
                <a:gd name="T17" fmla="*/ 1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3">
                  <a:moveTo>
                    <a:pt x="9" y="10"/>
                  </a:moveTo>
                  <a:cubicBezTo>
                    <a:pt x="6" y="13"/>
                    <a:pt x="1" y="18"/>
                    <a:pt x="1" y="18"/>
                  </a:cubicBezTo>
                  <a:cubicBezTo>
                    <a:pt x="0" y="18"/>
                    <a:pt x="0" y="19"/>
                    <a:pt x="1" y="19"/>
                  </a:cubicBezTo>
                  <a:cubicBezTo>
                    <a:pt x="2" y="20"/>
                    <a:pt x="4" y="22"/>
                    <a:pt x="4" y="22"/>
                  </a:cubicBezTo>
                  <a:cubicBezTo>
                    <a:pt x="5" y="23"/>
                    <a:pt x="7" y="23"/>
                    <a:pt x="14" y="14"/>
                  </a:cubicBezTo>
                  <a:cubicBezTo>
                    <a:pt x="21" y="6"/>
                    <a:pt x="22" y="5"/>
                    <a:pt x="19" y="3"/>
                  </a:cubicBezTo>
                  <a:cubicBezTo>
                    <a:pt x="16" y="0"/>
                    <a:pt x="16" y="0"/>
                    <a:pt x="16" y="0"/>
                  </a:cubicBezTo>
                  <a:cubicBezTo>
                    <a:pt x="16" y="0"/>
                    <a:pt x="16" y="0"/>
                    <a:pt x="15" y="0"/>
                  </a:cubicBezTo>
                  <a:cubicBezTo>
                    <a:pt x="15" y="0"/>
                    <a:pt x="15" y="2"/>
                    <a:pt x="9" y="10"/>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2444"/>
            <p:cNvSpPr>
              <a:spLocks/>
            </p:cNvSpPr>
            <p:nvPr/>
          </p:nvSpPr>
          <p:spPr bwMode="auto">
            <a:xfrm>
              <a:off x="3469156" y="3880098"/>
              <a:ext cx="146091" cy="146092"/>
            </a:xfrm>
            <a:custGeom>
              <a:avLst/>
              <a:gdLst>
                <a:gd name="T0" fmla="*/ 22 w 35"/>
                <a:gd name="T1" fmla="*/ 23 h 35"/>
                <a:gd name="T2" fmla="*/ 22 w 35"/>
                <a:gd name="T3" fmla="*/ 23 h 35"/>
                <a:gd name="T4" fmla="*/ 20 w 35"/>
                <a:gd name="T5" fmla="*/ 22 h 35"/>
                <a:gd name="T6" fmla="*/ 17 w 35"/>
                <a:gd name="T7" fmla="*/ 19 h 35"/>
                <a:gd name="T8" fmla="*/ 11 w 35"/>
                <a:gd name="T9" fmla="*/ 21 h 35"/>
                <a:gd name="T10" fmla="*/ 7 w 35"/>
                <a:gd name="T11" fmla="*/ 21 h 35"/>
                <a:gd name="T12" fmla="*/ 7 w 35"/>
                <a:gd name="T13" fmla="*/ 22 h 35"/>
                <a:gd name="T14" fmla="*/ 13 w 35"/>
                <a:gd name="T15" fmla="*/ 29 h 35"/>
                <a:gd name="T16" fmla="*/ 27 w 35"/>
                <a:gd name="T17" fmla="*/ 29 h 35"/>
                <a:gd name="T18" fmla="*/ 34 w 35"/>
                <a:gd name="T19" fmla="*/ 20 h 35"/>
                <a:gd name="T20" fmla="*/ 33 w 35"/>
                <a:gd name="T21" fmla="*/ 16 h 35"/>
                <a:gd name="T22" fmla="*/ 25 w 35"/>
                <a:gd name="T23" fmla="*/ 5 h 35"/>
                <a:gd name="T24" fmla="*/ 21 w 35"/>
                <a:gd name="T25" fmla="*/ 3 h 35"/>
                <a:gd name="T26" fmla="*/ 12 w 35"/>
                <a:gd name="T27" fmla="*/ 0 h 35"/>
                <a:gd name="T28" fmla="*/ 10 w 35"/>
                <a:gd name="T29" fmla="*/ 0 h 35"/>
                <a:gd name="T30" fmla="*/ 9 w 35"/>
                <a:gd name="T31" fmla="*/ 0 h 35"/>
                <a:gd name="T32" fmla="*/ 7 w 35"/>
                <a:gd name="T33" fmla="*/ 0 h 35"/>
                <a:gd name="T34" fmla="*/ 8 w 35"/>
                <a:gd name="T35" fmla="*/ 2 h 35"/>
                <a:gd name="T36" fmla="*/ 7 w 35"/>
                <a:gd name="T37" fmla="*/ 3 h 35"/>
                <a:gd name="T38" fmla="*/ 4 w 35"/>
                <a:gd name="T39" fmla="*/ 2 h 35"/>
                <a:gd name="T40" fmla="*/ 3 w 35"/>
                <a:gd name="T41" fmla="*/ 2 h 35"/>
                <a:gd name="T42" fmla="*/ 2 w 35"/>
                <a:gd name="T43" fmla="*/ 0 h 35"/>
                <a:gd name="T44" fmla="*/ 4 w 35"/>
                <a:gd name="T45" fmla="*/ 4 h 35"/>
                <a:gd name="T46" fmla="*/ 7 w 35"/>
                <a:gd name="T47" fmla="*/ 5 h 35"/>
                <a:gd name="T48" fmla="*/ 11 w 35"/>
                <a:gd name="T49" fmla="*/ 5 h 35"/>
                <a:gd name="T50" fmla="*/ 12 w 35"/>
                <a:gd name="T51" fmla="*/ 5 h 35"/>
                <a:gd name="T52" fmla="*/ 15 w 35"/>
                <a:gd name="T53" fmla="*/ 7 h 35"/>
                <a:gd name="T54" fmla="*/ 16 w 35"/>
                <a:gd name="T55" fmla="*/ 7 h 35"/>
                <a:gd name="T56" fmla="*/ 17 w 35"/>
                <a:gd name="T57" fmla="*/ 8 h 35"/>
                <a:gd name="T58" fmla="*/ 16 w 35"/>
                <a:gd name="T59" fmla="*/ 10 h 35"/>
                <a:gd name="T60" fmla="*/ 18 w 35"/>
                <a:gd name="T61" fmla="*/ 11 h 35"/>
                <a:gd name="T62" fmla="*/ 20 w 35"/>
                <a:gd name="T63" fmla="*/ 11 h 35"/>
                <a:gd name="T64" fmla="*/ 19 w 35"/>
                <a:gd name="T65" fmla="*/ 12 h 35"/>
                <a:gd name="T66" fmla="*/ 17 w 35"/>
                <a:gd name="T67" fmla="*/ 14 h 35"/>
                <a:gd name="T68" fmla="*/ 22 w 35"/>
                <a:gd name="T69" fmla="*/ 22 h 35"/>
                <a:gd name="T70" fmla="*/ 22 w 35"/>
                <a:gd name="T71"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 h="35">
                  <a:moveTo>
                    <a:pt x="22" y="23"/>
                  </a:moveTo>
                  <a:cubicBezTo>
                    <a:pt x="22" y="23"/>
                    <a:pt x="22" y="23"/>
                    <a:pt x="22" y="23"/>
                  </a:cubicBezTo>
                  <a:cubicBezTo>
                    <a:pt x="21" y="23"/>
                    <a:pt x="21" y="22"/>
                    <a:pt x="20" y="22"/>
                  </a:cubicBezTo>
                  <a:cubicBezTo>
                    <a:pt x="20" y="22"/>
                    <a:pt x="18" y="20"/>
                    <a:pt x="17" y="19"/>
                  </a:cubicBezTo>
                  <a:cubicBezTo>
                    <a:pt x="16" y="19"/>
                    <a:pt x="13" y="19"/>
                    <a:pt x="11" y="21"/>
                  </a:cubicBezTo>
                  <a:cubicBezTo>
                    <a:pt x="10" y="21"/>
                    <a:pt x="9" y="22"/>
                    <a:pt x="7" y="21"/>
                  </a:cubicBezTo>
                  <a:cubicBezTo>
                    <a:pt x="7" y="21"/>
                    <a:pt x="6" y="22"/>
                    <a:pt x="7" y="22"/>
                  </a:cubicBezTo>
                  <a:cubicBezTo>
                    <a:pt x="8" y="24"/>
                    <a:pt x="8" y="25"/>
                    <a:pt x="13" y="29"/>
                  </a:cubicBezTo>
                  <a:cubicBezTo>
                    <a:pt x="18" y="32"/>
                    <a:pt x="22" y="35"/>
                    <a:pt x="27" y="29"/>
                  </a:cubicBezTo>
                  <a:cubicBezTo>
                    <a:pt x="30" y="27"/>
                    <a:pt x="33" y="22"/>
                    <a:pt x="34" y="20"/>
                  </a:cubicBezTo>
                  <a:cubicBezTo>
                    <a:pt x="35" y="18"/>
                    <a:pt x="33" y="17"/>
                    <a:pt x="33" y="16"/>
                  </a:cubicBezTo>
                  <a:cubicBezTo>
                    <a:pt x="30" y="10"/>
                    <a:pt x="27" y="8"/>
                    <a:pt x="25" y="5"/>
                  </a:cubicBezTo>
                  <a:cubicBezTo>
                    <a:pt x="24" y="4"/>
                    <a:pt x="23" y="3"/>
                    <a:pt x="21" y="3"/>
                  </a:cubicBezTo>
                  <a:cubicBezTo>
                    <a:pt x="17" y="2"/>
                    <a:pt x="13" y="0"/>
                    <a:pt x="12" y="0"/>
                  </a:cubicBezTo>
                  <a:cubicBezTo>
                    <a:pt x="11" y="0"/>
                    <a:pt x="11" y="0"/>
                    <a:pt x="10" y="0"/>
                  </a:cubicBezTo>
                  <a:cubicBezTo>
                    <a:pt x="10" y="0"/>
                    <a:pt x="9" y="0"/>
                    <a:pt x="9" y="0"/>
                  </a:cubicBezTo>
                  <a:cubicBezTo>
                    <a:pt x="8" y="0"/>
                    <a:pt x="8" y="0"/>
                    <a:pt x="7" y="0"/>
                  </a:cubicBezTo>
                  <a:cubicBezTo>
                    <a:pt x="7" y="1"/>
                    <a:pt x="8" y="0"/>
                    <a:pt x="8" y="2"/>
                  </a:cubicBezTo>
                  <a:cubicBezTo>
                    <a:pt x="8" y="3"/>
                    <a:pt x="7" y="3"/>
                    <a:pt x="7" y="3"/>
                  </a:cubicBezTo>
                  <a:cubicBezTo>
                    <a:pt x="6" y="3"/>
                    <a:pt x="5" y="3"/>
                    <a:pt x="4" y="2"/>
                  </a:cubicBezTo>
                  <a:cubicBezTo>
                    <a:pt x="4" y="2"/>
                    <a:pt x="4" y="2"/>
                    <a:pt x="3" y="2"/>
                  </a:cubicBezTo>
                  <a:cubicBezTo>
                    <a:pt x="2" y="1"/>
                    <a:pt x="2" y="0"/>
                    <a:pt x="2" y="0"/>
                  </a:cubicBezTo>
                  <a:cubicBezTo>
                    <a:pt x="0" y="2"/>
                    <a:pt x="3" y="3"/>
                    <a:pt x="4" y="4"/>
                  </a:cubicBezTo>
                  <a:cubicBezTo>
                    <a:pt x="5" y="5"/>
                    <a:pt x="6" y="5"/>
                    <a:pt x="7" y="5"/>
                  </a:cubicBezTo>
                  <a:cubicBezTo>
                    <a:pt x="8" y="5"/>
                    <a:pt x="10" y="7"/>
                    <a:pt x="11" y="5"/>
                  </a:cubicBezTo>
                  <a:cubicBezTo>
                    <a:pt x="11" y="5"/>
                    <a:pt x="12" y="5"/>
                    <a:pt x="12" y="5"/>
                  </a:cubicBezTo>
                  <a:cubicBezTo>
                    <a:pt x="12" y="6"/>
                    <a:pt x="15" y="8"/>
                    <a:pt x="15" y="7"/>
                  </a:cubicBezTo>
                  <a:cubicBezTo>
                    <a:pt x="16" y="7"/>
                    <a:pt x="16" y="7"/>
                    <a:pt x="16" y="7"/>
                  </a:cubicBezTo>
                  <a:cubicBezTo>
                    <a:pt x="17" y="7"/>
                    <a:pt x="17" y="8"/>
                    <a:pt x="17" y="8"/>
                  </a:cubicBezTo>
                  <a:cubicBezTo>
                    <a:pt x="16" y="9"/>
                    <a:pt x="16" y="9"/>
                    <a:pt x="16" y="10"/>
                  </a:cubicBezTo>
                  <a:cubicBezTo>
                    <a:pt x="17" y="11"/>
                    <a:pt x="17" y="11"/>
                    <a:pt x="18" y="11"/>
                  </a:cubicBezTo>
                  <a:cubicBezTo>
                    <a:pt x="18" y="11"/>
                    <a:pt x="19" y="11"/>
                    <a:pt x="20" y="11"/>
                  </a:cubicBezTo>
                  <a:cubicBezTo>
                    <a:pt x="20" y="12"/>
                    <a:pt x="20" y="12"/>
                    <a:pt x="19" y="12"/>
                  </a:cubicBezTo>
                  <a:cubicBezTo>
                    <a:pt x="18" y="12"/>
                    <a:pt x="17" y="12"/>
                    <a:pt x="17" y="14"/>
                  </a:cubicBezTo>
                  <a:cubicBezTo>
                    <a:pt x="17" y="17"/>
                    <a:pt x="16" y="17"/>
                    <a:pt x="22" y="22"/>
                  </a:cubicBezTo>
                  <a:cubicBezTo>
                    <a:pt x="22" y="22"/>
                    <a:pt x="22" y="22"/>
                    <a:pt x="22" y="23"/>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2445"/>
            <p:cNvSpPr>
              <a:spLocks/>
            </p:cNvSpPr>
            <p:nvPr/>
          </p:nvSpPr>
          <p:spPr bwMode="auto">
            <a:xfrm>
              <a:off x="3514920" y="3929382"/>
              <a:ext cx="17601" cy="14081"/>
            </a:xfrm>
            <a:custGeom>
              <a:avLst/>
              <a:gdLst>
                <a:gd name="T0" fmla="*/ 2 w 4"/>
                <a:gd name="T1" fmla="*/ 3 h 3"/>
                <a:gd name="T2" fmla="*/ 4 w 4"/>
                <a:gd name="T3" fmla="*/ 1 h 3"/>
                <a:gd name="T4" fmla="*/ 3 w 4"/>
                <a:gd name="T5" fmla="*/ 0 h 3"/>
                <a:gd name="T6" fmla="*/ 0 w 4"/>
                <a:gd name="T7" fmla="*/ 3 h 3"/>
                <a:gd name="T8" fmla="*/ 2 w 4"/>
                <a:gd name="T9" fmla="*/ 3 h 3"/>
              </a:gdLst>
              <a:ahLst/>
              <a:cxnLst>
                <a:cxn ang="0">
                  <a:pos x="T0" y="T1"/>
                </a:cxn>
                <a:cxn ang="0">
                  <a:pos x="T2" y="T3"/>
                </a:cxn>
                <a:cxn ang="0">
                  <a:pos x="T4" y="T5"/>
                </a:cxn>
                <a:cxn ang="0">
                  <a:pos x="T6" y="T7"/>
                </a:cxn>
                <a:cxn ang="0">
                  <a:pos x="T8" y="T9"/>
                </a:cxn>
              </a:cxnLst>
              <a:rect l="0" t="0" r="r" b="b"/>
              <a:pathLst>
                <a:path w="4" h="3">
                  <a:moveTo>
                    <a:pt x="2" y="3"/>
                  </a:moveTo>
                  <a:cubicBezTo>
                    <a:pt x="3" y="3"/>
                    <a:pt x="4" y="3"/>
                    <a:pt x="4" y="1"/>
                  </a:cubicBezTo>
                  <a:cubicBezTo>
                    <a:pt x="4" y="1"/>
                    <a:pt x="4" y="1"/>
                    <a:pt x="3" y="0"/>
                  </a:cubicBezTo>
                  <a:cubicBezTo>
                    <a:pt x="3" y="0"/>
                    <a:pt x="0" y="1"/>
                    <a:pt x="0" y="3"/>
                  </a:cubicBezTo>
                  <a:cubicBezTo>
                    <a:pt x="1" y="3"/>
                    <a:pt x="1" y="3"/>
                    <a:pt x="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2446"/>
            <p:cNvSpPr>
              <a:spLocks/>
            </p:cNvSpPr>
            <p:nvPr/>
          </p:nvSpPr>
          <p:spPr bwMode="auto">
            <a:xfrm>
              <a:off x="3514920" y="3946984"/>
              <a:ext cx="17601" cy="12322"/>
            </a:xfrm>
            <a:custGeom>
              <a:avLst/>
              <a:gdLst>
                <a:gd name="T0" fmla="*/ 0 w 4"/>
                <a:gd name="T1" fmla="*/ 3 h 3"/>
                <a:gd name="T2" fmla="*/ 3 w 4"/>
                <a:gd name="T3" fmla="*/ 2 h 3"/>
                <a:gd name="T4" fmla="*/ 3 w 4"/>
                <a:gd name="T5" fmla="*/ 0 h 3"/>
                <a:gd name="T6" fmla="*/ 0 w 4"/>
                <a:gd name="T7" fmla="*/ 1 h 3"/>
                <a:gd name="T8" fmla="*/ 0 w 4"/>
                <a:gd name="T9" fmla="*/ 3 h 3"/>
              </a:gdLst>
              <a:ahLst/>
              <a:cxnLst>
                <a:cxn ang="0">
                  <a:pos x="T0" y="T1"/>
                </a:cxn>
                <a:cxn ang="0">
                  <a:pos x="T2" y="T3"/>
                </a:cxn>
                <a:cxn ang="0">
                  <a:pos x="T4" y="T5"/>
                </a:cxn>
                <a:cxn ang="0">
                  <a:pos x="T6" y="T7"/>
                </a:cxn>
                <a:cxn ang="0">
                  <a:pos x="T8" y="T9"/>
                </a:cxn>
              </a:cxnLst>
              <a:rect l="0" t="0" r="r" b="b"/>
              <a:pathLst>
                <a:path w="4" h="3">
                  <a:moveTo>
                    <a:pt x="0" y="3"/>
                  </a:moveTo>
                  <a:cubicBezTo>
                    <a:pt x="1" y="3"/>
                    <a:pt x="3" y="2"/>
                    <a:pt x="3" y="2"/>
                  </a:cubicBezTo>
                  <a:cubicBezTo>
                    <a:pt x="3" y="2"/>
                    <a:pt x="4" y="1"/>
                    <a:pt x="3" y="0"/>
                  </a:cubicBezTo>
                  <a:cubicBezTo>
                    <a:pt x="2" y="0"/>
                    <a:pt x="1" y="0"/>
                    <a:pt x="0" y="1"/>
                  </a:cubicBezTo>
                  <a:cubicBezTo>
                    <a:pt x="0" y="2"/>
                    <a:pt x="0" y="3"/>
                    <a:pt x="0" y="3"/>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2447"/>
            <p:cNvSpPr>
              <a:spLocks/>
            </p:cNvSpPr>
            <p:nvPr/>
          </p:nvSpPr>
          <p:spPr bwMode="auto">
            <a:xfrm>
              <a:off x="3514920" y="3913541"/>
              <a:ext cx="17601" cy="12322"/>
            </a:xfrm>
            <a:custGeom>
              <a:avLst/>
              <a:gdLst>
                <a:gd name="T0" fmla="*/ 1 w 4"/>
                <a:gd name="T1" fmla="*/ 3 h 3"/>
                <a:gd name="T2" fmla="*/ 4 w 4"/>
                <a:gd name="T3" fmla="*/ 2 h 3"/>
                <a:gd name="T4" fmla="*/ 2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2"/>
                    <a:pt x="4" y="2"/>
                  </a:cubicBezTo>
                  <a:cubicBezTo>
                    <a:pt x="4" y="1"/>
                    <a:pt x="4" y="0"/>
                    <a:pt x="2" y="0"/>
                  </a:cubicBezTo>
                  <a:cubicBezTo>
                    <a:pt x="2" y="0"/>
                    <a:pt x="0" y="0"/>
                    <a:pt x="0" y="2"/>
                  </a:cubicBezTo>
                  <a:cubicBezTo>
                    <a:pt x="0" y="2"/>
                    <a:pt x="0"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2448"/>
            <p:cNvSpPr>
              <a:spLocks/>
            </p:cNvSpPr>
            <p:nvPr/>
          </p:nvSpPr>
          <p:spPr bwMode="auto">
            <a:xfrm>
              <a:off x="3462115" y="3938183"/>
              <a:ext cx="52804" cy="29923"/>
            </a:xfrm>
            <a:custGeom>
              <a:avLst/>
              <a:gdLst>
                <a:gd name="T0" fmla="*/ 3 w 13"/>
                <a:gd name="T1" fmla="*/ 0 h 7"/>
                <a:gd name="T2" fmla="*/ 5 w 13"/>
                <a:gd name="T3" fmla="*/ 5 h 7"/>
                <a:gd name="T4" fmla="*/ 11 w 13"/>
                <a:gd name="T5" fmla="*/ 6 h 7"/>
                <a:gd name="T6" fmla="*/ 13 w 13"/>
                <a:gd name="T7" fmla="*/ 5 h 7"/>
                <a:gd name="T8" fmla="*/ 12 w 13"/>
                <a:gd name="T9" fmla="*/ 3 h 7"/>
                <a:gd name="T10" fmla="*/ 13 w 13"/>
                <a:gd name="T11" fmla="*/ 2 h 7"/>
                <a:gd name="T12" fmla="*/ 10 w 13"/>
                <a:gd name="T13" fmla="*/ 3 h 7"/>
                <a:gd name="T14" fmla="*/ 5 w 13"/>
                <a:gd name="T15" fmla="*/ 1 h 7"/>
                <a:gd name="T16" fmla="*/ 3 w 13"/>
                <a:gd name="T17" fmla="*/ 0 h 7"/>
                <a:gd name="T18" fmla="*/ 3 w 13"/>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
                  <a:moveTo>
                    <a:pt x="3" y="0"/>
                  </a:moveTo>
                  <a:cubicBezTo>
                    <a:pt x="0" y="2"/>
                    <a:pt x="3" y="5"/>
                    <a:pt x="5" y="5"/>
                  </a:cubicBezTo>
                  <a:cubicBezTo>
                    <a:pt x="8" y="5"/>
                    <a:pt x="10" y="7"/>
                    <a:pt x="11" y="6"/>
                  </a:cubicBezTo>
                  <a:cubicBezTo>
                    <a:pt x="12" y="6"/>
                    <a:pt x="13" y="6"/>
                    <a:pt x="13" y="5"/>
                  </a:cubicBezTo>
                  <a:cubicBezTo>
                    <a:pt x="12" y="5"/>
                    <a:pt x="12" y="4"/>
                    <a:pt x="12" y="3"/>
                  </a:cubicBezTo>
                  <a:cubicBezTo>
                    <a:pt x="12" y="3"/>
                    <a:pt x="13" y="3"/>
                    <a:pt x="13" y="2"/>
                  </a:cubicBezTo>
                  <a:cubicBezTo>
                    <a:pt x="13" y="2"/>
                    <a:pt x="12" y="3"/>
                    <a:pt x="10" y="3"/>
                  </a:cubicBezTo>
                  <a:cubicBezTo>
                    <a:pt x="8" y="2"/>
                    <a:pt x="6" y="2"/>
                    <a:pt x="5" y="1"/>
                  </a:cubicBezTo>
                  <a:cubicBezTo>
                    <a:pt x="5" y="1"/>
                    <a:pt x="4" y="1"/>
                    <a:pt x="3" y="0"/>
                  </a:cubicBezTo>
                  <a:cubicBezTo>
                    <a:pt x="3" y="0"/>
                    <a:pt x="3" y="0"/>
                    <a:pt x="3" y="0"/>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2449"/>
            <p:cNvSpPr>
              <a:spLocks/>
            </p:cNvSpPr>
            <p:nvPr/>
          </p:nvSpPr>
          <p:spPr bwMode="auto">
            <a:xfrm>
              <a:off x="3465636" y="3910020"/>
              <a:ext cx="58084" cy="40484"/>
            </a:xfrm>
            <a:custGeom>
              <a:avLst/>
              <a:gdLst>
                <a:gd name="T0" fmla="*/ 2 w 14"/>
                <a:gd name="T1" fmla="*/ 0 h 10"/>
                <a:gd name="T2" fmla="*/ 5 w 14"/>
                <a:gd name="T3" fmla="*/ 3 h 10"/>
                <a:gd name="T4" fmla="*/ 11 w 14"/>
                <a:gd name="T5" fmla="*/ 5 h 10"/>
                <a:gd name="T6" fmla="*/ 13 w 14"/>
                <a:gd name="T7" fmla="*/ 5 h 10"/>
                <a:gd name="T8" fmla="*/ 13 w 14"/>
                <a:gd name="T9" fmla="*/ 5 h 10"/>
                <a:gd name="T10" fmla="*/ 12 w 14"/>
                <a:gd name="T11" fmla="*/ 6 h 10"/>
                <a:gd name="T12" fmla="*/ 12 w 14"/>
                <a:gd name="T13" fmla="*/ 8 h 10"/>
                <a:gd name="T14" fmla="*/ 12 w 14"/>
                <a:gd name="T15" fmla="*/ 8 h 10"/>
                <a:gd name="T16" fmla="*/ 8 w 14"/>
                <a:gd name="T17" fmla="*/ 8 h 10"/>
                <a:gd name="T18" fmla="*/ 2 w 14"/>
                <a:gd name="T19" fmla="*/ 6 h 10"/>
                <a:gd name="T20" fmla="*/ 1 w 14"/>
                <a:gd name="T21" fmla="*/ 6 h 10"/>
                <a:gd name="T22" fmla="*/ 0 w 14"/>
                <a:gd name="T23" fmla="*/ 4 h 10"/>
                <a:gd name="T24" fmla="*/ 1 w 14"/>
                <a:gd name="T25" fmla="*/ 0 h 10"/>
                <a:gd name="T26" fmla="*/ 2 w 14"/>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0">
                  <a:moveTo>
                    <a:pt x="2" y="0"/>
                  </a:moveTo>
                  <a:cubicBezTo>
                    <a:pt x="4" y="2"/>
                    <a:pt x="5" y="2"/>
                    <a:pt x="5" y="3"/>
                  </a:cubicBezTo>
                  <a:cubicBezTo>
                    <a:pt x="8" y="5"/>
                    <a:pt x="9" y="5"/>
                    <a:pt x="11" y="5"/>
                  </a:cubicBezTo>
                  <a:cubicBezTo>
                    <a:pt x="12" y="5"/>
                    <a:pt x="12" y="5"/>
                    <a:pt x="13" y="5"/>
                  </a:cubicBezTo>
                  <a:cubicBezTo>
                    <a:pt x="13" y="5"/>
                    <a:pt x="14" y="4"/>
                    <a:pt x="13" y="5"/>
                  </a:cubicBezTo>
                  <a:cubicBezTo>
                    <a:pt x="13" y="5"/>
                    <a:pt x="12" y="5"/>
                    <a:pt x="12" y="6"/>
                  </a:cubicBezTo>
                  <a:cubicBezTo>
                    <a:pt x="12" y="7"/>
                    <a:pt x="12" y="7"/>
                    <a:pt x="12" y="8"/>
                  </a:cubicBezTo>
                  <a:cubicBezTo>
                    <a:pt x="12" y="8"/>
                    <a:pt x="12" y="8"/>
                    <a:pt x="12" y="8"/>
                  </a:cubicBezTo>
                  <a:cubicBezTo>
                    <a:pt x="12" y="8"/>
                    <a:pt x="10" y="10"/>
                    <a:pt x="8" y="8"/>
                  </a:cubicBezTo>
                  <a:cubicBezTo>
                    <a:pt x="4" y="7"/>
                    <a:pt x="2" y="6"/>
                    <a:pt x="2" y="6"/>
                  </a:cubicBezTo>
                  <a:cubicBezTo>
                    <a:pt x="2" y="6"/>
                    <a:pt x="2" y="6"/>
                    <a:pt x="1" y="6"/>
                  </a:cubicBezTo>
                  <a:cubicBezTo>
                    <a:pt x="1" y="5"/>
                    <a:pt x="0" y="5"/>
                    <a:pt x="0" y="4"/>
                  </a:cubicBezTo>
                  <a:cubicBezTo>
                    <a:pt x="0" y="4"/>
                    <a:pt x="0" y="1"/>
                    <a:pt x="1" y="0"/>
                  </a:cubicBezTo>
                  <a:cubicBezTo>
                    <a:pt x="2" y="0"/>
                    <a:pt x="2" y="0"/>
                    <a:pt x="2" y="0"/>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2450"/>
            <p:cNvSpPr>
              <a:spLocks/>
            </p:cNvSpPr>
            <p:nvPr/>
          </p:nvSpPr>
          <p:spPr bwMode="auto">
            <a:xfrm>
              <a:off x="3462115" y="3876578"/>
              <a:ext cx="52804" cy="49284"/>
            </a:xfrm>
            <a:custGeom>
              <a:avLst/>
              <a:gdLst>
                <a:gd name="T0" fmla="*/ 3 w 13"/>
                <a:gd name="T1" fmla="*/ 0 h 12"/>
                <a:gd name="T2" fmla="*/ 2 w 13"/>
                <a:gd name="T3" fmla="*/ 5 h 12"/>
                <a:gd name="T4" fmla="*/ 4 w 13"/>
                <a:gd name="T5" fmla="*/ 8 h 12"/>
                <a:gd name="T6" fmla="*/ 8 w 13"/>
                <a:gd name="T7" fmla="*/ 11 h 12"/>
                <a:gd name="T8" fmla="*/ 11 w 13"/>
                <a:gd name="T9" fmla="*/ 12 h 12"/>
                <a:gd name="T10" fmla="*/ 12 w 13"/>
                <a:gd name="T11" fmla="*/ 12 h 12"/>
                <a:gd name="T12" fmla="*/ 12 w 13"/>
                <a:gd name="T13" fmla="*/ 10 h 12"/>
                <a:gd name="T14" fmla="*/ 13 w 13"/>
                <a:gd name="T15" fmla="*/ 8 h 12"/>
                <a:gd name="T16" fmla="*/ 11 w 13"/>
                <a:gd name="T17" fmla="*/ 8 h 12"/>
                <a:gd name="T18" fmla="*/ 3 w 13"/>
                <a:gd name="T19" fmla="*/ 1 h 12"/>
                <a:gd name="T20" fmla="*/ 3 w 13"/>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2">
                  <a:moveTo>
                    <a:pt x="3" y="0"/>
                  </a:moveTo>
                  <a:cubicBezTo>
                    <a:pt x="3" y="0"/>
                    <a:pt x="0" y="3"/>
                    <a:pt x="2" y="5"/>
                  </a:cubicBezTo>
                  <a:cubicBezTo>
                    <a:pt x="2" y="7"/>
                    <a:pt x="3" y="7"/>
                    <a:pt x="4" y="8"/>
                  </a:cubicBezTo>
                  <a:cubicBezTo>
                    <a:pt x="6" y="9"/>
                    <a:pt x="7" y="10"/>
                    <a:pt x="8" y="11"/>
                  </a:cubicBezTo>
                  <a:cubicBezTo>
                    <a:pt x="9" y="12"/>
                    <a:pt x="10" y="12"/>
                    <a:pt x="11" y="12"/>
                  </a:cubicBezTo>
                  <a:cubicBezTo>
                    <a:pt x="12" y="12"/>
                    <a:pt x="13" y="12"/>
                    <a:pt x="12" y="12"/>
                  </a:cubicBezTo>
                  <a:cubicBezTo>
                    <a:pt x="12" y="11"/>
                    <a:pt x="12" y="11"/>
                    <a:pt x="12" y="10"/>
                  </a:cubicBezTo>
                  <a:cubicBezTo>
                    <a:pt x="12" y="8"/>
                    <a:pt x="13" y="8"/>
                    <a:pt x="13" y="8"/>
                  </a:cubicBezTo>
                  <a:cubicBezTo>
                    <a:pt x="12" y="8"/>
                    <a:pt x="12" y="8"/>
                    <a:pt x="11" y="8"/>
                  </a:cubicBezTo>
                  <a:cubicBezTo>
                    <a:pt x="8" y="8"/>
                    <a:pt x="0" y="4"/>
                    <a:pt x="3" y="1"/>
                  </a:cubicBezTo>
                  <a:cubicBezTo>
                    <a:pt x="3" y="0"/>
                    <a:pt x="3" y="0"/>
                    <a:pt x="3" y="0"/>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2451"/>
            <p:cNvSpPr>
              <a:spLocks/>
            </p:cNvSpPr>
            <p:nvPr/>
          </p:nvSpPr>
          <p:spPr bwMode="auto">
            <a:xfrm>
              <a:off x="3481478" y="3871297"/>
              <a:ext cx="21122" cy="17601"/>
            </a:xfrm>
            <a:custGeom>
              <a:avLst/>
              <a:gdLst>
                <a:gd name="T0" fmla="*/ 3 w 5"/>
                <a:gd name="T1" fmla="*/ 2 h 4"/>
                <a:gd name="T2" fmla="*/ 2 w 5"/>
                <a:gd name="T3" fmla="*/ 1 h 4"/>
                <a:gd name="T4" fmla="*/ 0 w 5"/>
                <a:gd name="T5" fmla="*/ 2 h 4"/>
                <a:gd name="T6" fmla="*/ 3 w 5"/>
                <a:gd name="T7" fmla="*/ 4 h 4"/>
                <a:gd name="T8" fmla="*/ 4 w 5"/>
                <a:gd name="T9" fmla="*/ 4 h 4"/>
                <a:gd name="T10" fmla="*/ 3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3" y="2"/>
                  </a:moveTo>
                  <a:cubicBezTo>
                    <a:pt x="3" y="1"/>
                    <a:pt x="2" y="1"/>
                    <a:pt x="2" y="1"/>
                  </a:cubicBezTo>
                  <a:cubicBezTo>
                    <a:pt x="1" y="1"/>
                    <a:pt x="0" y="0"/>
                    <a:pt x="0" y="2"/>
                  </a:cubicBezTo>
                  <a:cubicBezTo>
                    <a:pt x="0" y="3"/>
                    <a:pt x="2" y="4"/>
                    <a:pt x="3" y="4"/>
                  </a:cubicBezTo>
                  <a:cubicBezTo>
                    <a:pt x="4" y="4"/>
                    <a:pt x="4" y="4"/>
                    <a:pt x="4" y="4"/>
                  </a:cubicBezTo>
                  <a:cubicBezTo>
                    <a:pt x="4" y="4"/>
                    <a:pt x="5" y="3"/>
                    <a:pt x="3"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2452"/>
            <p:cNvSpPr>
              <a:spLocks/>
            </p:cNvSpPr>
            <p:nvPr/>
          </p:nvSpPr>
          <p:spPr bwMode="auto">
            <a:xfrm>
              <a:off x="3428673" y="3793851"/>
              <a:ext cx="128490" cy="95048"/>
            </a:xfrm>
            <a:custGeom>
              <a:avLst/>
              <a:gdLst>
                <a:gd name="T0" fmla="*/ 10 w 31"/>
                <a:gd name="T1" fmla="*/ 6 h 23"/>
                <a:gd name="T2" fmla="*/ 18 w 31"/>
                <a:gd name="T3" fmla="*/ 12 h 23"/>
                <a:gd name="T4" fmla="*/ 25 w 31"/>
                <a:gd name="T5" fmla="*/ 18 h 23"/>
                <a:gd name="T6" fmla="*/ 31 w 31"/>
                <a:gd name="T7" fmla="*/ 23 h 23"/>
                <a:gd name="T8" fmla="*/ 24 w 31"/>
                <a:gd name="T9" fmla="*/ 21 h 23"/>
                <a:gd name="T10" fmla="*/ 20 w 31"/>
                <a:gd name="T11" fmla="*/ 20 h 23"/>
                <a:gd name="T12" fmla="*/ 14 w 31"/>
                <a:gd name="T13" fmla="*/ 16 h 23"/>
                <a:gd name="T14" fmla="*/ 14 w 31"/>
                <a:gd name="T15" fmla="*/ 16 h 23"/>
                <a:gd name="T16" fmla="*/ 13 w 31"/>
                <a:gd name="T17" fmla="*/ 15 h 23"/>
                <a:gd name="T18" fmla="*/ 8 w 31"/>
                <a:gd name="T19" fmla="*/ 11 h 23"/>
                <a:gd name="T20" fmla="*/ 8 w 31"/>
                <a:gd name="T21" fmla="*/ 10 h 23"/>
                <a:gd name="T22" fmla="*/ 7 w 31"/>
                <a:gd name="T23" fmla="*/ 10 h 23"/>
                <a:gd name="T24" fmla="*/ 3 w 31"/>
                <a:gd name="T25" fmla="*/ 6 h 23"/>
                <a:gd name="T26" fmla="*/ 7 w 31"/>
                <a:gd name="T27" fmla="*/ 4 h 23"/>
                <a:gd name="T28" fmla="*/ 10 w 31"/>
                <a:gd name="T2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23">
                  <a:moveTo>
                    <a:pt x="10" y="6"/>
                  </a:moveTo>
                  <a:cubicBezTo>
                    <a:pt x="12" y="8"/>
                    <a:pt x="16" y="10"/>
                    <a:pt x="18" y="12"/>
                  </a:cubicBezTo>
                  <a:cubicBezTo>
                    <a:pt x="20" y="13"/>
                    <a:pt x="24" y="17"/>
                    <a:pt x="25" y="18"/>
                  </a:cubicBezTo>
                  <a:cubicBezTo>
                    <a:pt x="26" y="19"/>
                    <a:pt x="29" y="21"/>
                    <a:pt x="31" y="23"/>
                  </a:cubicBezTo>
                  <a:cubicBezTo>
                    <a:pt x="30" y="22"/>
                    <a:pt x="27" y="22"/>
                    <a:pt x="24" y="21"/>
                  </a:cubicBezTo>
                  <a:cubicBezTo>
                    <a:pt x="22" y="20"/>
                    <a:pt x="21" y="20"/>
                    <a:pt x="20" y="20"/>
                  </a:cubicBezTo>
                  <a:cubicBezTo>
                    <a:pt x="17" y="19"/>
                    <a:pt x="14" y="17"/>
                    <a:pt x="14" y="16"/>
                  </a:cubicBezTo>
                  <a:cubicBezTo>
                    <a:pt x="14" y="16"/>
                    <a:pt x="15" y="16"/>
                    <a:pt x="14" y="16"/>
                  </a:cubicBezTo>
                  <a:cubicBezTo>
                    <a:pt x="14" y="15"/>
                    <a:pt x="14" y="16"/>
                    <a:pt x="13" y="15"/>
                  </a:cubicBezTo>
                  <a:cubicBezTo>
                    <a:pt x="10" y="13"/>
                    <a:pt x="8" y="11"/>
                    <a:pt x="8" y="11"/>
                  </a:cubicBezTo>
                  <a:cubicBezTo>
                    <a:pt x="8" y="11"/>
                    <a:pt x="8" y="10"/>
                    <a:pt x="8" y="10"/>
                  </a:cubicBezTo>
                  <a:cubicBezTo>
                    <a:pt x="8" y="10"/>
                    <a:pt x="8" y="10"/>
                    <a:pt x="7" y="10"/>
                  </a:cubicBezTo>
                  <a:cubicBezTo>
                    <a:pt x="6" y="10"/>
                    <a:pt x="5" y="9"/>
                    <a:pt x="3" y="6"/>
                  </a:cubicBezTo>
                  <a:cubicBezTo>
                    <a:pt x="0" y="4"/>
                    <a:pt x="3" y="0"/>
                    <a:pt x="7" y="4"/>
                  </a:cubicBezTo>
                  <a:cubicBezTo>
                    <a:pt x="10" y="6"/>
                    <a:pt x="10" y="6"/>
                    <a:pt x="10" y="6"/>
                  </a:cubicBezTo>
                  <a:close/>
                </a:path>
              </a:pathLst>
            </a:custGeom>
            <a:solidFill>
              <a:srgbClr val="FFFFFF"/>
            </a:solidFill>
            <a:ln w="9525">
              <a:solidFill>
                <a:schemeClr val="tx2">
                  <a:lumMod val="60000"/>
                  <a:lumOff val="4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sp>
        <p:nvSpPr>
          <p:cNvPr id="78" name="任意多边形 77"/>
          <p:cNvSpPr/>
          <p:nvPr/>
        </p:nvSpPr>
        <p:spPr>
          <a:xfrm>
            <a:off x="5203680" y="4065386"/>
            <a:ext cx="1928113" cy="202979"/>
          </a:xfrm>
          <a:custGeom>
            <a:avLst/>
            <a:gdLst>
              <a:gd name="connsiteX0" fmla="*/ 0 w 1170432"/>
              <a:gd name="connsiteY0" fmla="*/ 0 h 109728"/>
              <a:gd name="connsiteX1" fmla="*/ 285293 w 1170432"/>
              <a:gd name="connsiteY1" fmla="*/ 109728 h 109728"/>
              <a:gd name="connsiteX2" fmla="*/ 1170432 w 1170432"/>
              <a:gd name="connsiteY2" fmla="*/ 109728 h 109728"/>
              <a:gd name="connsiteX0" fmla="*/ 0 w 1170432"/>
              <a:gd name="connsiteY0" fmla="*/ 0 h 146304"/>
              <a:gd name="connsiteX1" fmla="*/ 285293 w 1170432"/>
              <a:gd name="connsiteY1" fmla="*/ 146304 h 146304"/>
              <a:gd name="connsiteX2" fmla="*/ 1170432 w 1170432"/>
              <a:gd name="connsiteY2" fmla="*/ 109728 h 146304"/>
              <a:gd name="connsiteX0" fmla="*/ 0 w 1163117"/>
              <a:gd name="connsiteY0" fmla="*/ 0 h 160935"/>
              <a:gd name="connsiteX1" fmla="*/ 285293 w 1163117"/>
              <a:gd name="connsiteY1" fmla="*/ 146304 h 160935"/>
              <a:gd name="connsiteX2" fmla="*/ 1163117 w 1163117"/>
              <a:gd name="connsiteY2" fmla="*/ 160935 h 160935"/>
              <a:gd name="connsiteX0" fmla="*/ 0 w 1163117"/>
              <a:gd name="connsiteY0" fmla="*/ 0 h 146304"/>
              <a:gd name="connsiteX1" fmla="*/ 285293 w 1163117"/>
              <a:gd name="connsiteY1" fmla="*/ 146304 h 146304"/>
              <a:gd name="connsiteX2" fmla="*/ 1163117 w 1163117"/>
              <a:gd name="connsiteY2" fmla="*/ 138989 h 146304"/>
              <a:gd name="connsiteX0" fmla="*/ 0 w 1199693"/>
              <a:gd name="connsiteY0" fmla="*/ 0 h 146304"/>
              <a:gd name="connsiteX1" fmla="*/ 285293 w 1199693"/>
              <a:gd name="connsiteY1" fmla="*/ 146304 h 146304"/>
              <a:gd name="connsiteX2" fmla="*/ 1199693 w 1199693"/>
              <a:gd name="connsiteY2" fmla="*/ 146304 h 146304"/>
            </a:gdLst>
            <a:ahLst/>
            <a:cxnLst>
              <a:cxn ang="0">
                <a:pos x="connsiteX0" y="connsiteY0"/>
              </a:cxn>
              <a:cxn ang="0">
                <a:pos x="connsiteX1" y="connsiteY1"/>
              </a:cxn>
              <a:cxn ang="0">
                <a:pos x="connsiteX2" y="connsiteY2"/>
              </a:cxn>
            </a:cxnLst>
            <a:rect l="l" t="t" r="r" b="b"/>
            <a:pathLst>
              <a:path w="1199693" h="146304">
                <a:moveTo>
                  <a:pt x="0" y="0"/>
                </a:moveTo>
                <a:lnTo>
                  <a:pt x="285293" y="146304"/>
                </a:lnTo>
                <a:lnTo>
                  <a:pt x="1199693" y="146304"/>
                </a:lnTo>
              </a:path>
            </a:pathLst>
          </a:custGeom>
          <a:ln>
            <a:solidFill>
              <a:schemeClr val="tx2">
                <a:lumMod val="40000"/>
                <a:lumOff val="60000"/>
              </a:schemeClr>
            </a:solidFill>
            <a:headEnd/>
            <a:tailEnd type="ova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solidFill>
                <a:srgbClr val="DA4841"/>
              </a:solidFill>
              <a:latin typeface="Calibri" pitchFamily="34" charset="0"/>
              <a:ea typeface="宋体" pitchFamily="2" charset="-122"/>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3482" y="2541535"/>
            <a:ext cx="504056" cy="505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 name="空心弧 79"/>
          <p:cNvSpPr/>
          <p:nvPr/>
        </p:nvSpPr>
        <p:spPr>
          <a:xfrm>
            <a:off x="3871694" y="2286263"/>
            <a:ext cx="1523381" cy="1518980"/>
          </a:xfrm>
          <a:prstGeom prst="blockArc">
            <a:avLst>
              <a:gd name="adj1" fmla="val 4256171"/>
              <a:gd name="adj2" fmla="val 15975370"/>
              <a:gd name="adj3" fmla="val 7880"/>
            </a:avLst>
          </a:prstGeom>
          <a:solidFill>
            <a:schemeClr val="tx2">
              <a:lumMod val="20000"/>
              <a:lumOff val="80000"/>
            </a:schemeClr>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82" name="TextBox 81"/>
          <p:cNvSpPr txBox="1"/>
          <p:nvPr/>
        </p:nvSpPr>
        <p:spPr>
          <a:xfrm>
            <a:off x="5547618" y="3761281"/>
            <a:ext cx="1001629" cy="276999"/>
          </a:xfrm>
          <a:prstGeom prst="rect">
            <a:avLst/>
          </a:prstGeom>
          <a:noFill/>
        </p:spPr>
        <p:txBody>
          <a:bodyPr wrap="square" rtlCol="0">
            <a:spAutoFit/>
          </a:bodyPr>
          <a:lstStyle/>
          <a:p>
            <a:r>
              <a:rPr lang="zh-CN" altLang="en-US" sz="1200" b="1" dirty="0" smtClean="0">
                <a:latin typeface="微软雅黑" pitchFamily="34" charset="-122"/>
                <a:ea typeface="微软雅黑" pitchFamily="34" charset="-122"/>
              </a:rPr>
              <a:t>相信转世</a:t>
            </a:r>
            <a:endParaRPr lang="zh-CN" altLang="en-US" sz="1200" b="1" dirty="0">
              <a:latin typeface="微软雅黑" pitchFamily="34" charset="-122"/>
              <a:ea typeface="微软雅黑" pitchFamily="34" charset="-122"/>
            </a:endParaRPr>
          </a:p>
        </p:txBody>
      </p:sp>
      <p:sp>
        <p:nvSpPr>
          <p:cNvPr id="95" name="任意多边形 94"/>
          <p:cNvSpPr/>
          <p:nvPr/>
        </p:nvSpPr>
        <p:spPr>
          <a:xfrm>
            <a:off x="5114872" y="3792688"/>
            <a:ext cx="2016922" cy="198597"/>
          </a:xfrm>
          <a:custGeom>
            <a:avLst/>
            <a:gdLst>
              <a:gd name="connsiteX0" fmla="*/ 0 w 1170432"/>
              <a:gd name="connsiteY0" fmla="*/ 0 h 109728"/>
              <a:gd name="connsiteX1" fmla="*/ 285293 w 1170432"/>
              <a:gd name="connsiteY1" fmla="*/ 109728 h 109728"/>
              <a:gd name="connsiteX2" fmla="*/ 1170432 w 1170432"/>
              <a:gd name="connsiteY2" fmla="*/ 109728 h 109728"/>
              <a:gd name="connsiteX0" fmla="*/ 0 w 1170432"/>
              <a:gd name="connsiteY0" fmla="*/ 0 h 146304"/>
              <a:gd name="connsiteX1" fmla="*/ 285293 w 1170432"/>
              <a:gd name="connsiteY1" fmla="*/ 146304 h 146304"/>
              <a:gd name="connsiteX2" fmla="*/ 1170432 w 1170432"/>
              <a:gd name="connsiteY2" fmla="*/ 109728 h 146304"/>
              <a:gd name="connsiteX0" fmla="*/ 0 w 1163117"/>
              <a:gd name="connsiteY0" fmla="*/ 0 h 160935"/>
              <a:gd name="connsiteX1" fmla="*/ 285293 w 1163117"/>
              <a:gd name="connsiteY1" fmla="*/ 146304 h 160935"/>
              <a:gd name="connsiteX2" fmla="*/ 1163117 w 1163117"/>
              <a:gd name="connsiteY2" fmla="*/ 160935 h 160935"/>
              <a:gd name="connsiteX0" fmla="*/ 0 w 1163117"/>
              <a:gd name="connsiteY0" fmla="*/ 0 h 146304"/>
              <a:gd name="connsiteX1" fmla="*/ 285293 w 1163117"/>
              <a:gd name="connsiteY1" fmla="*/ 146304 h 146304"/>
              <a:gd name="connsiteX2" fmla="*/ 1163117 w 1163117"/>
              <a:gd name="connsiteY2" fmla="*/ 138989 h 146304"/>
              <a:gd name="connsiteX0" fmla="*/ 0 w 1199693"/>
              <a:gd name="connsiteY0" fmla="*/ 0 h 146304"/>
              <a:gd name="connsiteX1" fmla="*/ 285293 w 1199693"/>
              <a:gd name="connsiteY1" fmla="*/ 146304 h 146304"/>
              <a:gd name="connsiteX2" fmla="*/ 1199693 w 1199693"/>
              <a:gd name="connsiteY2" fmla="*/ 146304 h 146304"/>
            </a:gdLst>
            <a:ahLst/>
            <a:cxnLst>
              <a:cxn ang="0">
                <a:pos x="connsiteX0" y="connsiteY0"/>
              </a:cxn>
              <a:cxn ang="0">
                <a:pos x="connsiteX1" y="connsiteY1"/>
              </a:cxn>
              <a:cxn ang="0">
                <a:pos x="connsiteX2" y="connsiteY2"/>
              </a:cxn>
            </a:cxnLst>
            <a:rect l="l" t="t" r="r" b="b"/>
            <a:pathLst>
              <a:path w="1199693" h="146304">
                <a:moveTo>
                  <a:pt x="0" y="0"/>
                </a:moveTo>
                <a:lnTo>
                  <a:pt x="285293" y="146304"/>
                </a:lnTo>
                <a:lnTo>
                  <a:pt x="1199693" y="146304"/>
                </a:lnTo>
              </a:path>
            </a:pathLst>
          </a:custGeom>
          <a:ln>
            <a:solidFill>
              <a:schemeClr val="tx2">
                <a:lumMod val="20000"/>
                <a:lumOff val="80000"/>
              </a:schemeClr>
            </a:solidFill>
            <a:headEnd/>
            <a:tailEnd type="oval"/>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a:solidFill>
                <a:srgbClr val="DA4841"/>
              </a:solidFill>
              <a:latin typeface="Calibri" pitchFamily="34" charset="0"/>
              <a:ea typeface="宋体" pitchFamily="2" charset="-122"/>
            </a:endParaRPr>
          </a:p>
        </p:txBody>
      </p:sp>
      <p:grpSp>
        <p:nvGrpSpPr>
          <p:cNvPr id="96" name="组合 95"/>
          <p:cNvGrpSpPr/>
          <p:nvPr/>
        </p:nvGrpSpPr>
        <p:grpSpPr>
          <a:xfrm rot="21016708">
            <a:off x="4908480" y="3641091"/>
            <a:ext cx="219679" cy="222442"/>
            <a:chOff x="3419872" y="4075021"/>
            <a:chExt cx="232339" cy="271062"/>
          </a:xfrm>
        </p:grpSpPr>
        <p:sp>
          <p:nvSpPr>
            <p:cNvPr id="97" name="Freeform 2442"/>
            <p:cNvSpPr>
              <a:spLocks/>
            </p:cNvSpPr>
            <p:nvPr/>
          </p:nvSpPr>
          <p:spPr bwMode="auto">
            <a:xfrm>
              <a:off x="3419872" y="4075021"/>
              <a:ext cx="232339" cy="271062"/>
            </a:xfrm>
            <a:custGeom>
              <a:avLst/>
              <a:gdLst>
                <a:gd name="T0" fmla="*/ 11 w 56"/>
                <a:gd name="T1" fmla="*/ 27 h 65"/>
                <a:gd name="T2" fmla="*/ 12 w 56"/>
                <a:gd name="T3" fmla="*/ 28 h 65"/>
                <a:gd name="T4" fmla="*/ 12 w 56"/>
                <a:gd name="T5" fmla="*/ 36 h 65"/>
                <a:gd name="T6" fmla="*/ 13 w 56"/>
                <a:gd name="T7" fmla="*/ 41 h 65"/>
                <a:gd name="T8" fmla="*/ 19 w 56"/>
                <a:gd name="T9" fmla="*/ 46 h 65"/>
                <a:gd name="T10" fmla="*/ 32 w 56"/>
                <a:gd name="T11" fmla="*/ 55 h 65"/>
                <a:gd name="T12" fmla="*/ 33 w 56"/>
                <a:gd name="T13" fmla="*/ 57 h 65"/>
                <a:gd name="T14" fmla="*/ 32 w 56"/>
                <a:gd name="T15" fmla="*/ 59 h 65"/>
                <a:gd name="T16" fmla="*/ 37 w 56"/>
                <a:gd name="T17" fmla="*/ 63 h 65"/>
                <a:gd name="T18" fmla="*/ 48 w 56"/>
                <a:gd name="T19" fmla="*/ 56 h 65"/>
                <a:gd name="T20" fmla="*/ 53 w 56"/>
                <a:gd name="T21" fmla="*/ 42 h 65"/>
                <a:gd name="T22" fmla="*/ 49 w 56"/>
                <a:gd name="T23" fmla="*/ 39 h 65"/>
                <a:gd name="T24" fmla="*/ 47 w 56"/>
                <a:gd name="T25" fmla="*/ 39 h 65"/>
                <a:gd name="T26" fmla="*/ 46 w 56"/>
                <a:gd name="T27" fmla="*/ 39 h 65"/>
                <a:gd name="T28" fmla="*/ 40 w 56"/>
                <a:gd name="T29" fmla="*/ 30 h 65"/>
                <a:gd name="T30" fmla="*/ 35 w 56"/>
                <a:gd name="T31" fmla="*/ 24 h 65"/>
                <a:gd name="T32" fmla="*/ 21 w 56"/>
                <a:gd name="T33" fmla="*/ 13 h 65"/>
                <a:gd name="T34" fmla="*/ 9 w 56"/>
                <a:gd name="T35" fmla="*/ 4 h 65"/>
                <a:gd name="T36" fmla="*/ 5 w 56"/>
                <a:gd name="T37" fmla="*/ 9 h 65"/>
                <a:gd name="T38" fmla="*/ 9 w 56"/>
                <a:gd name="T39" fmla="*/ 13 h 65"/>
                <a:gd name="T40" fmla="*/ 15 w 56"/>
                <a:gd name="T41" fmla="*/ 18 h 65"/>
                <a:gd name="T42" fmla="*/ 19 w 56"/>
                <a:gd name="T43" fmla="*/ 21 h 65"/>
                <a:gd name="T44" fmla="*/ 15 w 56"/>
                <a:gd name="T45" fmla="*/ 20 h 65"/>
                <a:gd name="T46" fmla="*/ 11 w 56"/>
                <a:gd name="T4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 h="65">
                  <a:moveTo>
                    <a:pt x="11" y="27"/>
                  </a:moveTo>
                  <a:cubicBezTo>
                    <a:pt x="12" y="28"/>
                    <a:pt x="12" y="28"/>
                    <a:pt x="12" y="28"/>
                  </a:cubicBezTo>
                  <a:cubicBezTo>
                    <a:pt x="10" y="29"/>
                    <a:pt x="9" y="34"/>
                    <a:pt x="12" y="36"/>
                  </a:cubicBezTo>
                  <a:cubicBezTo>
                    <a:pt x="10" y="37"/>
                    <a:pt x="11" y="40"/>
                    <a:pt x="13" y="41"/>
                  </a:cubicBezTo>
                  <a:cubicBezTo>
                    <a:pt x="15" y="42"/>
                    <a:pt x="16" y="43"/>
                    <a:pt x="19" y="46"/>
                  </a:cubicBezTo>
                  <a:cubicBezTo>
                    <a:pt x="22" y="50"/>
                    <a:pt x="25" y="54"/>
                    <a:pt x="32" y="55"/>
                  </a:cubicBezTo>
                  <a:cubicBezTo>
                    <a:pt x="32" y="56"/>
                    <a:pt x="33" y="56"/>
                    <a:pt x="33" y="57"/>
                  </a:cubicBezTo>
                  <a:cubicBezTo>
                    <a:pt x="32" y="57"/>
                    <a:pt x="31" y="58"/>
                    <a:pt x="32" y="59"/>
                  </a:cubicBezTo>
                  <a:cubicBezTo>
                    <a:pt x="37" y="63"/>
                    <a:pt x="37" y="63"/>
                    <a:pt x="37" y="63"/>
                  </a:cubicBezTo>
                  <a:cubicBezTo>
                    <a:pt x="38" y="65"/>
                    <a:pt x="41" y="63"/>
                    <a:pt x="48" y="56"/>
                  </a:cubicBezTo>
                  <a:cubicBezTo>
                    <a:pt x="54" y="48"/>
                    <a:pt x="56" y="45"/>
                    <a:pt x="53" y="42"/>
                  </a:cubicBezTo>
                  <a:cubicBezTo>
                    <a:pt x="50" y="40"/>
                    <a:pt x="49" y="39"/>
                    <a:pt x="49" y="39"/>
                  </a:cubicBezTo>
                  <a:cubicBezTo>
                    <a:pt x="48" y="38"/>
                    <a:pt x="48" y="39"/>
                    <a:pt x="47" y="39"/>
                  </a:cubicBezTo>
                  <a:cubicBezTo>
                    <a:pt x="47" y="39"/>
                    <a:pt x="46" y="39"/>
                    <a:pt x="46" y="39"/>
                  </a:cubicBezTo>
                  <a:cubicBezTo>
                    <a:pt x="46" y="38"/>
                    <a:pt x="43" y="33"/>
                    <a:pt x="40" y="30"/>
                  </a:cubicBezTo>
                  <a:cubicBezTo>
                    <a:pt x="37" y="27"/>
                    <a:pt x="37" y="25"/>
                    <a:pt x="35" y="24"/>
                  </a:cubicBezTo>
                  <a:cubicBezTo>
                    <a:pt x="32" y="22"/>
                    <a:pt x="24" y="15"/>
                    <a:pt x="21" y="13"/>
                  </a:cubicBezTo>
                  <a:cubicBezTo>
                    <a:pt x="19" y="11"/>
                    <a:pt x="14" y="8"/>
                    <a:pt x="9" y="4"/>
                  </a:cubicBezTo>
                  <a:cubicBezTo>
                    <a:pt x="5" y="0"/>
                    <a:pt x="0" y="5"/>
                    <a:pt x="5" y="9"/>
                  </a:cubicBezTo>
                  <a:cubicBezTo>
                    <a:pt x="8" y="11"/>
                    <a:pt x="8" y="12"/>
                    <a:pt x="9" y="13"/>
                  </a:cubicBezTo>
                  <a:cubicBezTo>
                    <a:pt x="12" y="14"/>
                    <a:pt x="14" y="16"/>
                    <a:pt x="15" y="18"/>
                  </a:cubicBezTo>
                  <a:cubicBezTo>
                    <a:pt x="16" y="19"/>
                    <a:pt x="17" y="19"/>
                    <a:pt x="19" y="21"/>
                  </a:cubicBezTo>
                  <a:cubicBezTo>
                    <a:pt x="17" y="20"/>
                    <a:pt x="17" y="21"/>
                    <a:pt x="15" y="20"/>
                  </a:cubicBezTo>
                  <a:cubicBezTo>
                    <a:pt x="11" y="19"/>
                    <a:pt x="9" y="25"/>
                    <a:pt x="11" y="27"/>
                  </a:cubicBezTo>
                  <a:close/>
                </a:path>
              </a:pathLst>
            </a:custGeom>
            <a:solidFill>
              <a:srgbClr val="29AB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443"/>
            <p:cNvSpPr>
              <a:spLocks/>
            </p:cNvSpPr>
            <p:nvPr/>
          </p:nvSpPr>
          <p:spPr bwMode="auto">
            <a:xfrm>
              <a:off x="3557163" y="4242234"/>
              <a:ext cx="91527" cy="95048"/>
            </a:xfrm>
            <a:custGeom>
              <a:avLst/>
              <a:gdLst>
                <a:gd name="T0" fmla="*/ 9 w 22"/>
                <a:gd name="T1" fmla="*/ 10 h 23"/>
                <a:gd name="T2" fmla="*/ 1 w 22"/>
                <a:gd name="T3" fmla="*/ 18 h 23"/>
                <a:gd name="T4" fmla="*/ 1 w 22"/>
                <a:gd name="T5" fmla="*/ 19 h 23"/>
                <a:gd name="T6" fmla="*/ 4 w 22"/>
                <a:gd name="T7" fmla="*/ 22 h 23"/>
                <a:gd name="T8" fmla="*/ 14 w 22"/>
                <a:gd name="T9" fmla="*/ 14 h 23"/>
                <a:gd name="T10" fmla="*/ 19 w 22"/>
                <a:gd name="T11" fmla="*/ 3 h 23"/>
                <a:gd name="T12" fmla="*/ 16 w 22"/>
                <a:gd name="T13" fmla="*/ 0 h 23"/>
                <a:gd name="T14" fmla="*/ 15 w 22"/>
                <a:gd name="T15" fmla="*/ 0 h 23"/>
                <a:gd name="T16" fmla="*/ 9 w 22"/>
                <a:gd name="T17" fmla="*/ 1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3">
                  <a:moveTo>
                    <a:pt x="9" y="10"/>
                  </a:moveTo>
                  <a:cubicBezTo>
                    <a:pt x="6" y="13"/>
                    <a:pt x="1" y="18"/>
                    <a:pt x="1" y="18"/>
                  </a:cubicBezTo>
                  <a:cubicBezTo>
                    <a:pt x="0" y="18"/>
                    <a:pt x="0" y="19"/>
                    <a:pt x="1" y="19"/>
                  </a:cubicBezTo>
                  <a:cubicBezTo>
                    <a:pt x="2" y="20"/>
                    <a:pt x="4" y="22"/>
                    <a:pt x="4" y="22"/>
                  </a:cubicBezTo>
                  <a:cubicBezTo>
                    <a:pt x="5" y="23"/>
                    <a:pt x="7" y="23"/>
                    <a:pt x="14" y="14"/>
                  </a:cubicBezTo>
                  <a:cubicBezTo>
                    <a:pt x="21" y="6"/>
                    <a:pt x="22" y="5"/>
                    <a:pt x="19" y="3"/>
                  </a:cubicBezTo>
                  <a:cubicBezTo>
                    <a:pt x="16" y="0"/>
                    <a:pt x="16" y="0"/>
                    <a:pt x="16" y="0"/>
                  </a:cubicBezTo>
                  <a:cubicBezTo>
                    <a:pt x="16" y="0"/>
                    <a:pt x="16" y="0"/>
                    <a:pt x="15" y="0"/>
                  </a:cubicBezTo>
                  <a:cubicBezTo>
                    <a:pt x="15" y="0"/>
                    <a:pt x="15" y="2"/>
                    <a:pt x="9" y="10"/>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nvGrpSpPr>
            <p:cNvPr id="99" name="组合 98"/>
            <p:cNvGrpSpPr/>
            <p:nvPr/>
          </p:nvGrpSpPr>
          <p:grpSpPr>
            <a:xfrm>
              <a:off x="3428673" y="4080301"/>
              <a:ext cx="186574" cy="232339"/>
              <a:chOff x="3428673" y="4080301"/>
              <a:chExt cx="186574" cy="232339"/>
            </a:xfrm>
          </p:grpSpPr>
          <p:sp>
            <p:nvSpPr>
              <p:cNvPr id="100" name="Freeform 2444"/>
              <p:cNvSpPr>
                <a:spLocks/>
              </p:cNvSpPr>
              <p:nvPr/>
            </p:nvSpPr>
            <p:spPr bwMode="auto">
              <a:xfrm>
                <a:off x="3469156" y="4166548"/>
                <a:ext cx="146091" cy="146092"/>
              </a:xfrm>
              <a:custGeom>
                <a:avLst/>
                <a:gdLst>
                  <a:gd name="T0" fmla="*/ 22 w 35"/>
                  <a:gd name="T1" fmla="*/ 23 h 35"/>
                  <a:gd name="T2" fmla="*/ 22 w 35"/>
                  <a:gd name="T3" fmla="*/ 23 h 35"/>
                  <a:gd name="T4" fmla="*/ 20 w 35"/>
                  <a:gd name="T5" fmla="*/ 22 h 35"/>
                  <a:gd name="T6" fmla="*/ 17 w 35"/>
                  <a:gd name="T7" fmla="*/ 19 h 35"/>
                  <a:gd name="T8" fmla="*/ 11 w 35"/>
                  <a:gd name="T9" fmla="*/ 21 h 35"/>
                  <a:gd name="T10" fmla="*/ 7 w 35"/>
                  <a:gd name="T11" fmla="*/ 21 h 35"/>
                  <a:gd name="T12" fmla="*/ 7 w 35"/>
                  <a:gd name="T13" fmla="*/ 22 h 35"/>
                  <a:gd name="T14" fmla="*/ 13 w 35"/>
                  <a:gd name="T15" fmla="*/ 29 h 35"/>
                  <a:gd name="T16" fmla="*/ 27 w 35"/>
                  <a:gd name="T17" fmla="*/ 29 h 35"/>
                  <a:gd name="T18" fmla="*/ 34 w 35"/>
                  <a:gd name="T19" fmla="*/ 20 h 35"/>
                  <a:gd name="T20" fmla="*/ 33 w 35"/>
                  <a:gd name="T21" fmla="*/ 16 h 35"/>
                  <a:gd name="T22" fmla="*/ 25 w 35"/>
                  <a:gd name="T23" fmla="*/ 5 h 35"/>
                  <a:gd name="T24" fmla="*/ 21 w 35"/>
                  <a:gd name="T25" fmla="*/ 3 h 35"/>
                  <a:gd name="T26" fmla="*/ 12 w 35"/>
                  <a:gd name="T27" fmla="*/ 0 h 35"/>
                  <a:gd name="T28" fmla="*/ 10 w 35"/>
                  <a:gd name="T29" fmla="*/ 0 h 35"/>
                  <a:gd name="T30" fmla="*/ 9 w 35"/>
                  <a:gd name="T31" fmla="*/ 0 h 35"/>
                  <a:gd name="T32" fmla="*/ 7 w 35"/>
                  <a:gd name="T33" fmla="*/ 0 h 35"/>
                  <a:gd name="T34" fmla="*/ 8 w 35"/>
                  <a:gd name="T35" fmla="*/ 2 h 35"/>
                  <a:gd name="T36" fmla="*/ 7 w 35"/>
                  <a:gd name="T37" fmla="*/ 3 h 35"/>
                  <a:gd name="T38" fmla="*/ 4 w 35"/>
                  <a:gd name="T39" fmla="*/ 2 h 35"/>
                  <a:gd name="T40" fmla="*/ 3 w 35"/>
                  <a:gd name="T41" fmla="*/ 2 h 35"/>
                  <a:gd name="T42" fmla="*/ 2 w 35"/>
                  <a:gd name="T43" fmla="*/ 0 h 35"/>
                  <a:gd name="T44" fmla="*/ 4 w 35"/>
                  <a:gd name="T45" fmla="*/ 4 h 35"/>
                  <a:gd name="T46" fmla="*/ 7 w 35"/>
                  <a:gd name="T47" fmla="*/ 5 h 35"/>
                  <a:gd name="T48" fmla="*/ 11 w 35"/>
                  <a:gd name="T49" fmla="*/ 5 h 35"/>
                  <a:gd name="T50" fmla="*/ 12 w 35"/>
                  <a:gd name="T51" fmla="*/ 5 h 35"/>
                  <a:gd name="T52" fmla="*/ 15 w 35"/>
                  <a:gd name="T53" fmla="*/ 7 h 35"/>
                  <a:gd name="T54" fmla="*/ 16 w 35"/>
                  <a:gd name="T55" fmla="*/ 7 h 35"/>
                  <a:gd name="T56" fmla="*/ 17 w 35"/>
                  <a:gd name="T57" fmla="*/ 8 h 35"/>
                  <a:gd name="T58" fmla="*/ 16 w 35"/>
                  <a:gd name="T59" fmla="*/ 10 h 35"/>
                  <a:gd name="T60" fmla="*/ 18 w 35"/>
                  <a:gd name="T61" fmla="*/ 11 h 35"/>
                  <a:gd name="T62" fmla="*/ 20 w 35"/>
                  <a:gd name="T63" fmla="*/ 11 h 35"/>
                  <a:gd name="T64" fmla="*/ 19 w 35"/>
                  <a:gd name="T65" fmla="*/ 12 h 35"/>
                  <a:gd name="T66" fmla="*/ 17 w 35"/>
                  <a:gd name="T67" fmla="*/ 14 h 35"/>
                  <a:gd name="T68" fmla="*/ 22 w 35"/>
                  <a:gd name="T69" fmla="*/ 22 h 35"/>
                  <a:gd name="T70" fmla="*/ 22 w 35"/>
                  <a:gd name="T71"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 h="35">
                    <a:moveTo>
                      <a:pt x="22" y="23"/>
                    </a:moveTo>
                    <a:cubicBezTo>
                      <a:pt x="22" y="23"/>
                      <a:pt x="22" y="23"/>
                      <a:pt x="22" y="23"/>
                    </a:cubicBezTo>
                    <a:cubicBezTo>
                      <a:pt x="21" y="23"/>
                      <a:pt x="21" y="22"/>
                      <a:pt x="20" y="22"/>
                    </a:cubicBezTo>
                    <a:cubicBezTo>
                      <a:pt x="20" y="22"/>
                      <a:pt x="18" y="20"/>
                      <a:pt x="17" y="19"/>
                    </a:cubicBezTo>
                    <a:cubicBezTo>
                      <a:pt x="16" y="19"/>
                      <a:pt x="13" y="19"/>
                      <a:pt x="11" y="21"/>
                    </a:cubicBezTo>
                    <a:cubicBezTo>
                      <a:pt x="10" y="21"/>
                      <a:pt x="9" y="22"/>
                      <a:pt x="7" y="21"/>
                    </a:cubicBezTo>
                    <a:cubicBezTo>
                      <a:pt x="7" y="21"/>
                      <a:pt x="6" y="22"/>
                      <a:pt x="7" y="22"/>
                    </a:cubicBezTo>
                    <a:cubicBezTo>
                      <a:pt x="8" y="24"/>
                      <a:pt x="8" y="25"/>
                      <a:pt x="13" y="29"/>
                    </a:cubicBezTo>
                    <a:cubicBezTo>
                      <a:pt x="18" y="32"/>
                      <a:pt x="22" y="35"/>
                      <a:pt x="27" y="29"/>
                    </a:cubicBezTo>
                    <a:cubicBezTo>
                      <a:pt x="30" y="27"/>
                      <a:pt x="33" y="22"/>
                      <a:pt x="34" y="20"/>
                    </a:cubicBezTo>
                    <a:cubicBezTo>
                      <a:pt x="35" y="18"/>
                      <a:pt x="33" y="17"/>
                      <a:pt x="33" y="16"/>
                    </a:cubicBezTo>
                    <a:cubicBezTo>
                      <a:pt x="30" y="10"/>
                      <a:pt x="27" y="8"/>
                      <a:pt x="25" y="5"/>
                    </a:cubicBezTo>
                    <a:cubicBezTo>
                      <a:pt x="24" y="4"/>
                      <a:pt x="23" y="3"/>
                      <a:pt x="21" y="3"/>
                    </a:cubicBezTo>
                    <a:cubicBezTo>
                      <a:pt x="17" y="2"/>
                      <a:pt x="13" y="0"/>
                      <a:pt x="12" y="0"/>
                    </a:cubicBezTo>
                    <a:cubicBezTo>
                      <a:pt x="11" y="0"/>
                      <a:pt x="11" y="0"/>
                      <a:pt x="10" y="0"/>
                    </a:cubicBezTo>
                    <a:cubicBezTo>
                      <a:pt x="10" y="0"/>
                      <a:pt x="9" y="0"/>
                      <a:pt x="9" y="0"/>
                    </a:cubicBezTo>
                    <a:cubicBezTo>
                      <a:pt x="8" y="0"/>
                      <a:pt x="8" y="0"/>
                      <a:pt x="7" y="0"/>
                    </a:cubicBezTo>
                    <a:cubicBezTo>
                      <a:pt x="7" y="1"/>
                      <a:pt x="8" y="0"/>
                      <a:pt x="8" y="2"/>
                    </a:cubicBezTo>
                    <a:cubicBezTo>
                      <a:pt x="8" y="3"/>
                      <a:pt x="7" y="3"/>
                      <a:pt x="7" y="3"/>
                    </a:cubicBezTo>
                    <a:cubicBezTo>
                      <a:pt x="6" y="3"/>
                      <a:pt x="5" y="3"/>
                      <a:pt x="4" y="2"/>
                    </a:cubicBezTo>
                    <a:cubicBezTo>
                      <a:pt x="4" y="2"/>
                      <a:pt x="4" y="2"/>
                      <a:pt x="3" y="2"/>
                    </a:cubicBezTo>
                    <a:cubicBezTo>
                      <a:pt x="2" y="1"/>
                      <a:pt x="2" y="0"/>
                      <a:pt x="2" y="0"/>
                    </a:cubicBezTo>
                    <a:cubicBezTo>
                      <a:pt x="0" y="2"/>
                      <a:pt x="3" y="3"/>
                      <a:pt x="4" y="4"/>
                    </a:cubicBezTo>
                    <a:cubicBezTo>
                      <a:pt x="5" y="5"/>
                      <a:pt x="6" y="5"/>
                      <a:pt x="7" y="5"/>
                    </a:cubicBezTo>
                    <a:cubicBezTo>
                      <a:pt x="8" y="5"/>
                      <a:pt x="10" y="7"/>
                      <a:pt x="11" y="5"/>
                    </a:cubicBezTo>
                    <a:cubicBezTo>
                      <a:pt x="11" y="5"/>
                      <a:pt x="12" y="5"/>
                      <a:pt x="12" y="5"/>
                    </a:cubicBezTo>
                    <a:cubicBezTo>
                      <a:pt x="12" y="6"/>
                      <a:pt x="15" y="8"/>
                      <a:pt x="15" y="7"/>
                    </a:cubicBezTo>
                    <a:cubicBezTo>
                      <a:pt x="16" y="7"/>
                      <a:pt x="16" y="7"/>
                      <a:pt x="16" y="7"/>
                    </a:cubicBezTo>
                    <a:cubicBezTo>
                      <a:pt x="17" y="7"/>
                      <a:pt x="17" y="8"/>
                      <a:pt x="17" y="8"/>
                    </a:cubicBezTo>
                    <a:cubicBezTo>
                      <a:pt x="16" y="9"/>
                      <a:pt x="16" y="9"/>
                      <a:pt x="16" y="10"/>
                    </a:cubicBezTo>
                    <a:cubicBezTo>
                      <a:pt x="17" y="11"/>
                      <a:pt x="17" y="11"/>
                      <a:pt x="18" y="11"/>
                    </a:cubicBezTo>
                    <a:cubicBezTo>
                      <a:pt x="18" y="11"/>
                      <a:pt x="19" y="11"/>
                      <a:pt x="20" y="11"/>
                    </a:cubicBezTo>
                    <a:cubicBezTo>
                      <a:pt x="20" y="12"/>
                      <a:pt x="20" y="12"/>
                      <a:pt x="19" y="12"/>
                    </a:cubicBezTo>
                    <a:cubicBezTo>
                      <a:pt x="18" y="12"/>
                      <a:pt x="17" y="12"/>
                      <a:pt x="17" y="14"/>
                    </a:cubicBezTo>
                    <a:cubicBezTo>
                      <a:pt x="17" y="17"/>
                      <a:pt x="16" y="17"/>
                      <a:pt x="22" y="22"/>
                    </a:cubicBezTo>
                    <a:cubicBezTo>
                      <a:pt x="22" y="22"/>
                      <a:pt x="22" y="22"/>
                      <a:pt x="22" y="23"/>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445"/>
              <p:cNvSpPr>
                <a:spLocks/>
              </p:cNvSpPr>
              <p:nvPr/>
            </p:nvSpPr>
            <p:spPr bwMode="auto">
              <a:xfrm>
                <a:off x="3514920" y="4215832"/>
                <a:ext cx="17601" cy="14081"/>
              </a:xfrm>
              <a:custGeom>
                <a:avLst/>
                <a:gdLst>
                  <a:gd name="T0" fmla="*/ 2 w 4"/>
                  <a:gd name="T1" fmla="*/ 3 h 3"/>
                  <a:gd name="T2" fmla="*/ 4 w 4"/>
                  <a:gd name="T3" fmla="*/ 1 h 3"/>
                  <a:gd name="T4" fmla="*/ 3 w 4"/>
                  <a:gd name="T5" fmla="*/ 0 h 3"/>
                  <a:gd name="T6" fmla="*/ 0 w 4"/>
                  <a:gd name="T7" fmla="*/ 3 h 3"/>
                  <a:gd name="T8" fmla="*/ 2 w 4"/>
                  <a:gd name="T9" fmla="*/ 3 h 3"/>
                </a:gdLst>
                <a:ahLst/>
                <a:cxnLst>
                  <a:cxn ang="0">
                    <a:pos x="T0" y="T1"/>
                  </a:cxn>
                  <a:cxn ang="0">
                    <a:pos x="T2" y="T3"/>
                  </a:cxn>
                  <a:cxn ang="0">
                    <a:pos x="T4" y="T5"/>
                  </a:cxn>
                  <a:cxn ang="0">
                    <a:pos x="T6" y="T7"/>
                  </a:cxn>
                  <a:cxn ang="0">
                    <a:pos x="T8" y="T9"/>
                  </a:cxn>
                </a:cxnLst>
                <a:rect l="0" t="0" r="r" b="b"/>
                <a:pathLst>
                  <a:path w="4" h="3">
                    <a:moveTo>
                      <a:pt x="2" y="3"/>
                    </a:moveTo>
                    <a:cubicBezTo>
                      <a:pt x="3" y="3"/>
                      <a:pt x="4" y="3"/>
                      <a:pt x="4" y="1"/>
                    </a:cubicBezTo>
                    <a:cubicBezTo>
                      <a:pt x="4" y="1"/>
                      <a:pt x="4" y="1"/>
                      <a:pt x="3" y="0"/>
                    </a:cubicBezTo>
                    <a:cubicBezTo>
                      <a:pt x="3" y="0"/>
                      <a:pt x="0" y="1"/>
                      <a:pt x="0" y="3"/>
                    </a:cubicBezTo>
                    <a:cubicBezTo>
                      <a:pt x="1" y="3"/>
                      <a:pt x="1" y="3"/>
                      <a:pt x="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446"/>
              <p:cNvSpPr>
                <a:spLocks/>
              </p:cNvSpPr>
              <p:nvPr/>
            </p:nvSpPr>
            <p:spPr bwMode="auto">
              <a:xfrm>
                <a:off x="3514920" y="4233434"/>
                <a:ext cx="17601" cy="12322"/>
              </a:xfrm>
              <a:custGeom>
                <a:avLst/>
                <a:gdLst>
                  <a:gd name="T0" fmla="*/ 0 w 4"/>
                  <a:gd name="T1" fmla="*/ 3 h 3"/>
                  <a:gd name="T2" fmla="*/ 3 w 4"/>
                  <a:gd name="T3" fmla="*/ 2 h 3"/>
                  <a:gd name="T4" fmla="*/ 3 w 4"/>
                  <a:gd name="T5" fmla="*/ 0 h 3"/>
                  <a:gd name="T6" fmla="*/ 0 w 4"/>
                  <a:gd name="T7" fmla="*/ 1 h 3"/>
                  <a:gd name="T8" fmla="*/ 0 w 4"/>
                  <a:gd name="T9" fmla="*/ 3 h 3"/>
                </a:gdLst>
                <a:ahLst/>
                <a:cxnLst>
                  <a:cxn ang="0">
                    <a:pos x="T0" y="T1"/>
                  </a:cxn>
                  <a:cxn ang="0">
                    <a:pos x="T2" y="T3"/>
                  </a:cxn>
                  <a:cxn ang="0">
                    <a:pos x="T4" y="T5"/>
                  </a:cxn>
                  <a:cxn ang="0">
                    <a:pos x="T6" y="T7"/>
                  </a:cxn>
                  <a:cxn ang="0">
                    <a:pos x="T8" y="T9"/>
                  </a:cxn>
                </a:cxnLst>
                <a:rect l="0" t="0" r="r" b="b"/>
                <a:pathLst>
                  <a:path w="4" h="3">
                    <a:moveTo>
                      <a:pt x="0" y="3"/>
                    </a:moveTo>
                    <a:cubicBezTo>
                      <a:pt x="1" y="3"/>
                      <a:pt x="3" y="2"/>
                      <a:pt x="3" y="2"/>
                    </a:cubicBezTo>
                    <a:cubicBezTo>
                      <a:pt x="3" y="2"/>
                      <a:pt x="4" y="1"/>
                      <a:pt x="3" y="0"/>
                    </a:cubicBezTo>
                    <a:cubicBezTo>
                      <a:pt x="2" y="0"/>
                      <a:pt x="1" y="0"/>
                      <a:pt x="0" y="1"/>
                    </a:cubicBezTo>
                    <a:cubicBezTo>
                      <a:pt x="0" y="2"/>
                      <a:pt x="0" y="3"/>
                      <a:pt x="0" y="3"/>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447"/>
              <p:cNvSpPr>
                <a:spLocks/>
              </p:cNvSpPr>
              <p:nvPr/>
            </p:nvSpPr>
            <p:spPr bwMode="auto">
              <a:xfrm>
                <a:off x="3514920" y="4199991"/>
                <a:ext cx="17601" cy="12322"/>
              </a:xfrm>
              <a:custGeom>
                <a:avLst/>
                <a:gdLst>
                  <a:gd name="T0" fmla="*/ 1 w 4"/>
                  <a:gd name="T1" fmla="*/ 3 h 3"/>
                  <a:gd name="T2" fmla="*/ 4 w 4"/>
                  <a:gd name="T3" fmla="*/ 2 h 3"/>
                  <a:gd name="T4" fmla="*/ 2 w 4"/>
                  <a:gd name="T5" fmla="*/ 0 h 3"/>
                  <a:gd name="T6" fmla="*/ 0 w 4"/>
                  <a:gd name="T7" fmla="*/ 2 h 3"/>
                  <a:gd name="T8" fmla="*/ 1 w 4"/>
                  <a:gd name="T9" fmla="*/ 3 h 3"/>
                </a:gdLst>
                <a:ahLst/>
                <a:cxnLst>
                  <a:cxn ang="0">
                    <a:pos x="T0" y="T1"/>
                  </a:cxn>
                  <a:cxn ang="0">
                    <a:pos x="T2" y="T3"/>
                  </a:cxn>
                  <a:cxn ang="0">
                    <a:pos x="T4" y="T5"/>
                  </a:cxn>
                  <a:cxn ang="0">
                    <a:pos x="T6" y="T7"/>
                  </a:cxn>
                  <a:cxn ang="0">
                    <a:pos x="T8" y="T9"/>
                  </a:cxn>
                </a:cxnLst>
                <a:rect l="0" t="0" r="r" b="b"/>
                <a:pathLst>
                  <a:path w="4" h="3">
                    <a:moveTo>
                      <a:pt x="1" y="3"/>
                    </a:moveTo>
                    <a:cubicBezTo>
                      <a:pt x="2" y="2"/>
                      <a:pt x="3" y="2"/>
                      <a:pt x="4" y="2"/>
                    </a:cubicBezTo>
                    <a:cubicBezTo>
                      <a:pt x="4" y="1"/>
                      <a:pt x="4" y="0"/>
                      <a:pt x="2" y="0"/>
                    </a:cubicBezTo>
                    <a:cubicBezTo>
                      <a:pt x="2" y="0"/>
                      <a:pt x="0" y="0"/>
                      <a:pt x="0" y="2"/>
                    </a:cubicBezTo>
                    <a:cubicBezTo>
                      <a:pt x="0" y="2"/>
                      <a:pt x="0"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448"/>
              <p:cNvSpPr>
                <a:spLocks/>
              </p:cNvSpPr>
              <p:nvPr/>
            </p:nvSpPr>
            <p:spPr bwMode="auto">
              <a:xfrm>
                <a:off x="3462115" y="4224633"/>
                <a:ext cx="52804" cy="29923"/>
              </a:xfrm>
              <a:custGeom>
                <a:avLst/>
                <a:gdLst>
                  <a:gd name="T0" fmla="*/ 3 w 13"/>
                  <a:gd name="T1" fmla="*/ 0 h 7"/>
                  <a:gd name="T2" fmla="*/ 5 w 13"/>
                  <a:gd name="T3" fmla="*/ 5 h 7"/>
                  <a:gd name="T4" fmla="*/ 11 w 13"/>
                  <a:gd name="T5" fmla="*/ 6 h 7"/>
                  <a:gd name="T6" fmla="*/ 13 w 13"/>
                  <a:gd name="T7" fmla="*/ 5 h 7"/>
                  <a:gd name="T8" fmla="*/ 12 w 13"/>
                  <a:gd name="T9" fmla="*/ 3 h 7"/>
                  <a:gd name="T10" fmla="*/ 13 w 13"/>
                  <a:gd name="T11" fmla="*/ 2 h 7"/>
                  <a:gd name="T12" fmla="*/ 10 w 13"/>
                  <a:gd name="T13" fmla="*/ 3 h 7"/>
                  <a:gd name="T14" fmla="*/ 5 w 13"/>
                  <a:gd name="T15" fmla="*/ 1 h 7"/>
                  <a:gd name="T16" fmla="*/ 3 w 13"/>
                  <a:gd name="T17" fmla="*/ 0 h 7"/>
                  <a:gd name="T18" fmla="*/ 3 w 13"/>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7">
                    <a:moveTo>
                      <a:pt x="3" y="0"/>
                    </a:moveTo>
                    <a:cubicBezTo>
                      <a:pt x="0" y="2"/>
                      <a:pt x="3" y="5"/>
                      <a:pt x="5" y="5"/>
                    </a:cubicBezTo>
                    <a:cubicBezTo>
                      <a:pt x="8" y="5"/>
                      <a:pt x="10" y="7"/>
                      <a:pt x="11" y="6"/>
                    </a:cubicBezTo>
                    <a:cubicBezTo>
                      <a:pt x="12" y="6"/>
                      <a:pt x="13" y="6"/>
                      <a:pt x="13" y="5"/>
                    </a:cubicBezTo>
                    <a:cubicBezTo>
                      <a:pt x="12" y="5"/>
                      <a:pt x="12" y="4"/>
                      <a:pt x="12" y="3"/>
                    </a:cubicBezTo>
                    <a:cubicBezTo>
                      <a:pt x="12" y="3"/>
                      <a:pt x="13" y="3"/>
                      <a:pt x="13" y="2"/>
                    </a:cubicBezTo>
                    <a:cubicBezTo>
                      <a:pt x="13" y="2"/>
                      <a:pt x="12" y="3"/>
                      <a:pt x="10" y="3"/>
                    </a:cubicBezTo>
                    <a:cubicBezTo>
                      <a:pt x="8" y="2"/>
                      <a:pt x="6" y="2"/>
                      <a:pt x="5" y="1"/>
                    </a:cubicBezTo>
                    <a:cubicBezTo>
                      <a:pt x="5" y="1"/>
                      <a:pt x="4" y="1"/>
                      <a:pt x="3" y="0"/>
                    </a:cubicBezTo>
                    <a:cubicBezTo>
                      <a:pt x="3" y="0"/>
                      <a:pt x="3" y="0"/>
                      <a:pt x="3" y="0"/>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449"/>
              <p:cNvSpPr>
                <a:spLocks/>
              </p:cNvSpPr>
              <p:nvPr/>
            </p:nvSpPr>
            <p:spPr bwMode="auto">
              <a:xfrm>
                <a:off x="3465636" y="4196470"/>
                <a:ext cx="58084" cy="40484"/>
              </a:xfrm>
              <a:custGeom>
                <a:avLst/>
                <a:gdLst>
                  <a:gd name="T0" fmla="*/ 2 w 14"/>
                  <a:gd name="T1" fmla="*/ 0 h 10"/>
                  <a:gd name="T2" fmla="*/ 5 w 14"/>
                  <a:gd name="T3" fmla="*/ 3 h 10"/>
                  <a:gd name="T4" fmla="*/ 11 w 14"/>
                  <a:gd name="T5" fmla="*/ 5 h 10"/>
                  <a:gd name="T6" fmla="*/ 13 w 14"/>
                  <a:gd name="T7" fmla="*/ 5 h 10"/>
                  <a:gd name="T8" fmla="*/ 13 w 14"/>
                  <a:gd name="T9" fmla="*/ 5 h 10"/>
                  <a:gd name="T10" fmla="*/ 12 w 14"/>
                  <a:gd name="T11" fmla="*/ 6 h 10"/>
                  <a:gd name="T12" fmla="*/ 12 w 14"/>
                  <a:gd name="T13" fmla="*/ 8 h 10"/>
                  <a:gd name="T14" fmla="*/ 12 w 14"/>
                  <a:gd name="T15" fmla="*/ 8 h 10"/>
                  <a:gd name="T16" fmla="*/ 8 w 14"/>
                  <a:gd name="T17" fmla="*/ 8 h 10"/>
                  <a:gd name="T18" fmla="*/ 2 w 14"/>
                  <a:gd name="T19" fmla="*/ 6 h 10"/>
                  <a:gd name="T20" fmla="*/ 1 w 14"/>
                  <a:gd name="T21" fmla="*/ 6 h 10"/>
                  <a:gd name="T22" fmla="*/ 0 w 14"/>
                  <a:gd name="T23" fmla="*/ 4 h 10"/>
                  <a:gd name="T24" fmla="*/ 1 w 14"/>
                  <a:gd name="T25" fmla="*/ 0 h 10"/>
                  <a:gd name="T26" fmla="*/ 2 w 14"/>
                  <a:gd name="T2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 h="10">
                    <a:moveTo>
                      <a:pt x="2" y="0"/>
                    </a:moveTo>
                    <a:cubicBezTo>
                      <a:pt x="4" y="2"/>
                      <a:pt x="5" y="2"/>
                      <a:pt x="5" y="3"/>
                    </a:cubicBezTo>
                    <a:cubicBezTo>
                      <a:pt x="8" y="5"/>
                      <a:pt x="9" y="5"/>
                      <a:pt x="11" y="5"/>
                    </a:cubicBezTo>
                    <a:cubicBezTo>
                      <a:pt x="12" y="5"/>
                      <a:pt x="12" y="5"/>
                      <a:pt x="13" y="5"/>
                    </a:cubicBezTo>
                    <a:cubicBezTo>
                      <a:pt x="13" y="5"/>
                      <a:pt x="14" y="4"/>
                      <a:pt x="13" y="5"/>
                    </a:cubicBezTo>
                    <a:cubicBezTo>
                      <a:pt x="13" y="5"/>
                      <a:pt x="12" y="5"/>
                      <a:pt x="12" y="6"/>
                    </a:cubicBezTo>
                    <a:cubicBezTo>
                      <a:pt x="12" y="7"/>
                      <a:pt x="12" y="7"/>
                      <a:pt x="12" y="8"/>
                    </a:cubicBezTo>
                    <a:cubicBezTo>
                      <a:pt x="12" y="8"/>
                      <a:pt x="12" y="8"/>
                      <a:pt x="12" y="8"/>
                    </a:cubicBezTo>
                    <a:cubicBezTo>
                      <a:pt x="12" y="8"/>
                      <a:pt x="10" y="10"/>
                      <a:pt x="8" y="8"/>
                    </a:cubicBezTo>
                    <a:cubicBezTo>
                      <a:pt x="4" y="7"/>
                      <a:pt x="2" y="6"/>
                      <a:pt x="2" y="6"/>
                    </a:cubicBezTo>
                    <a:cubicBezTo>
                      <a:pt x="2" y="6"/>
                      <a:pt x="2" y="6"/>
                      <a:pt x="1" y="6"/>
                    </a:cubicBezTo>
                    <a:cubicBezTo>
                      <a:pt x="1" y="5"/>
                      <a:pt x="0" y="5"/>
                      <a:pt x="0" y="4"/>
                    </a:cubicBezTo>
                    <a:cubicBezTo>
                      <a:pt x="0" y="4"/>
                      <a:pt x="0" y="1"/>
                      <a:pt x="1" y="0"/>
                    </a:cubicBezTo>
                    <a:cubicBezTo>
                      <a:pt x="2" y="0"/>
                      <a:pt x="2" y="0"/>
                      <a:pt x="2" y="0"/>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450"/>
              <p:cNvSpPr>
                <a:spLocks/>
              </p:cNvSpPr>
              <p:nvPr/>
            </p:nvSpPr>
            <p:spPr bwMode="auto">
              <a:xfrm>
                <a:off x="3462115" y="4163028"/>
                <a:ext cx="52804" cy="49284"/>
              </a:xfrm>
              <a:custGeom>
                <a:avLst/>
                <a:gdLst>
                  <a:gd name="T0" fmla="*/ 3 w 13"/>
                  <a:gd name="T1" fmla="*/ 0 h 12"/>
                  <a:gd name="T2" fmla="*/ 2 w 13"/>
                  <a:gd name="T3" fmla="*/ 5 h 12"/>
                  <a:gd name="T4" fmla="*/ 4 w 13"/>
                  <a:gd name="T5" fmla="*/ 8 h 12"/>
                  <a:gd name="T6" fmla="*/ 8 w 13"/>
                  <a:gd name="T7" fmla="*/ 11 h 12"/>
                  <a:gd name="T8" fmla="*/ 11 w 13"/>
                  <a:gd name="T9" fmla="*/ 12 h 12"/>
                  <a:gd name="T10" fmla="*/ 12 w 13"/>
                  <a:gd name="T11" fmla="*/ 12 h 12"/>
                  <a:gd name="T12" fmla="*/ 12 w 13"/>
                  <a:gd name="T13" fmla="*/ 10 h 12"/>
                  <a:gd name="T14" fmla="*/ 13 w 13"/>
                  <a:gd name="T15" fmla="*/ 8 h 12"/>
                  <a:gd name="T16" fmla="*/ 11 w 13"/>
                  <a:gd name="T17" fmla="*/ 8 h 12"/>
                  <a:gd name="T18" fmla="*/ 3 w 13"/>
                  <a:gd name="T19" fmla="*/ 1 h 12"/>
                  <a:gd name="T20" fmla="*/ 3 w 13"/>
                  <a:gd name="T21"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2">
                    <a:moveTo>
                      <a:pt x="3" y="0"/>
                    </a:moveTo>
                    <a:cubicBezTo>
                      <a:pt x="3" y="0"/>
                      <a:pt x="0" y="3"/>
                      <a:pt x="2" y="5"/>
                    </a:cubicBezTo>
                    <a:cubicBezTo>
                      <a:pt x="2" y="7"/>
                      <a:pt x="3" y="7"/>
                      <a:pt x="4" y="8"/>
                    </a:cubicBezTo>
                    <a:cubicBezTo>
                      <a:pt x="6" y="9"/>
                      <a:pt x="7" y="10"/>
                      <a:pt x="8" y="11"/>
                    </a:cubicBezTo>
                    <a:cubicBezTo>
                      <a:pt x="9" y="12"/>
                      <a:pt x="10" y="12"/>
                      <a:pt x="11" y="12"/>
                    </a:cubicBezTo>
                    <a:cubicBezTo>
                      <a:pt x="12" y="12"/>
                      <a:pt x="13" y="12"/>
                      <a:pt x="12" y="12"/>
                    </a:cubicBezTo>
                    <a:cubicBezTo>
                      <a:pt x="12" y="11"/>
                      <a:pt x="12" y="11"/>
                      <a:pt x="12" y="10"/>
                    </a:cubicBezTo>
                    <a:cubicBezTo>
                      <a:pt x="12" y="8"/>
                      <a:pt x="13" y="8"/>
                      <a:pt x="13" y="8"/>
                    </a:cubicBezTo>
                    <a:cubicBezTo>
                      <a:pt x="12" y="8"/>
                      <a:pt x="12" y="8"/>
                      <a:pt x="11" y="8"/>
                    </a:cubicBezTo>
                    <a:cubicBezTo>
                      <a:pt x="8" y="8"/>
                      <a:pt x="0" y="4"/>
                      <a:pt x="3" y="1"/>
                    </a:cubicBezTo>
                    <a:cubicBezTo>
                      <a:pt x="3" y="0"/>
                      <a:pt x="3" y="0"/>
                      <a:pt x="3" y="0"/>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2451"/>
              <p:cNvSpPr>
                <a:spLocks/>
              </p:cNvSpPr>
              <p:nvPr/>
            </p:nvSpPr>
            <p:spPr bwMode="auto">
              <a:xfrm>
                <a:off x="3481478" y="4157747"/>
                <a:ext cx="21122" cy="17601"/>
              </a:xfrm>
              <a:custGeom>
                <a:avLst/>
                <a:gdLst>
                  <a:gd name="T0" fmla="*/ 3 w 5"/>
                  <a:gd name="T1" fmla="*/ 2 h 4"/>
                  <a:gd name="T2" fmla="*/ 2 w 5"/>
                  <a:gd name="T3" fmla="*/ 1 h 4"/>
                  <a:gd name="T4" fmla="*/ 0 w 5"/>
                  <a:gd name="T5" fmla="*/ 2 h 4"/>
                  <a:gd name="T6" fmla="*/ 3 w 5"/>
                  <a:gd name="T7" fmla="*/ 4 h 4"/>
                  <a:gd name="T8" fmla="*/ 4 w 5"/>
                  <a:gd name="T9" fmla="*/ 4 h 4"/>
                  <a:gd name="T10" fmla="*/ 3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3" y="2"/>
                    </a:moveTo>
                    <a:cubicBezTo>
                      <a:pt x="3" y="1"/>
                      <a:pt x="2" y="1"/>
                      <a:pt x="2" y="1"/>
                    </a:cubicBezTo>
                    <a:cubicBezTo>
                      <a:pt x="1" y="1"/>
                      <a:pt x="0" y="0"/>
                      <a:pt x="0" y="2"/>
                    </a:cubicBezTo>
                    <a:cubicBezTo>
                      <a:pt x="0" y="3"/>
                      <a:pt x="2" y="4"/>
                      <a:pt x="3" y="4"/>
                    </a:cubicBezTo>
                    <a:cubicBezTo>
                      <a:pt x="4" y="4"/>
                      <a:pt x="4" y="4"/>
                      <a:pt x="4" y="4"/>
                    </a:cubicBezTo>
                    <a:cubicBezTo>
                      <a:pt x="4" y="4"/>
                      <a:pt x="5" y="3"/>
                      <a:pt x="3"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2452"/>
              <p:cNvSpPr>
                <a:spLocks/>
              </p:cNvSpPr>
              <p:nvPr/>
            </p:nvSpPr>
            <p:spPr bwMode="auto">
              <a:xfrm>
                <a:off x="3428673" y="4080301"/>
                <a:ext cx="128490" cy="95048"/>
              </a:xfrm>
              <a:custGeom>
                <a:avLst/>
                <a:gdLst>
                  <a:gd name="T0" fmla="*/ 10 w 31"/>
                  <a:gd name="T1" fmla="*/ 6 h 23"/>
                  <a:gd name="T2" fmla="*/ 18 w 31"/>
                  <a:gd name="T3" fmla="*/ 12 h 23"/>
                  <a:gd name="T4" fmla="*/ 25 w 31"/>
                  <a:gd name="T5" fmla="*/ 18 h 23"/>
                  <a:gd name="T6" fmla="*/ 31 w 31"/>
                  <a:gd name="T7" fmla="*/ 23 h 23"/>
                  <a:gd name="T8" fmla="*/ 24 w 31"/>
                  <a:gd name="T9" fmla="*/ 21 h 23"/>
                  <a:gd name="T10" fmla="*/ 20 w 31"/>
                  <a:gd name="T11" fmla="*/ 20 h 23"/>
                  <a:gd name="T12" fmla="*/ 14 w 31"/>
                  <a:gd name="T13" fmla="*/ 16 h 23"/>
                  <a:gd name="T14" fmla="*/ 14 w 31"/>
                  <a:gd name="T15" fmla="*/ 16 h 23"/>
                  <a:gd name="T16" fmla="*/ 13 w 31"/>
                  <a:gd name="T17" fmla="*/ 15 h 23"/>
                  <a:gd name="T18" fmla="*/ 8 w 31"/>
                  <a:gd name="T19" fmla="*/ 11 h 23"/>
                  <a:gd name="T20" fmla="*/ 8 w 31"/>
                  <a:gd name="T21" fmla="*/ 10 h 23"/>
                  <a:gd name="T22" fmla="*/ 7 w 31"/>
                  <a:gd name="T23" fmla="*/ 10 h 23"/>
                  <a:gd name="T24" fmla="*/ 3 w 31"/>
                  <a:gd name="T25" fmla="*/ 6 h 23"/>
                  <a:gd name="T26" fmla="*/ 7 w 31"/>
                  <a:gd name="T27" fmla="*/ 4 h 23"/>
                  <a:gd name="T28" fmla="*/ 10 w 31"/>
                  <a:gd name="T29"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23">
                    <a:moveTo>
                      <a:pt x="10" y="6"/>
                    </a:moveTo>
                    <a:cubicBezTo>
                      <a:pt x="12" y="8"/>
                      <a:pt x="16" y="10"/>
                      <a:pt x="18" y="12"/>
                    </a:cubicBezTo>
                    <a:cubicBezTo>
                      <a:pt x="20" y="13"/>
                      <a:pt x="24" y="17"/>
                      <a:pt x="25" y="18"/>
                    </a:cubicBezTo>
                    <a:cubicBezTo>
                      <a:pt x="26" y="19"/>
                      <a:pt x="29" y="21"/>
                      <a:pt x="31" y="23"/>
                    </a:cubicBezTo>
                    <a:cubicBezTo>
                      <a:pt x="30" y="22"/>
                      <a:pt x="27" y="22"/>
                      <a:pt x="24" y="21"/>
                    </a:cubicBezTo>
                    <a:cubicBezTo>
                      <a:pt x="22" y="20"/>
                      <a:pt x="21" y="20"/>
                      <a:pt x="20" y="20"/>
                    </a:cubicBezTo>
                    <a:cubicBezTo>
                      <a:pt x="17" y="19"/>
                      <a:pt x="14" y="17"/>
                      <a:pt x="14" y="16"/>
                    </a:cubicBezTo>
                    <a:cubicBezTo>
                      <a:pt x="14" y="16"/>
                      <a:pt x="15" y="16"/>
                      <a:pt x="14" y="16"/>
                    </a:cubicBezTo>
                    <a:cubicBezTo>
                      <a:pt x="14" y="15"/>
                      <a:pt x="14" y="16"/>
                      <a:pt x="13" y="15"/>
                    </a:cubicBezTo>
                    <a:cubicBezTo>
                      <a:pt x="10" y="13"/>
                      <a:pt x="8" y="11"/>
                      <a:pt x="8" y="11"/>
                    </a:cubicBezTo>
                    <a:cubicBezTo>
                      <a:pt x="8" y="11"/>
                      <a:pt x="8" y="10"/>
                      <a:pt x="8" y="10"/>
                    </a:cubicBezTo>
                    <a:cubicBezTo>
                      <a:pt x="8" y="10"/>
                      <a:pt x="8" y="10"/>
                      <a:pt x="7" y="10"/>
                    </a:cubicBezTo>
                    <a:cubicBezTo>
                      <a:pt x="6" y="10"/>
                      <a:pt x="5" y="9"/>
                      <a:pt x="3" y="6"/>
                    </a:cubicBezTo>
                    <a:cubicBezTo>
                      <a:pt x="0" y="4"/>
                      <a:pt x="3" y="0"/>
                      <a:pt x="7" y="4"/>
                    </a:cubicBezTo>
                    <a:cubicBezTo>
                      <a:pt x="10" y="6"/>
                      <a:pt x="10" y="6"/>
                      <a:pt x="10" y="6"/>
                    </a:cubicBezTo>
                    <a:close/>
                  </a:path>
                </a:pathLst>
              </a:custGeom>
              <a:solidFill>
                <a:srgbClr val="FFFFFF"/>
              </a:solidFill>
              <a:ln w="9525">
                <a:solidFill>
                  <a:schemeClr val="tx2">
                    <a:lumMod val="20000"/>
                    <a:lumOff val="80000"/>
                  </a:schemeClr>
                </a:solid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9" name="TextBox 108"/>
          <p:cNvSpPr txBox="1"/>
          <p:nvPr/>
        </p:nvSpPr>
        <p:spPr>
          <a:xfrm>
            <a:off x="6347971" y="3645024"/>
            <a:ext cx="927839" cy="461665"/>
          </a:xfrm>
          <a:prstGeom prst="rect">
            <a:avLst/>
          </a:prstGeom>
          <a:noFill/>
        </p:spPr>
        <p:txBody>
          <a:bodyPr wrap="square" rtlCol="0">
            <a:spAutoFit/>
          </a:bodyPr>
          <a:lstStyle/>
          <a:p>
            <a:pPr algn="ctr"/>
            <a:r>
              <a:rPr lang="en-US" altLang="zh-CN" sz="2400" dirty="0" smtClean="0"/>
              <a:t>20</a:t>
            </a:r>
            <a:r>
              <a:rPr lang="en-US" altLang="zh-CN" sz="1600" dirty="0" smtClean="0"/>
              <a:t>%</a:t>
            </a:r>
            <a:endParaRPr lang="zh-CN" altLang="en-US" sz="1600" dirty="0"/>
          </a:p>
        </p:txBody>
      </p:sp>
      <p:grpSp>
        <p:nvGrpSpPr>
          <p:cNvPr id="2" name="组合 1"/>
          <p:cNvGrpSpPr/>
          <p:nvPr/>
        </p:nvGrpSpPr>
        <p:grpSpPr>
          <a:xfrm>
            <a:off x="0" y="-9018"/>
            <a:ext cx="9143999" cy="243300"/>
            <a:chOff x="0" y="-9018"/>
            <a:chExt cx="9143999" cy="243300"/>
          </a:xfrm>
        </p:grpSpPr>
        <p:sp>
          <p:nvSpPr>
            <p:cNvPr id="81" name="矩形 80"/>
            <p:cNvSpPr/>
            <p:nvPr/>
          </p:nvSpPr>
          <p:spPr>
            <a:xfrm>
              <a:off x="0" y="-9018"/>
              <a:ext cx="2843808" cy="243300"/>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矩形 82"/>
            <p:cNvSpPr/>
            <p:nvPr/>
          </p:nvSpPr>
          <p:spPr>
            <a:xfrm>
              <a:off x="2813684" y="-9018"/>
              <a:ext cx="6330315" cy="243300"/>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4" name="矩形 83"/>
          <p:cNvSpPr/>
          <p:nvPr/>
        </p:nvSpPr>
        <p:spPr>
          <a:xfrm>
            <a:off x="617907" y="5132462"/>
            <a:ext cx="3528000" cy="5974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5015282" y="5132462"/>
            <a:ext cx="3528000" cy="5974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a:off x="617907" y="5856270"/>
            <a:ext cx="3528000" cy="5974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a:off x="5015282" y="5856270"/>
            <a:ext cx="3528000" cy="5974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44054" y="5158375"/>
            <a:ext cx="3116559" cy="523220"/>
          </a:xfrm>
          <a:prstGeom prst="rect">
            <a:avLst/>
          </a:prstGeom>
        </p:spPr>
        <p:txBody>
          <a:bodyPr wrap="none">
            <a:spAutoFit/>
          </a:bodyPr>
          <a:lstStyle/>
          <a:p>
            <a:r>
              <a:rPr lang="en-US" altLang="zh-CN" sz="2800" b="1" dirty="0">
                <a:solidFill>
                  <a:srgbClr val="FDE801"/>
                </a:solidFill>
                <a:latin typeface="微软雅黑" pitchFamily="34" charset="-122"/>
                <a:ea typeface="微软雅黑" pitchFamily="34" charset="-122"/>
              </a:rPr>
              <a:t>20%</a:t>
            </a:r>
            <a:r>
              <a:rPr lang="zh-CN" altLang="en-US" sz="2800" b="1" dirty="0">
                <a:solidFill>
                  <a:schemeClr val="bg1"/>
                </a:solidFill>
                <a:latin typeface="微软雅黑" pitchFamily="34" charset="-122"/>
                <a:ea typeface="微软雅黑" pitchFamily="34" charset="-122"/>
              </a:rPr>
              <a:t>的人相信转世</a:t>
            </a:r>
            <a:endParaRPr lang="en-US" altLang="zh-CN" sz="2800" b="1" dirty="0">
              <a:solidFill>
                <a:schemeClr val="bg1"/>
              </a:solidFill>
              <a:latin typeface="微软雅黑" pitchFamily="34" charset="-122"/>
              <a:ea typeface="微软雅黑" pitchFamily="34" charset="-122"/>
            </a:endParaRPr>
          </a:p>
        </p:txBody>
      </p:sp>
      <p:sp>
        <p:nvSpPr>
          <p:cNvPr id="9" name="矩形 8"/>
          <p:cNvSpPr/>
          <p:nvPr/>
        </p:nvSpPr>
        <p:spPr>
          <a:xfrm>
            <a:off x="4984801" y="5158375"/>
            <a:ext cx="3475631" cy="523220"/>
          </a:xfrm>
          <a:prstGeom prst="rect">
            <a:avLst/>
          </a:prstGeom>
        </p:spPr>
        <p:txBody>
          <a:bodyPr wrap="none">
            <a:spAutoFit/>
          </a:bodyPr>
          <a:lstStyle/>
          <a:p>
            <a:r>
              <a:rPr lang="en-US" altLang="zh-CN" sz="2800" b="1" dirty="0">
                <a:solidFill>
                  <a:srgbClr val="FDE801"/>
                </a:solidFill>
                <a:latin typeface="微软雅黑" pitchFamily="34" charset="-122"/>
                <a:ea typeface="微软雅黑" pitchFamily="34" charset="-122"/>
              </a:rPr>
              <a:t>25%</a:t>
            </a:r>
            <a:r>
              <a:rPr lang="zh-CN" altLang="en-US" sz="2800" b="1" dirty="0">
                <a:solidFill>
                  <a:schemeClr val="bg1"/>
                </a:solidFill>
                <a:latin typeface="微软雅黑" pitchFamily="34" charset="-122"/>
                <a:ea typeface="微软雅黑" pitchFamily="34" charset="-122"/>
              </a:rPr>
              <a:t>的人相信占星术</a:t>
            </a:r>
            <a:endParaRPr lang="en-US" altLang="zh-CN" sz="2800" b="1" dirty="0">
              <a:solidFill>
                <a:schemeClr val="bg1"/>
              </a:solidFill>
              <a:latin typeface="微软雅黑" pitchFamily="34" charset="-122"/>
              <a:ea typeface="微软雅黑" pitchFamily="34" charset="-122"/>
            </a:endParaRPr>
          </a:p>
        </p:txBody>
      </p:sp>
      <p:sp>
        <p:nvSpPr>
          <p:cNvPr id="10" name="矩形 9"/>
          <p:cNvSpPr/>
          <p:nvPr/>
        </p:nvSpPr>
        <p:spPr>
          <a:xfrm>
            <a:off x="638546" y="5915689"/>
            <a:ext cx="3573414" cy="492443"/>
          </a:xfrm>
          <a:prstGeom prst="rect">
            <a:avLst/>
          </a:prstGeom>
        </p:spPr>
        <p:txBody>
          <a:bodyPr wrap="none">
            <a:spAutoFit/>
          </a:bodyPr>
          <a:lstStyle/>
          <a:p>
            <a:r>
              <a:rPr lang="en-US" altLang="zh-CN" sz="2600" b="1" dirty="0">
                <a:solidFill>
                  <a:srgbClr val="FDE801"/>
                </a:solidFill>
                <a:latin typeface="微软雅黑" pitchFamily="34" charset="-122"/>
                <a:ea typeface="微软雅黑" pitchFamily="34" charset="-122"/>
              </a:rPr>
              <a:t>42%</a:t>
            </a:r>
            <a:r>
              <a:rPr lang="zh-CN" altLang="en-US" sz="2600" b="1" dirty="0">
                <a:solidFill>
                  <a:schemeClr val="bg1"/>
                </a:solidFill>
                <a:latin typeface="微软雅黑" pitchFamily="34" charset="-122"/>
                <a:ea typeface="微软雅黑" pitchFamily="34" charset="-122"/>
              </a:rPr>
              <a:t>的人相信鬼魂</a:t>
            </a:r>
            <a:r>
              <a:rPr lang="zh-CN" altLang="en-US" sz="2600" b="1" dirty="0" smtClean="0">
                <a:solidFill>
                  <a:schemeClr val="bg1"/>
                </a:solidFill>
                <a:latin typeface="微软雅黑" pitchFamily="34" charset="-122"/>
                <a:ea typeface="微软雅黑" pitchFamily="34" charset="-122"/>
              </a:rPr>
              <a:t>附体</a:t>
            </a:r>
            <a:endParaRPr lang="en-US" altLang="zh-CN" sz="2600" b="1" dirty="0">
              <a:solidFill>
                <a:schemeClr val="bg1"/>
              </a:solidFill>
              <a:latin typeface="微软雅黑" pitchFamily="34" charset="-122"/>
              <a:ea typeface="微软雅黑" pitchFamily="34" charset="-122"/>
            </a:endParaRPr>
          </a:p>
        </p:txBody>
      </p:sp>
      <p:sp>
        <p:nvSpPr>
          <p:cNvPr id="34" name="TextBox 33"/>
          <p:cNvSpPr txBox="1"/>
          <p:nvPr/>
        </p:nvSpPr>
        <p:spPr>
          <a:xfrm>
            <a:off x="4985841" y="5934097"/>
            <a:ext cx="3573414" cy="492443"/>
          </a:xfrm>
          <a:prstGeom prst="rect">
            <a:avLst/>
          </a:prstGeom>
        </p:spPr>
        <p:txBody>
          <a:bodyPr wrap="none">
            <a:spAutoFit/>
          </a:bodyPr>
          <a:lstStyle>
            <a:defPPr>
              <a:defRPr lang="zh-CN"/>
            </a:defPPr>
            <a:lvl1pPr>
              <a:defRPr sz="2800" b="1">
                <a:solidFill>
                  <a:srgbClr val="FDE801"/>
                </a:solidFill>
                <a:latin typeface="微软雅黑" pitchFamily="34" charset="-122"/>
                <a:ea typeface="微软雅黑" pitchFamily="34" charset="-122"/>
              </a:defRPr>
            </a:lvl1pPr>
          </a:lstStyle>
          <a:p>
            <a:r>
              <a:rPr lang="en-US" altLang="zh-CN" sz="2600" dirty="0"/>
              <a:t>55%</a:t>
            </a:r>
            <a:r>
              <a:rPr lang="zh-CN" altLang="en-US" sz="2600" dirty="0">
                <a:solidFill>
                  <a:schemeClr val="bg1"/>
                </a:solidFill>
              </a:rPr>
              <a:t>的美国人相信灵媒</a:t>
            </a:r>
          </a:p>
        </p:txBody>
      </p:sp>
      <p:sp>
        <p:nvSpPr>
          <p:cNvPr id="93" name="矩形 92"/>
          <p:cNvSpPr/>
          <p:nvPr/>
        </p:nvSpPr>
        <p:spPr>
          <a:xfrm>
            <a:off x="0" y="6768540"/>
            <a:ext cx="9144000" cy="138344"/>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54103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9020"/>
            <a:ext cx="9187118" cy="917739"/>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1396" y="5769330"/>
            <a:ext cx="9142603" cy="1118583"/>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1500404" y="95886"/>
            <a:ext cx="6186310" cy="646331"/>
          </a:xfrm>
          <a:prstGeom prst="rect">
            <a:avLst/>
          </a:prstGeom>
          <a:noFill/>
        </p:spPr>
        <p:txBody>
          <a:bodyPr wrap="none" rtlCol="0">
            <a:spAutoFit/>
          </a:bodyPr>
          <a:lstStyle/>
          <a:p>
            <a:pPr algn="ctr"/>
            <a:r>
              <a:rPr lang="zh-CN" altLang="en-US" sz="3600" dirty="0" smtClean="0">
                <a:latin typeface="华康俪金黑W8(P)" panose="020B0800000000000000" pitchFamily="34" charset="-122"/>
                <a:ea typeface="华康俪金黑W8(P)" panose="020B0800000000000000" pitchFamily="34" charset="-122"/>
              </a:rPr>
              <a:t>我们</a:t>
            </a:r>
            <a:r>
              <a:rPr lang="zh-CN" altLang="en-US" sz="3600" dirty="0">
                <a:latin typeface="华康俪金黑W8(P)" panose="020B0800000000000000" pitchFamily="34" charset="-122"/>
                <a:ea typeface="华康俪金黑W8(P)" panose="020B0800000000000000" pitchFamily="34" charset="-122"/>
              </a:rPr>
              <a:t>为什么总不能眼见为实？</a:t>
            </a:r>
          </a:p>
        </p:txBody>
      </p:sp>
      <p:sp>
        <p:nvSpPr>
          <p:cNvPr id="10" name="TextBox 9"/>
          <p:cNvSpPr txBox="1"/>
          <p:nvPr/>
        </p:nvSpPr>
        <p:spPr>
          <a:xfrm>
            <a:off x="465884" y="6011552"/>
            <a:ext cx="8056853" cy="553998"/>
          </a:xfrm>
          <a:prstGeom prst="rect">
            <a:avLst/>
          </a:prstGeom>
          <a:noFill/>
        </p:spPr>
        <p:txBody>
          <a:bodyPr wrap="square" rtlCol="0">
            <a:spAutoFit/>
          </a:bodyPr>
          <a:lstStyle/>
          <a:p>
            <a:pPr>
              <a:lnSpc>
                <a:spcPct val="150000"/>
              </a:lnSpc>
            </a:pPr>
            <a:r>
              <a:rPr lang="zh-CN" altLang="en-US" sz="2000" b="1" dirty="0" smtClean="0">
                <a:solidFill>
                  <a:schemeClr val="bg1"/>
                </a:solidFill>
                <a:latin typeface="微软雅黑" panose="020B0503020204020204" pitchFamily="34" charset="-122"/>
                <a:ea typeface="微软雅黑" panose="020B0503020204020204" pitchFamily="34" charset="-122"/>
              </a:rPr>
              <a:t>      知觉在某种程度上是我们头脑制造出来的，眼见的不一定就是真的。</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683568" y="1828867"/>
            <a:ext cx="3353799" cy="3224779"/>
            <a:chOff x="813527" y="2827015"/>
            <a:chExt cx="3353799" cy="3224779"/>
          </a:xfrm>
          <a:effectLst>
            <a:outerShdw blurRad="63500" sx="102000" sy="102000" algn="ctr" rotWithShape="0">
              <a:prstClr val="black">
                <a:alpha val="40000"/>
              </a:prstClr>
            </a:outerShdw>
          </a:effectLst>
        </p:grpSpPr>
        <p:sp>
          <p:nvSpPr>
            <p:cNvPr id="19" name="矩形 18"/>
            <p:cNvSpPr/>
            <p:nvPr/>
          </p:nvSpPr>
          <p:spPr>
            <a:xfrm>
              <a:off x="813527" y="5454393"/>
              <a:ext cx="3353799" cy="5974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527" y="2827015"/>
              <a:ext cx="3353799" cy="2620353"/>
            </a:xfrm>
            <a:prstGeom prst="rect">
              <a:avLst/>
            </a:prstGeom>
            <a:ln>
              <a:noFill/>
            </a:ln>
            <a:effectLst/>
          </p:spPr>
        </p:pic>
      </p:grpSp>
      <p:grpSp>
        <p:nvGrpSpPr>
          <p:cNvPr id="14" name="组合 13"/>
          <p:cNvGrpSpPr/>
          <p:nvPr/>
        </p:nvGrpSpPr>
        <p:grpSpPr>
          <a:xfrm>
            <a:off x="5152650" y="1856685"/>
            <a:ext cx="3353799" cy="3222443"/>
            <a:chOff x="5152650" y="2838876"/>
            <a:chExt cx="3353799" cy="3222443"/>
          </a:xfrm>
          <a:effectLst>
            <a:outerShdw blurRad="63500" sx="102000" sy="102000" algn="ctr" rotWithShape="0">
              <a:prstClr val="black">
                <a:alpha val="40000"/>
              </a:prstClr>
            </a:outerShdw>
          </a:effectLst>
        </p:grpSpPr>
        <p:sp>
          <p:nvSpPr>
            <p:cNvPr id="20" name="矩形 19"/>
            <p:cNvSpPr/>
            <p:nvPr/>
          </p:nvSpPr>
          <p:spPr>
            <a:xfrm>
              <a:off x="5152650" y="5463918"/>
              <a:ext cx="3353799" cy="597401"/>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6504" y="2838876"/>
              <a:ext cx="3346092" cy="2620800"/>
            </a:xfrm>
            <a:prstGeom prst="rect">
              <a:avLst/>
            </a:prstGeom>
            <a:ln>
              <a:noFill/>
            </a:ln>
            <a:effectLst/>
            <a:extLst>
              <a:ext uri="{91240B29-F687-4F45-9708-019B960494DF}">
                <a14:hiddenLine xmlns:a14="http://schemas.microsoft.com/office/drawing/2010/main" w="9525">
                  <a:solidFill>
                    <a:schemeClr val="tx1"/>
                  </a:solidFill>
                  <a:miter lim="800000"/>
                  <a:headEnd/>
                  <a:tailEnd/>
                </a14:hiddenLine>
              </a:ext>
            </a:extLst>
          </p:spPr>
        </p:pic>
      </p:grpSp>
      <p:sp>
        <p:nvSpPr>
          <p:cNvPr id="18" name="TextBox 17"/>
          <p:cNvSpPr txBox="1"/>
          <p:nvPr/>
        </p:nvSpPr>
        <p:spPr>
          <a:xfrm>
            <a:off x="1272234" y="4518817"/>
            <a:ext cx="2545006" cy="523220"/>
          </a:xfrm>
          <a:prstGeom prst="rect">
            <a:avLst/>
          </a:prstGeom>
          <a:noFill/>
        </p:spPr>
        <p:txBody>
          <a:bodyPr wrap="square" rtlCol="0">
            <a:spAutoFit/>
          </a:bodyPr>
          <a:lstStyle/>
          <a:p>
            <a:r>
              <a:rPr lang="zh-CN" altLang="en-US" sz="2800" b="1" dirty="0" smtClean="0">
                <a:solidFill>
                  <a:schemeClr val="bg1"/>
                </a:solidFill>
                <a:latin typeface="微软雅黑" pitchFamily="34" charset="-122"/>
                <a:ea typeface="微软雅黑" pitchFamily="34" charset="-122"/>
              </a:rPr>
              <a:t>你看到的是它？</a:t>
            </a:r>
            <a:endParaRPr lang="zh-CN" altLang="en-US" sz="2800" b="1" dirty="0">
              <a:solidFill>
                <a:schemeClr val="bg1"/>
              </a:solidFill>
              <a:latin typeface="微软雅黑" pitchFamily="34" charset="-122"/>
              <a:ea typeface="微软雅黑" pitchFamily="34" charset="-122"/>
            </a:endParaRPr>
          </a:p>
        </p:txBody>
      </p:sp>
      <p:sp>
        <p:nvSpPr>
          <p:cNvPr id="23" name="TextBox 22"/>
          <p:cNvSpPr txBox="1"/>
          <p:nvPr/>
        </p:nvSpPr>
        <p:spPr>
          <a:xfrm>
            <a:off x="5305455" y="4535041"/>
            <a:ext cx="3206666" cy="461665"/>
          </a:xfrm>
          <a:prstGeom prst="rect">
            <a:avLst/>
          </a:prstGeom>
          <a:noFill/>
        </p:spPr>
        <p:txBody>
          <a:bodyPr wrap="square" rtlCol="0">
            <a:spAutoFit/>
          </a:bodyPr>
          <a:lstStyle>
            <a:defPPr>
              <a:defRPr lang="zh-CN"/>
            </a:defPPr>
            <a:lvl1pPr>
              <a:defRPr sz="2800" b="1">
                <a:solidFill>
                  <a:schemeClr val="bg1"/>
                </a:solidFill>
                <a:latin typeface="微软雅黑" pitchFamily="34" charset="-122"/>
                <a:ea typeface="微软雅黑" pitchFamily="34" charset="-122"/>
              </a:defRPr>
            </a:lvl1pPr>
          </a:lstStyle>
          <a:p>
            <a:r>
              <a:rPr lang="zh-CN" altLang="en-US" sz="2400" dirty="0" smtClean="0">
                <a:solidFill>
                  <a:schemeClr val="tx1"/>
                </a:solidFill>
              </a:rPr>
              <a:t>但你</a:t>
            </a:r>
            <a:r>
              <a:rPr lang="zh-CN" altLang="en-US" sz="2400" dirty="0">
                <a:solidFill>
                  <a:schemeClr val="tx1"/>
                </a:solidFill>
              </a:rPr>
              <a:t>相信你看到是它！</a:t>
            </a:r>
          </a:p>
        </p:txBody>
      </p:sp>
      <p:sp>
        <p:nvSpPr>
          <p:cNvPr id="15" name="半闭框 14"/>
          <p:cNvSpPr/>
          <p:nvPr/>
        </p:nvSpPr>
        <p:spPr>
          <a:xfrm>
            <a:off x="741519" y="6042384"/>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半闭框 25"/>
          <p:cNvSpPr/>
          <p:nvPr/>
        </p:nvSpPr>
        <p:spPr>
          <a:xfrm flipH="1" flipV="1">
            <a:off x="8502596" y="6525344"/>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等腰三角形 15"/>
          <p:cNvSpPr/>
          <p:nvPr/>
        </p:nvSpPr>
        <p:spPr>
          <a:xfrm>
            <a:off x="397196" y="5445224"/>
            <a:ext cx="286372" cy="324106"/>
          </a:xfrm>
          <a:prstGeom prst="triangl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288027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9020"/>
            <a:ext cx="9187118" cy="917739"/>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TextBox 6"/>
          <p:cNvSpPr txBox="1"/>
          <p:nvPr/>
        </p:nvSpPr>
        <p:spPr>
          <a:xfrm>
            <a:off x="1619672" y="179929"/>
            <a:ext cx="6340197" cy="584775"/>
          </a:xfrm>
          <a:prstGeom prst="rect">
            <a:avLst/>
          </a:prstGeom>
          <a:noFill/>
        </p:spPr>
        <p:txBody>
          <a:bodyPr wrap="none" rtlCol="0">
            <a:spAutoFit/>
          </a:bodyPr>
          <a:lstStyle/>
          <a:p>
            <a:pPr algn="dist"/>
            <a:r>
              <a:rPr lang="zh-CN" altLang="en-US" sz="3200" b="1" dirty="0" smtClean="0">
                <a:latin typeface="华康俪金黑W8(P)" panose="020B0800000000000000" pitchFamily="34" charset="-122"/>
                <a:ea typeface="华康俪金黑W8(P)" panose="020B0800000000000000" pitchFamily="34" charset="-122"/>
              </a:rPr>
              <a:t>为什么你不能总是相信你的记忆？</a:t>
            </a:r>
            <a:endParaRPr lang="zh-CN" altLang="en-US" sz="3200" b="1" dirty="0">
              <a:latin typeface="华康俪金黑W8(P)" panose="020B0800000000000000" pitchFamily="34" charset="-122"/>
              <a:ea typeface="华康俪金黑W8(P)" panose="020B0800000000000000" pitchFamily="34" charset="-122"/>
            </a:endParaRPr>
          </a:p>
        </p:txBody>
      </p:sp>
      <p:sp>
        <p:nvSpPr>
          <p:cNvPr id="11" name="矩形 10"/>
          <p:cNvSpPr/>
          <p:nvPr/>
        </p:nvSpPr>
        <p:spPr>
          <a:xfrm>
            <a:off x="1396" y="5769330"/>
            <a:ext cx="9142603" cy="1118583"/>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半闭框 12"/>
          <p:cNvSpPr/>
          <p:nvPr/>
        </p:nvSpPr>
        <p:spPr>
          <a:xfrm>
            <a:off x="741519" y="6042384"/>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半闭框 13"/>
          <p:cNvSpPr/>
          <p:nvPr/>
        </p:nvSpPr>
        <p:spPr>
          <a:xfrm flipH="1" flipV="1">
            <a:off x="8100392" y="6453336"/>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等腰三角形 16"/>
          <p:cNvSpPr/>
          <p:nvPr/>
        </p:nvSpPr>
        <p:spPr>
          <a:xfrm>
            <a:off x="397196" y="5445224"/>
            <a:ext cx="286372" cy="324106"/>
          </a:xfrm>
          <a:prstGeom prst="triangl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a:xfrm>
            <a:off x="982170" y="6122258"/>
            <a:ext cx="7013458" cy="400110"/>
          </a:xfrm>
          <a:prstGeom prst="rect">
            <a:avLst/>
          </a:prstGeom>
          <a:noFill/>
        </p:spPr>
        <p:txBody>
          <a:bodyPr wrap="non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你以为这是一个心灵感应的例子，其实这只是一个巧合</a:t>
            </a:r>
            <a:r>
              <a:rPr lang="en-US" altLang="zh-CN" sz="2000" b="1" dirty="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nvGrpSpPr>
          <p:cNvPr id="34" name="组合 33"/>
          <p:cNvGrpSpPr/>
          <p:nvPr/>
        </p:nvGrpSpPr>
        <p:grpSpPr>
          <a:xfrm>
            <a:off x="640297" y="1771318"/>
            <a:ext cx="3397069" cy="3282328"/>
            <a:chOff x="971600" y="2182007"/>
            <a:chExt cx="2880320" cy="2624883"/>
          </a:xfrm>
        </p:grpSpPr>
        <p:sp>
          <p:nvSpPr>
            <p:cNvPr id="35" name="矩形 34"/>
            <p:cNvSpPr/>
            <p:nvPr/>
          </p:nvSpPr>
          <p:spPr>
            <a:xfrm>
              <a:off x="1475656" y="3837254"/>
              <a:ext cx="1569660" cy="369332"/>
            </a:xfrm>
            <a:prstGeom prst="rect">
              <a:avLst/>
            </a:prstGeom>
          </p:spPr>
          <p:txBody>
            <a:bodyPr wrap="none">
              <a:spAutoFit/>
            </a:bodyPr>
            <a:lstStyle/>
            <a:p>
              <a:r>
                <a:rPr lang="zh-CN" altLang="en-US" dirty="0">
                  <a:latin typeface="微软雅黑" pitchFamily="34" charset="-122"/>
                  <a:ea typeface="微软雅黑" pitchFamily="34" charset="-122"/>
                </a:rPr>
                <a:t>你正想着某人</a:t>
              </a:r>
              <a:endParaRPr lang="zh-CN" altLang="en-US" dirty="0"/>
            </a:p>
          </p:txBody>
        </p:sp>
        <p:sp>
          <p:nvSpPr>
            <p:cNvPr id="36" name="矩形 35"/>
            <p:cNvSpPr/>
            <p:nvPr/>
          </p:nvSpPr>
          <p:spPr>
            <a:xfrm>
              <a:off x="971600" y="2182007"/>
              <a:ext cx="2856926" cy="2045824"/>
            </a:xfrm>
            <a:prstGeom prst="rect">
              <a:avLst/>
            </a:prstGeom>
            <a:solidFill>
              <a:srgbClr val="FBFAF7"/>
            </a:solidFill>
            <a:ln w="3175">
              <a:solidFill>
                <a:srgbClr val="B1AEAB"/>
              </a:solidFill>
            </a:ln>
            <a:effectLst>
              <a:outerShdw blurRad="292100" dist="139700" dir="2700000" algn="tl" rotWithShape="0">
                <a:srgbClr val="333333">
                  <a:alpha val="6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971600" y="4209489"/>
              <a:ext cx="2880320" cy="597401"/>
            </a:xfrm>
            <a:prstGeom prst="rect">
              <a:avLst/>
            </a:prstGeom>
            <a:solidFill>
              <a:srgbClr val="0399E5"/>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8" name="图片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6419" y="2242587"/>
              <a:ext cx="1584176" cy="1924664"/>
            </a:xfrm>
            <a:prstGeom prst="rect">
              <a:avLst/>
            </a:prstGeom>
          </p:spPr>
        </p:pic>
        <p:sp>
          <p:nvSpPr>
            <p:cNvPr id="39" name="矩形 38"/>
            <p:cNvSpPr/>
            <p:nvPr/>
          </p:nvSpPr>
          <p:spPr>
            <a:xfrm>
              <a:off x="1391233" y="4313847"/>
              <a:ext cx="1983287" cy="369194"/>
            </a:xfrm>
            <a:prstGeom prst="rect">
              <a:avLst/>
            </a:prstGeom>
          </p:spPr>
          <p:txBody>
            <a:bodyPr wrap="none">
              <a:spAutoFit/>
            </a:bodyPr>
            <a:lstStyle/>
            <a:p>
              <a:pPr lvl="0"/>
              <a:r>
                <a:rPr lang="zh-CN" altLang="en-US" sz="2400" b="1" dirty="0">
                  <a:solidFill>
                    <a:srgbClr val="FFFFFF"/>
                  </a:solidFill>
                  <a:latin typeface="微软雅黑" pitchFamily="34" charset="-122"/>
                  <a:ea typeface="微软雅黑" pitchFamily="34" charset="-122"/>
                </a:rPr>
                <a:t>你正在想某人？</a:t>
              </a:r>
            </a:p>
          </p:txBody>
        </p:sp>
      </p:grpSp>
      <p:pic>
        <p:nvPicPr>
          <p:cNvPr id="50" name="图片 4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5157" y="1856685"/>
            <a:ext cx="3341292" cy="2474409"/>
          </a:xfrm>
          <a:prstGeom prst="rect">
            <a:avLst/>
          </a:prstGeom>
          <a:ln>
            <a:noFill/>
          </a:ln>
          <a:effectLst>
            <a:outerShdw blurRad="292100" dist="139700" dir="2700000" algn="tl" rotWithShape="0">
              <a:srgbClr val="333333">
                <a:alpha val="65000"/>
              </a:srgbClr>
            </a:outerShdw>
          </a:effectLst>
        </p:spPr>
      </p:pic>
      <p:sp>
        <p:nvSpPr>
          <p:cNvPr id="51" name="矩形 50"/>
          <p:cNvSpPr/>
          <p:nvPr/>
        </p:nvSpPr>
        <p:spPr>
          <a:xfrm>
            <a:off x="5156504" y="4331094"/>
            <a:ext cx="3341292" cy="722552"/>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5220073" y="4462477"/>
            <a:ext cx="3262431" cy="461665"/>
          </a:xfrm>
          <a:prstGeom prst="rect">
            <a:avLst/>
          </a:prstGeom>
        </p:spPr>
        <p:txBody>
          <a:bodyPr wrap="none">
            <a:spAutoFit/>
          </a:bodyPr>
          <a:lstStyle/>
          <a:p>
            <a:r>
              <a:rPr lang="zh-CN" altLang="en-US" sz="2400" b="1" dirty="0" smtClean="0">
                <a:latin typeface="微软雅黑" pitchFamily="34" charset="-122"/>
                <a:ea typeface="微软雅黑" pitchFamily="34" charset="-122"/>
              </a:rPr>
              <a:t>突然接到</a:t>
            </a:r>
            <a:r>
              <a:rPr lang="zh-CN" altLang="en-US" sz="2400" b="1" dirty="0">
                <a:latin typeface="微软雅黑" pitchFamily="34" charset="-122"/>
                <a:ea typeface="微软雅黑" pitchFamily="34" charset="-122"/>
              </a:rPr>
              <a:t>了对方的电话</a:t>
            </a:r>
          </a:p>
        </p:txBody>
      </p:sp>
    </p:spTree>
    <p:extLst>
      <p:ext uri="{BB962C8B-B14F-4D97-AF65-F5344CB8AC3E}">
        <p14:creationId xmlns:p14="http://schemas.microsoft.com/office/powerpoint/2010/main" val="13094015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9020"/>
            <a:ext cx="9187118" cy="917739"/>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TextBox 6"/>
          <p:cNvSpPr txBox="1"/>
          <p:nvPr/>
        </p:nvSpPr>
        <p:spPr>
          <a:xfrm>
            <a:off x="1575374" y="188640"/>
            <a:ext cx="6340197" cy="584775"/>
          </a:xfrm>
          <a:prstGeom prst="rect">
            <a:avLst/>
          </a:prstGeom>
          <a:noFill/>
        </p:spPr>
        <p:txBody>
          <a:bodyPr wrap="none" rtlCol="0">
            <a:spAutoFit/>
          </a:bodyPr>
          <a:lstStyle/>
          <a:p>
            <a:pPr algn="ctr"/>
            <a:r>
              <a:rPr lang="zh-CN" altLang="en-US" sz="3200" b="1" dirty="0">
                <a:latin typeface="华康俪金黑W8(P)" panose="020B0800000000000000" pitchFamily="34" charset="-122"/>
                <a:ea typeface="华康俪金黑W8(P)" panose="020B0800000000000000" pitchFamily="34" charset="-122"/>
              </a:rPr>
              <a:t>为什么有时你看到了你所相信的？</a:t>
            </a:r>
          </a:p>
        </p:txBody>
      </p:sp>
      <p:sp>
        <p:nvSpPr>
          <p:cNvPr id="28" name="矩形 27"/>
          <p:cNvSpPr/>
          <p:nvPr/>
        </p:nvSpPr>
        <p:spPr>
          <a:xfrm>
            <a:off x="1396" y="5769330"/>
            <a:ext cx="9142603" cy="1118583"/>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半闭框 28"/>
          <p:cNvSpPr/>
          <p:nvPr/>
        </p:nvSpPr>
        <p:spPr>
          <a:xfrm>
            <a:off x="741519" y="6042384"/>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半闭框 29"/>
          <p:cNvSpPr/>
          <p:nvPr/>
        </p:nvSpPr>
        <p:spPr>
          <a:xfrm flipH="1" flipV="1">
            <a:off x="8100392" y="6453336"/>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等腰三角形 30"/>
          <p:cNvSpPr/>
          <p:nvPr/>
        </p:nvSpPr>
        <p:spPr>
          <a:xfrm>
            <a:off x="397196" y="5445224"/>
            <a:ext cx="286372" cy="324106"/>
          </a:xfrm>
          <a:prstGeom prst="triangl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642921" y="1771318"/>
            <a:ext cx="3497031" cy="2809810"/>
            <a:chOff x="642921" y="1771318"/>
            <a:chExt cx="3497031" cy="280981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921" y="1771318"/>
              <a:ext cx="3366854" cy="2076924"/>
            </a:xfrm>
            <a:prstGeom prst="rect">
              <a:avLst/>
            </a:prstGeom>
            <a:ln>
              <a:noFill/>
            </a:ln>
            <a:effectLst>
              <a:outerShdw blurRad="292100" dist="139700" dir="2700000" algn="tl" rotWithShape="0">
                <a:srgbClr val="333333">
                  <a:alpha val="65000"/>
                </a:srgbClr>
              </a:outerShdw>
            </a:effectLst>
          </p:spPr>
        </p:pic>
        <p:sp>
          <p:nvSpPr>
            <p:cNvPr id="34" name="矩形 33"/>
            <p:cNvSpPr/>
            <p:nvPr/>
          </p:nvSpPr>
          <p:spPr>
            <a:xfrm>
              <a:off x="655702" y="3858576"/>
              <a:ext cx="3341292" cy="722552"/>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688733" y="4037002"/>
              <a:ext cx="3451219" cy="400110"/>
            </a:xfrm>
            <a:prstGeom prst="rect">
              <a:avLst/>
            </a:prstGeom>
            <a:noFill/>
          </p:spPr>
          <p:txBody>
            <a:bodyPr wrap="square" rtlCol="0">
              <a:spAutoFit/>
            </a:bodyPr>
            <a:lstStyle/>
            <a:p>
              <a:r>
                <a:rPr lang="zh-CN" altLang="en-US" sz="2000" b="1" dirty="0">
                  <a:solidFill>
                    <a:srgbClr val="FFFFFF"/>
                  </a:solidFill>
                  <a:latin typeface="微软雅黑" pitchFamily="34" charset="-122"/>
                  <a:ea typeface="微软雅黑" pitchFamily="34" charset="-122"/>
                </a:rPr>
                <a:t>你以为世界上只有</a:t>
              </a:r>
              <a:r>
                <a:rPr lang="zh-CN" altLang="en-US" sz="2000" b="1" dirty="0" smtClean="0">
                  <a:solidFill>
                    <a:srgbClr val="FFFFFF"/>
                  </a:solidFill>
                  <a:latin typeface="微软雅黑" pitchFamily="34" charset="-122"/>
                  <a:ea typeface="微软雅黑" pitchFamily="34" charset="-122"/>
                </a:rPr>
                <a:t>白天鹅？</a:t>
              </a:r>
              <a:endParaRPr lang="zh-CN" altLang="en-US" sz="2000" b="1" dirty="0">
                <a:solidFill>
                  <a:srgbClr val="FFFFFF"/>
                </a:solidFill>
                <a:latin typeface="微软雅黑" pitchFamily="34" charset="-122"/>
                <a:ea typeface="微软雅黑" pitchFamily="34" charset="-122"/>
              </a:endParaRPr>
            </a:p>
          </p:txBody>
        </p:sp>
      </p:grpSp>
      <p:grpSp>
        <p:nvGrpSpPr>
          <p:cNvPr id="2048" name="组合 2047"/>
          <p:cNvGrpSpPr/>
          <p:nvPr/>
        </p:nvGrpSpPr>
        <p:grpSpPr>
          <a:xfrm>
            <a:off x="5191032" y="1771319"/>
            <a:ext cx="3341408" cy="2832759"/>
            <a:chOff x="5191032" y="1771319"/>
            <a:chExt cx="3341408" cy="2832759"/>
          </a:xfrm>
        </p:grpSpPr>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40219" y="1771319"/>
              <a:ext cx="3220213" cy="2091962"/>
            </a:xfrm>
            <a:prstGeom prst="rect">
              <a:avLst/>
            </a:prstGeom>
            <a:ln>
              <a:noFill/>
            </a:ln>
            <a:effectLst>
              <a:outerShdw blurRad="292100" dist="139700" dir="2700000" algn="tl" rotWithShape="0">
                <a:srgbClr val="333333">
                  <a:alpha val="65000"/>
                </a:srgbClr>
              </a:outerShdw>
            </a:effectLst>
          </p:spPr>
        </p:pic>
        <p:sp>
          <p:nvSpPr>
            <p:cNvPr id="33" name="矩形 32"/>
            <p:cNvSpPr/>
            <p:nvPr/>
          </p:nvSpPr>
          <p:spPr>
            <a:xfrm>
              <a:off x="5191032" y="3881526"/>
              <a:ext cx="3341292" cy="722552"/>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5312227" y="4005064"/>
              <a:ext cx="3220213" cy="400110"/>
            </a:xfrm>
            <a:prstGeom prst="rect">
              <a:avLst/>
            </a:prstGeom>
            <a:noFill/>
          </p:spPr>
          <p:txBody>
            <a:bodyPr wrap="square" rtlCol="0">
              <a:spAutoFit/>
            </a:bodyPr>
            <a:lstStyle/>
            <a:p>
              <a:r>
                <a:rPr lang="zh-CN" altLang="en-US" sz="2000" b="1" dirty="0">
                  <a:latin typeface="微软雅黑" pitchFamily="34" charset="-122"/>
                  <a:ea typeface="微软雅黑" pitchFamily="34" charset="-122"/>
                </a:rPr>
                <a:t>其实是有黑天鹅的存在的！</a:t>
              </a:r>
            </a:p>
          </p:txBody>
        </p:sp>
      </p:grpSp>
      <p:sp>
        <p:nvSpPr>
          <p:cNvPr id="13" name="TextBox 12"/>
          <p:cNvSpPr txBox="1"/>
          <p:nvPr/>
        </p:nvSpPr>
        <p:spPr>
          <a:xfrm>
            <a:off x="1115616" y="6084004"/>
            <a:ext cx="6984776" cy="369332"/>
          </a:xfrm>
          <a:prstGeom prst="rect">
            <a:avLst/>
          </a:prstGeom>
          <a:noFill/>
        </p:spPr>
        <p:txBody>
          <a:bodyPr wrap="square" rtlCol="0">
            <a:spAutoFit/>
          </a:bodyPr>
          <a:lstStyle/>
          <a:p>
            <a:r>
              <a:rPr lang="zh-CN" altLang="en-US" b="1" dirty="0">
                <a:solidFill>
                  <a:schemeClr val="bg1"/>
                </a:solidFill>
                <a:latin typeface="微软雅黑" panose="020B0503020204020204" pitchFamily="34" charset="-122"/>
                <a:ea typeface="微软雅黑" panose="020B0503020204020204" pitchFamily="34" charset="-122"/>
              </a:rPr>
              <a:t>当人们在澳大利亚发现黑天鹅的存在时，才</a:t>
            </a:r>
            <a:r>
              <a:rPr lang="zh-CN" altLang="en-US" b="1" dirty="0" smtClean="0">
                <a:solidFill>
                  <a:schemeClr val="bg1"/>
                </a:solidFill>
                <a:latin typeface="微软雅黑" panose="020B0503020204020204" pitchFamily="34" charset="-122"/>
                <a:ea typeface="微软雅黑" panose="020B0503020204020204" pitchFamily="34" charset="-122"/>
              </a:rPr>
              <a:t>相信世界</a:t>
            </a:r>
            <a:r>
              <a:rPr lang="zh-CN" altLang="en-US" b="1" dirty="0">
                <a:solidFill>
                  <a:schemeClr val="bg1"/>
                </a:solidFill>
                <a:latin typeface="微软雅黑" panose="020B0503020204020204" pitchFamily="34" charset="-122"/>
                <a:ea typeface="微软雅黑" panose="020B0503020204020204" pitchFamily="34" charset="-122"/>
              </a:rPr>
              <a:t>上存在黑天鹅！</a:t>
            </a:r>
          </a:p>
        </p:txBody>
      </p:sp>
    </p:spTree>
    <p:extLst>
      <p:ext uri="{BB962C8B-B14F-4D97-AF65-F5344CB8AC3E}">
        <p14:creationId xmlns:p14="http://schemas.microsoft.com/office/powerpoint/2010/main" val="21320988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9019"/>
            <a:ext cx="9143999" cy="716905"/>
            <a:chOff x="0" y="-9019"/>
            <a:chExt cx="9143999" cy="716905"/>
          </a:xfrm>
        </p:grpSpPr>
        <p:sp>
          <p:nvSpPr>
            <p:cNvPr id="17" name="矩形 16"/>
            <p:cNvSpPr/>
            <p:nvPr/>
          </p:nvSpPr>
          <p:spPr>
            <a:xfrm>
              <a:off x="0" y="-9019"/>
              <a:ext cx="2843808" cy="716905"/>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nvSpPr>
          <p:spPr>
            <a:xfrm>
              <a:off x="2813684" y="-9019"/>
              <a:ext cx="6330315" cy="716905"/>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544" y="1844824"/>
            <a:ext cx="2276872" cy="2276872"/>
          </a:xfrm>
          <a:prstGeom prst="rect">
            <a:avLst/>
          </a:prstGeom>
        </p:spPr>
      </p:pic>
      <p:sp>
        <p:nvSpPr>
          <p:cNvPr id="12" name="TextBox 11"/>
          <p:cNvSpPr txBox="1"/>
          <p:nvPr/>
        </p:nvSpPr>
        <p:spPr>
          <a:xfrm>
            <a:off x="3203848" y="1736765"/>
            <a:ext cx="5290807" cy="2492990"/>
          </a:xfrm>
          <a:prstGeom prst="rect">
            <a:avLst/>
          </a:prstGeom>
          <a:noFill/>
        </p:spPr>
        <p:txBody>
          <a:bodyPr wrap="none" rtlCol="0">
            <a:spAutoFit/>
          </a:bodyPr>
          <a:lstStyle/>
          <a:p>
            <a:pPr>
              <a:lnSpc>
                <a:spcPct val="200000"/>
              </a:lnSpc>
            </a:pPr>
            <a:r>
              <a:rPr lang="zh-CN" altLang="en-US" dirty="0" smtClean="0">
                <a:latin typeface="微软雅黑" pitchFamily="34" charset="-122"/>
                <a:ea typeface="微软雅黑" pitchFamily="34" charset="-122"/>
              </a:rPr>
              <a:t>身处网络时代被海量的信息</a:t>
            </a:r>
            <a:r>
              <a:rPr lang="zh-CN" altLang="en-US" sz="2400" b="1" dirty="0" smtClean="0">
                <a:solidFill>
                  <a:srgbClr val="0399E5"/>
                </a:solidFill>
                <a:latin typeface="微软雅黑" pitchFamily="34" charset="-122"/>
                <a:ea typeface="微软雅黑" pitchFamily="34" charset="-122"/>
              </a:rPr>
              <a:t>狂轰乱炸</a:t>
            </a:r>
            <a:endParaRPr lang="en-US" altLang="zh-CN" sz="2400" b="1" dirty="0" smtClean="0">
              <a:solidFill>
                <a:srgbClr val="0399E5"/>
              </a:solidFill>
              <a:latin typeface="微软雅黑" pitchFamily="34" charset="-122"/>
              <a:ea typeface="微软雅黑" pitchFamily="34" charset="-122"/>
            </a:endParaRPr>
          </a:p>
          <a:p>
            <a:pPr>
              <a:lnSpc>
                <a:spcPct val="200000"/>
              </a:lnSpc>
            </a:pPr>
            <a:r>
              <a:rPr lang="zh-CN" altLang="en-US" dirty="0" smtClean="0">
                <a:latin typeface="微软雅黑" pitchFamily="34" charset="-122"/>
                <a:ea typeface="微软雅黑" pitchFamily="34" charset="-122"/>
              </a:rPr>
              <a:t>学习最具操作性的</a:t>
            </a:r>
            <a:r>
              <a:rPr lang="zh-CN" altLang="en-US" b="1" dirty="0" smtClean="0">
                <a:latin typeface="微软雅黑" pitchFamily="34" charset="-122"/>
                <a:ea typeface="微软雅黑" pitchFamily="34" charset="-122"/>
              </a:rPr>
              <a:t>“</a:t>
            </a:r>
            <a:r>
              <a:rPr lang="en-US" altLang="zh-CN" b="1" dirty="0" smtClean="0">
                <a:latin typeface="微软雅黑" pitchFamily="34" charset="-122"/>
                <a:ea typeface="微软雅黑" pitchFamily="34" charset="-122"/>
              </a:rPr>
              <a:t>SEARCH</a:t>
            </a:r>
            <a:r>
              <a:rPr lang="zh-CN" altLang="en-US" b="1" dirty="0" smtClean="0">
                <a:latin typeface="微软雅黑" pitchFamily="34" charset="-122"/>
                <a:ea typeface="微软雅黑" pitchFamily="34" charset="-122"/>
              </a:rPr>
              <a:t>公式”</a:t>
            </a:r>
            <a:r>
              <a:rPr lang="zh-CN" altLang="en-US" dirty="0" smtClean="0">
                <a:latin typeface="微软雅黑" pitchFamily="34" charset="-122"/>
                <a:ea typeface="微软雅黑" pitchFamily="34" charset="-122"/>
              </a:rPr>
              <a:t>自己寻找答案</a:t>
            </a:r>
            <a:endParaRPr lang="en-US" altLang="zh-CN" dirty="0" smtClean="0">
              <a:latin typeface="微软雅黑" pitchFamily="34" charset="-122"/>
              <a:ea typeface="微软雅黑" pitchFamily="34" charset="-122"/>
            </a:endParaRPr>
          </a:p>
          <a:p>
            <a:pPr>
              <a:lnSpc>
                <a:spcPct val="200000"/>
              </a:lnSpc>
            </a:pPr>
            <a:r>
              <a:rPr lang="zh-CN" altLang="en-US" dirty="0" smtClean="0">
                <a:latin typeface="微软雅黑" pitchFamily="34" charset="-122"/>
                <a:ea typeface="微软雅黑" pitchFamily="34" charset="-122"/>
              </a:rPr>
              <a:t>沉着冷静不盲从不轻信，</a:t>
            </a:r>
            <a:r>
              <a:rPr lang="zh-CN" altLang="en-US" b="1" dirty="0" smtClean="0">
                <a:solidFill>
                  <a:srgbClr val="0399E5"/>
                </a:solidFill>
                <a:latin typeface="微软雅黑" pitchFamily="34" charset="-122"/>
                <a:ea typeface="微软雅黑" pitchFamily="34" charset="-122"/>
              </a:rPr>
              <a:t>独具慧眼看穿真相</a:t>
            </a:r>
            <a:endParaRPr lang="en-US" altLang="zh-CN" b="1" dirty="0" smtClean="0">
              <a:solidFill>
                <a:srgbClr val="0399E5"/>
              </a:solidFill>
              <a:latin typeface="微软雅黑" pitchFamily="34" charset="-122"/>
              <a:ea typeface="微软雅黑" pitchFamily="34" charset="-122"/>
            </a:endParaRPr>
          </a:p>
          <a:p>
            <a:pPr>
              <a:lnSpc>
                <a:spcPct val="200000"/>
              </a:lnSpc>
            </a:pPr>
            <a:r>
              <a:rPr lang="zh-CN" altLang="en-US" b="1" dirty="0" smtClean="0">
                <a:latin typeface="微软雅黑" pitchFamily="34" charset="-122"/>
                <a:ea typeface="微软雅黑" pitchFamily="34" charset="-122"/>
              </a:rPr>
              <a:t>提高思考能力</a:t>
            </a:r>
            <a:r>
              <a:rPr lang="zh-CN" altLang="en-US" dirty="0" smtClean="0">
                <a:latin typeface="微软雅黑" pitchFamily="34" charset="-122"/>
                <a:ea typeface="微软雅黑" pitchFamily="34" charset="-122"/>
              </a:rPr>
              <a:t>，改善生活质量</a:t>
            </a:r>
            <a:endParaRPr lang="zh-CN" altLang="en-US" dirty="0">
              <a:latin typeface="微软雅黑" pitchFamily="34" charset="-122"/>
              <a:ea typeface="微软雅黑" pitchFamily="34" charset="-122"/>
            </a:endParaRPr>
          </a:p>
        </p:txBody>
      </p:sp>
      <p:sp>
        <p:nvSpPr>
          <p:cNvPr id="7" name="TextBox 6"/>
          <p:cNvSpPr txBox="1"/>
          <p:nvPr/>
        </p:nvSpPr>
        <p:spPr>
          <a:xfrm>
            <a:off x="5508103" y="188239"/>
            <a:ext cx="3600401" cy="400110"/>
          </a:xfrm>
          <a:prstGeom prst="rect">
            <a:avLst/>
          </a:prstGeom>
          <a:noFill/>
        </p:spPr>
        <p:txBody>
          <a:bodyPr wrap="square" rtlCol="0">
            <a:spAutoFit/>
          </a:bodyPr>
          <a:lstStyle/>
          <a:p>
            <a:pPr algn="ctr"/>
            <a:r>
              <a:rPr lang="zh-CN" altLang="en-US" sz="2000" dirty="0">
                <a:solidFill>
                  <a:schemeClr val="bg1"/>
                </a:solidFill>
                <a:latin typeface="微软雅黑" pitchFamily="34" charset="-122"/>
                <a:ea typeface="微软雅黑" pitchFamily="34" charset="-122"/>
              </a:rPr>
              <a:t>教</a:t>
            </a:r>
            <a:r>
              <a:rPr lang="zh-CN" altLang="en-US" sz="2000" dirty="0" smtClean="0">
                <a:solidFill>
                  <a:schemeClr val="bg1"/>
                </a:solidFill>
                <a:latin typeface="微软雅黑" pitchFamily="34" charset="-122"/>
                <a:ea typeface="微软雅黑" pitchFamily="34" charset="-122"/>
              </a:rPr>
              <a:t>你逐步破除</a:t>
            </a:r>
            <a:r>
              <a:rPr lang="en-US" altLang="zh-CN" sz="2000" dirty="0">
                <a:solidFill>
                  <a:schemeClr val="bg1"/>
                </a:solidFill>
                <a:latin typeface="微软雅黑" pitchFamily="34" charset="-122"/>
                <a:ea typeface="微软雅黑" pitchFamily="34" charset="-122"/>
              </a:rPr>
              <a:t>60</a:t>
            </a:r>
            <a:r>
              <a:rPr lang="zh-CN" altLang="en-US" sz="2000" dirty="0">
                <a:solidFill>
                  <a:schemeClr val="bg1"/>
                </a:solidFill>
                <a:latin typeface="微软雅黑" pitchFamily="34" charset="-122"/>
                <a:ea typeface="微软雅黑" pitchFamily="34" charset="-122"/>
              </a:rPr>
              <a:t>余种高级迷信</a:t>
            </a:r>
            <a:endParaRPr lang="en-US" altLang="zh-CN" sz="2000" dirty="0">
              <a:solidFill>
                <a:schemeClr val="bg1"/>
              </a:solidFill>
              <a:latin typeface="微软雅黑" pitchFamily="34" charset="-122"/>
              <a:ea typeface="微软雅黑" pitchFamily="34" charset="-122"/>
            </a:endParaRPr>
          </a:p>
        </p:txBody>
      </p:sp>
      <p:sp>
        <p:nvSpPr>
          <p:cNvPr id="19" name="TextBox 18"/>
          <p:cNvSpPr txBox="1"/>
          <p:nvPr/>
        </p:nvSpPr>
        <p:spPr>
          <a:xfrm>
            <a:off x="230008" y="-9019"/>
            <a:ext cx="2390398" cy="707886"/>
          </a:xfrm>
          <a:prstGeom prst="rect">
            <a:avLst/>
          </a:prstGeom>
          <a:noFill/>
        </p:spPr>
        <p:txBody>
          <a:bodyPr wrap="none" rtlCol="0">
            <a:spAutoFit/>
          </a:bodyPr>
          <a:lstStyle/>
          <a:p>
            <a:r>
              <a:rPr lang="zh-CN" altLang="en-US" sz="4000" spc="300" dirty="0" smtClean="0">
                <a:latin typeface="华康俪金黑W8(P)" panose="020B0800000000000000" pitchFamily="34" charset="-122"/>
                <a:ea typeface="华康俪金黑W8(P)" panose="020B0800000000000000" pitchFamily="34" charset="-122"/>
              </a:rPr>
              <a:t>本书作用</a:t>
            </a:r>
            <a:endParaRPr lang="zh-CN" altLang="en-US" sz="4000" spc="300" dirty="0">
              <a:latin typeface="华康俪金黑W8(P)" panose="020B0800000000000000" pitchFamily="34" charset="-122"/>
              <a:ea typeface="华康俪金黑W8(P)" panose="020B0800000000000000" pitchFamily="34" charset="-122"/>
            </a:endParaRPr>
          </a:p>
        </p:txBody>
      </p:sp>
      <p:sp>
        <p:nvSpPr>
          <p:cNvPr id="21" name="矩形 20"/>
          <p:cNvSpPr/>
          <p:nvPr/>
        </p:nvSpPr>
        <p:spPr>
          <a:xfrm>
            <a:off x="1396" y="5769330"/>
            <a:ext cx="9142603" cy="1118583"/>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半闭框 21"/>
          <p:cNvSpPr/>
          <p:nvPr/>
        </p:nvSpPr>
        <p:spPr>
          <a:xfrm>
            <a:off x="1763688" y="6093296"/>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半闭框 22"/>
          <p:cNvSpPr/>
          <p:nvPr/>
        </p:nvSpPr>
        <p:spPr>
          <a:xfrm flipH="1" flipV="1">
            <a:off x="7164288" y="6453336"/>
            <a:ext cx="144016" cy="144016"/>
          </a:xfrm>
          <a:prstGeom prst="halfFram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等腰三角形 23"/>
          <p:cNvSpPr/>
          <p:nvPr/>
        </p:nvSpPr>
        <p:spPr>
          <a:xfrm>
            <a:off x="397196" y="5445224"/>
            <a:ext cx="286372" cy="324106"/>
          </a:xfrm>
          <a:prstGeom prst="triangl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2160463" y="6165801"/>
            <a:ext cx="4823074" cy="400110"/>
          </a:xfrm>
          <a:prstGeom prst="rect">
            <a:avLst/>
          </a:prstGeom>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独创“</a:t>
            </a:r>
            <a:r>
              <a:rPr lang="en-US" altLang="zh-CN" sz="2000" b="1" dirty="0">
                <a:solidFill>
                  <a:schemeClr val="bg1"/>
                </a:solidFill>
                <a:latin typeface="微软雅黑" panose="020B0503020204020204" pitchFamily="34" charset="-122"/>
                <a:ea typeface="微软雅黑" panose="020B0503020204020204" pitchFamily="34" charset="-122"/>
              </a:rPr>
              <a:t>SEARCH</a:t>
            </a:r>
            <a:r>
              <a:rPr lang="zh-CN" altLang="en-US" sz="2000" b="1" dirty="0">
                <a:solidFill>
                  <a:schemeClr val="bg1"/>
                </a:solidFill>
                <a:latin typeface="微软雅黑" panose="020B0503020204020204" pitchFamily="34" charset="-122"/>
                <a:ea typeface="微软雅黑" panose="020B0503020204020204" pitchFamily="34" charset="-122"/>
              </a:rPr>
              <a:t>公式”帮你为大脑除锈</a:t>
            </a:r>
          </a:p>
        </p:txBody>
      </p:sp>
    </p:spTree>
    <p:extLst>
      <p:ext uri="{BB962C8B-B14F-4D97-AF65-F5344CB8AC3E}">
        <p14:creationId xmlns:p14="http://schemas.microsoft.com/office/powerpoint/2010/main" val="3876172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矩形 3"/>
          <p:cNvSpPr/>
          <p:nvPr/>
        </p:nvSpPr>
        <p:spPr>
          <a:xfrm>
            <a:off x="0" y="-9020"/>
            <a:ext cx="9187118" cy="3438019"/>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0" y="3428998"/>
            <a:ext cx="9187118" cy="34290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382602" y="2492896"/>
            <a:ext cx="10211185" cy="1728192"/>
          </a:xfrm>
          <a:prstGeom prst="roundRect">
            <a:avLst/>
          </a:prstGeom>
          <a:solidFill>
            <a:srgbClr val="FBF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solidFill>
                <a:latin typeface="微软雅黑" pitchFamily="34" charset="-122"/>
                <a:ea typeface="微软雅黑" pitchFamily="34" charset="-122"/>
              </a:rPr>
              <a:t>      </a:t>
            </a:r>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endParaRPr>
          </a:p>
          <a:p>
            <a:endParaRPr lang="en-US" altLang="zh-CN" dirty="0">
              <a:solidFill>
                <a:schemeClr val="tx1"/>
              </a:solidFill>
            </a:endParaRPr>
          </a:p>
          <a:p>
            <a:endParaRPr lang="en-US" altLang="zh-CN" dirty="0" smtClean="0">
              <a:solidFill>
                <a:schemeClr val="tx1"/>
              </a:solidFill>
            </a:endParaRPr>
          </a:p>
          <a:p>
            <a:endParaRPr lang="en-US" altLang="zh-CN" dirty="0">
              <a:solidFill>
                <a:schemeClr val="tx1"/>
              </a:solidFill>
            </a:endParaRPr>
          </a:p>
          <a:p>
            <a:endParaRPr lang="en-US" altLang="zh-CN" dirty="0" smtClean="0">
              <a:solidFill>
                <a:schemeClr val="tx1"/>
              </a:solidFill>
            </a:endParaRPr>
          </a:p>
          <a:p>
            <a:endParaRPr lang="en-US" altLang="zh-CN" dirty="0">
              <a:solidFill>
                <a:schemeClr val="tx1"/>
              </a:solidFill>
            </a:endParaRPr>
          </a:p>
          <a:p>
            <a:endParaRPr lang="zh-CN" altLang="en-US" dirty="0">
              <a:solidFill>
                <a:schemeClr val="tx1"/>
              </a:solidFill>
            </a:endParaRPr>
          </a:p>
        </p:txBody>
      </p:sp>
      <p:sp>
        <p:nvSpPr>
          <p:cNvPr id="7" name="TextBox 6"/>
          <p:cNvSpPr txBox="1"/>
          <p:nvPr/>
        </p:nvSpPr>
        <p:spPr>
          <a:xfrm>
            <a:off x="1121519" y="2947591"/>
            <a:ext cx="6835526" cy="769441"/>
          </a:xfrm>
          <a:prstGeom prst="rect">
            <a:avLst/>
          </a:prstGeom>
          <a:noFill/>
        </p:spPr>
        <p:txBody>
          <a:bodyPr wrap="none" rtlCol="0">
            <a:spAutoFit/>
          </a:bodyPr>
          <a:lstStyle/>
          <a:p>
            <a:pPr algn="ctr"/>
            <a:r>
              <a:rPr lang="zh-CN" altLang="en-US" sz="4400" dirty="0">
                <a:solidFill>
                  <a:srgbClr val="0399E5"/>
                </a:solidFill>
                <a:latin typeface="华康俪金黑W8(P)" panose="020B0800000000000000" pitchFamily="34" charset="-122"/>
                <a:ea typeface="华康俪金黑W8(P)" panose="020B0800000000000000" pitchFamily="34" charset="-122"/>
              </a:rPr>
              <a:t>什么是“</a:t>
            </a:r>
            <a:r>
              <a:rPr lang="en-US" altLang="zh-CN" sz="4400" dirty="0">
                <a:solidFill>
                  <a:srgbClr val="0399E5"/>
                </a:solidFill>
                <a:latin typeface="华康俪金黑W8(P)" panose="020B0800000000000000" pitchFamily="34" charset="-122"/>
                <a:ea typeface="华康俪金黑W8(P)" panose="020B0800000000000000" pitchFamily="34" charset="-122"/>
              </a:rPr>
              <a:t>SEARCH</a:t>
            </a:r>
            <a:r>
              <a:rPr lang="zh-CN" altLang="en-US" sz="4400" dirty="0">
                <a:solidFill>
                  <a:srgbClr val="0399E5"/>
                </a:solidFill>
                <a:latin typeface="华康俪金黑W8(P)" panose="020B0800000000000000" pitchFamily="34" charset="-122"/>
                <a:ea typeface="华康俪金黑W8(P)" panose="020B0800000000000000" pitchFamily="34" charset="-122"/>
              </a:rPr>
              <a:t>公式</a:t>
            </a:r>
            <a:r>
              <a:rPr lang="zh-CN" altLang="en-US" sz="4400" dirty="0" smtClean="0">
                <a:solidFill>
                  <a:srgbClr val="0399E5"/>
                </a:solidFill>
                <a:latin typeface="华康俪金黑W8(P)" panose="020B0800000000000000" pitchFamily="34" charset="-122"/>
                <a:ea typeface="华康俪金黑W8(P)" panose="020B0800000000000000" pitchFamily="34" charset="-122"/>
              </a:rPr>
              <a:t>”？</a:t>
            </a:r>
            <a:endParaRPr lang="zh-CN" altLang="en-US" sz="4400" dirty="0">
              <a:solidFill>
                <a:srgbClr val="0399E5"/>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16803582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878687" y="1484784"/>
            <a:ext cx="5213593" cy="760131"/>
            <a:chOff x="1350730" y="1745429"/>
            <a:chExt cx="5213593" cy="760131"/>
          </a:xfrm>
        </p:grpSpPr>
        <p:sp>
          <p:nvSpPr>
            <p:cNvPr id="13" name="TextBox 12"/>
            <p:cNvSpPr txBox="1"/>
            <p:nvPr/>
          </p:nvSpPr>
          <p:spPr>
            <a:xfrm>
              <a:off x="3395971" y="1745429"/>
              <a:ext cx="3168352" cy="738664"/>
            </a:xfrm>
            <a:prstGeom prst="rect">
              <a:avLst/>
            </a:prstGeom>
            <a:noFill/>
          </p:spPr>
          <p:txBody>
            <a:bodyPr wrap="square" rtlCol="0">
              <a:spAutoFit/>
            </a:bodyPr>
            <a:lstStyle/>
            <a:p>
              <a:r>
                <a:rPr lang="zh-CN" altLang="en-US" sz="2000" dirty="0">
                  <a:latin typeface="微软雅黑" pitchFamily="34" charset="-122"/>
                  <a:ea typeface="微软雅黑" pitchFamily="34" charset="-122"/>
                </a:rPr>
                <a:t>（</a:t>
              </a:r>
              <a:r>
                <a:rPr lang="en-US" altLang="zh-CN" sz="2400" b="1" dirty="0">
                  <a:solidFill>
                    <a:srgbClr val="0399E5"/>
                  </a:solidFill>
                  <a:latin typeface="微软雅黑" pitchFamily="34" charset="-122"/>
                  <a:ea typeface="微软雅黑" pitchFamily="34" charset="-122"/>
                </a:rPr>
                <a:t>S</a:t>
              </a:r>
              <a:r>
                <a:rPr lang="en-US" altLang="zh-CN" sz="2000" dirty="0">
                  <a:latin typeface="微软雅黑" pitchFamily="34" charset="-122"/>
                  <a:ea typeface="微软雅黑" pitchFamily="34" charset="-122"/>
                </a:rPr>
                <a:t>tate</a:t>
              </a:r>
              <a:r>
                <a:rPr lang="zh-CN" altLang="en-US" sz="2000" dirty="0" smtClean="0">
                  <a:latin typeface="微软雅黑" pitchFamily="34" charset="-122"/>
                  <a:ea typeface="微软雅黑" pitchFamily="34" charset="-122"/>
                </a:rPr>
                <a:t>）          </a:t>
              </a:r>
              <a:endParaRPr lang="en-US" altLang="zh-CN" sz="2000"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陈述主张</a:t>
              </a:r>
              <a:endParaRPr lang="zh-CN" altLang="en-US" dirty="0">
                <a:latin typeface="微软雅黑" pitchFamily="34" charset="-122"/>
                <a:ea typeface="微软雅黑" pitchFamily="34" charset="-122"/>
              </a:endParaRPr>
            </a:p>
          </p:txBody>
        </p:sp>
        <p:grpSp>
          <p:nvGrpSpPr>
            <p:cNvPr id="18" name="组合 17"/>
            <p:cNvGrpSpPr/>
            <p:nvPr/>
          </p:nvGrpSpPr>
          <p:grpSpPr>
            <a:xfrm>
              <a:off x="1350730" y="1835063"/>
              <a:ext cx="576422" cy="670497"/>
              <a:chOff x="3126663" y="1340768"/>
              <a:chExt cx="1738545" cy="2016224"/>
            </a:xfrm>
          </p:grpSpPr>
          <p:sp>
            <p:nvSpPr>
              <p:cNvPr id="19" name="矩形 18"/>
              <p:cNvSpPr/>
              <p:nvPr/>
            </p:nvSpPr>
            <p:spPr>
              <a:xfrm>
                <a:off x="3126663" y="1340768"/>
                <a:ext cx="1738545" cy="2016224"/>
              </a:xfrm>
              <a:prstGeom prst="rect">
                <a:avLst/>
              </a:prstGeom>
              <a:solidFill>
                <a:srgbClr val="FBFAF7"/>
              </a:solidFill>
              <a:ln w="57150">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361970" y="1700808"/>
                <a:ext cx="504056" cy="38577"/>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3361970" y="1844824"/>
                <a:ext cx="504056" cy="42540"/>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361970" y="1988840"/>
                <a:ext cx="504056" cy="38577"/>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361970" y="2141240"/>
                <a:ext cx="1259655" cy="39838"/>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3361969" y="2294347"/>
                <a:ext cx="1259655" cy="39838"/>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114136" y="1700809"/>
                <a:ext cx="507484" cy="324035"/>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3672420" y="2543503"/>
                <a:ext cx="638753" cy="631888"/>
                <a:chOff x="1574518" y="2531930"/>
                <a:chExt cx="638753" cy="631888"/>
              </a:xfrm>
            </p:grpSpPr>
            <p:sp>
              <p:nvSpPr>
                <p:cNvPr id="27" name="同心圆 26"/>
                <p:cNvSpPr/>
                <p:nvPr/>
              </p:nvSpPr>
              <p:spPr>
                <a:xfrm>
                  <a:off x="1637775" y="2603503"/>
                  <a:ext cx="504056" cy="504056"/>
                </a:xfrm>
                <a:prstGeom prst="donu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矩形 27"/>
                <p:cNvSpPr/>
                <p:nvPr/>
              </p:nvSpPr>
              <p:spPr>
                <a:xfrm rot="19367610">
                  <a:off x="2065971" y="2618876"/>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2133177" y="2810124"/>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rot="16200000">
                  <a:off x="1837900" y="2528539"/>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rot="13166795">
                  <a:off x="1633498" y="2626320"/>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rot="10800000">
                  <a:off x="1574518" y="2813330"/>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rot="8346226">
                  <a:off x="1646440" y="2998427"/>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rot="5400000">
                  <a:off x="1849756" y="3080333"/>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rot="2439138">
                  <a:off x="2058485" y="3001322"/>
                  <a:ext cx="80094" cy="86876"/>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8" name="组合 7"/>
          <p:cNvGrpSpPr/>
          <p:nvPr/>
        </p:nvGrpSpPr>
        <p:grpSpPr>
          <a:xfrm>
            <a:off x="1841830" y="2656369"/>
            <a:ext cx="7506904" cy="779601"/>
            <a:chOff x="1313873" y="2917014"/>
            <a:chExt cx="7506904" cy="779601"/>
          </a:xfrm>
        </p:grpSpPr>
        <p:sp>
          <p:nvSpPr>
            <p:cNvPr id="15" name="TextBox 14"/>
            <p:cNvSpPr txBox="1"/>
            <p:nvPr/>
          </p:nvSpPr>
          <p:spPr>
            <a:xfrm>
              <a:off x="3395971" y="2927174"/>
              <a:ext cx="5424806" cy="769441"/>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a:t>
              </a:r>
              <a:r>
                <a:rPr lang="en-US" altLang="zh-CN" sz="2400" b="1" dirty="0">
                  <a:solidFill>
                    <a:srgbClr val="0399E5"/>
                  </a:solidFill>
                  <a:latin typeface="微软雅黑" pitchFamily="34" charset="-122"/>
                  <a:ea typeface="微软雅黑" pitchFamily="34" charset="-122"/>
                </a:rPr>
                <a:t>E</a:t>
              </a:r>
              <a:r>
                <a:rPr lang="en-US" altLang="zh-CN" sz="2000" dirty="0" smtClean="0">
                  <a:latin typeface="微软雅黑" pitchFamily="34" charset="-122"/>
                  <a:ea typeface="微软雅黑" pitchFamily="34" charset="-122"/>
                </a:rPr>
                <a:t>vidence</a:t>
              </a:r>
              <a:r>
                <a:rPr lang="zh-CN" altLang="en-US" sz="2000" dirty="0" smtClean="0">
                  <a:latin typeface="微软雅黑" pitchFamily="34" charset="-122"/>
                  <a:ea typeface="微软雅黑" pitchFamily="34" charset="-122"/>
                </a:rPr>
                <a:t>）    </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考察该主张的证据</a:t>
              </a:r>
              <a:endParaRPr lang="zh-CN" altLang="en-US" dirty="0">
                <a:latin typeface="微软雅黑" pitchFamily="34" charset="-122"/>
                <a:ea typeface="微软雅黑" pitchFamily="34" charset="-122"/>
              </a:endParaRPr>
            </a:p>
          </p:txBody>
        </p:sp>
        <p:grpSp>
          <p:nvGrpSpPr>
            <p:cNvPr id="36" name="组合 35"/>
            <p:cNvGrpSpPr/>
            <p:nvPr/>
          </p:nvGrpSpPr>
          <p:grpSpPr>
            <a:xfrm>
              <a:off x="1313873" y="2917014"/>
              <a:ext cx="690035" cy="619680"/>
              <a:chOff x="4493299" y="1806203"/>
              <a:chExt cx="2466061" cy="2104359"/>
            </a:xfrm>
          </p:grpSpPr>
          <p:sp>
            <p:nvSpPr>
              <p:cNvPr id="37" name="同心圆 36"/>
              <p:cNvSpPr/>
              <p:nvPr/>
            </p:nvSpPr>
            <p:spPr>
              <a:xfrm>
                <a:off x="4493299" y="1806203"/>
                <a:ext cx="1997667" cy="1872208"/>
              </a:xfrm>
              <a:prstGeom prst="donut">
                <a:avLst>
                  <a:gd name="adj" fmla="val 7752"/>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zh-CN" altLang="en-US">
                  <a:solidFill>
                    <a:schemeClr val="tx1"/>
                  </a:solidFill>
                </a:endParaRPr>
              </a:p>
            </p:txBody>
          </p:sp>
          <p:sp>
            <p:nvSpPr>
              <p:cNvPr id="38" name="椭圆 37"/>
              <p:cNvSpPr/>
              <p:nvPr/>
            </p:nvSpPr>
            <p:spPr>
              <a:xfrm>
                <a:off x="4855222" y="2071814"/>
                <a:ext cx="1371695" cy="1255395"/>
              </a:xfrm>
              <a:prstGeom prst="ellips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rot="1760404">
                <a:off x="4976427" y="2046225"/>
                <a:ext cx="1234206" cy="1435481"/>
              </a:xfrm>
              <a:prstGeom prst="ellipse">
                <a:avLst/>
              </a:prstGeom>
              <a:solidFill>
                <a:srgbClr val="FBF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2686720">
                <a:off x="6147290" y="3657717"/>
                <a:ext cx="812070" cy="252845"/>
              </a:xfrm>
              <a:prstGeom prst="round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 40"/>
              <p:cNvSpPr/>
              <p:nvPr/>
            </p:nvSpPr>
            <p:spPr>
              <a:xfrm rot="2686720">
                <a:off x="6114980" y="3455537"/>
                <a:ext cx="333389" cy="123357"/>
              </a:xfrm>
              <a:prstGeom prst="round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组合 9"/>
          <p:cNvGrpSpPr/>
          <p:nvPr/>
        </p:nvGrpSpPr>
        <p:grpSpPr>
          <a:xfrm>
            <a:off x="1853160" y="3756224"/>
            <a:ext cx="7495574" cy="874265"/>
            <a:chOff x="1325203" y="4016869"/>
            <a:chExt cx="7495574" cy="874265"/>
          </a:xfrm>
        </p:grpSpPr>
        <p:sp>
          <p:nvSpPr>
            <p:cNvPr id="16" name="TextBox 15"/>
            <p:cNvSpPr txBox="1"/>
            <p:nvPr/>
          </p:nvSpPr>
          <p:spPr>
            <a:xfrm>
              <a:off x="3395971" y="4121693"/>
              <a:ext cx="5424806" cy="769441"/>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a:t>
              </a:r>
              <a:r>
                <a:rPr lang="en-US" altLang="zh-CN" sz="2400" b="1" dirty="0">
                  <a:solidFill>
                    <a:srgbClr val="0399E5"/>
                  </a:solidFill>
                  <a:latin typeface="微软雅黑" pitchFamily="34" charset="-122"/>
                  <a:ea typeface="微软雅黑" pitchFamily="34" charset="-122"/>
                </a:rPr>
                <a:t>A</a:t>
              </a:r>
              <a:r>
                <a:rPr lang="en-US" altLang="zh-CN" sz="2000" dirty="0" smtClean="0">
                  <a:latin typeface="微软雅黑" pitchFamily="34" charset="-122"/>
                  <a:ea typeface="微软雅黑" pitchFamily="34" charset="-122"/>
                </a:rPr>
                <a:t>lternative</a:t>
              </a:r>
              <a:r>
                <a:rPr lang="zh-CN" altLang="en-US"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考虑备择假说</a:t>
              </a:r>
              <a:endParaRPr lang="zh-CN" altLang="en-US" dirty="0">
                <a:latin typeface="微软雅黑" pitchFamily="34" charset="-122"/>
                <a:ea typeface="微软雅黑" pitchFamily="34" charset="-122"/>
              </a:endParaRPr>
            </a:p>
          </p:txBody>
        </p:sp>
        <p:grpSp>
          <p:nvGrpSpPr>
            <p:cNvPr id="42" name="组合 41"/>
            <p:cNvGrpSpPr/>
            <p:nvPr/>
          </p:nvGrpSpPr>
          <p:grpSpPr>
            <a:xfrm>
              <a:off x="1325203" y="4016869"/>
              <a:ext cx="636742" cy="656711"/>
              <a:chOff x="899763" y="2924944"/>
              <a:chExt cx="1581278" cy="1747293"/>
            </a:xfrm>
          </p:grpSpPr>
          <p:sp>
            <p:nvSpPr>
              <p:cNvPr id="43" name="同心圆 42"/>
              <p:cNvSpPr/>
              <p:nvPr/>
            </p:nvSpPr>
            <p:spPr>
              <a:xfrm>
                <a:off x="899763" y="2924944"/>
                <a:ext cx="1581278" cy="1589503"/>
              </a:xfrm>
              <a:prstGeom prst="donut">
                <a:avLst>
                  <a:gd name="adj" fmla="val 6273"/>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直角三角形 43"/>
              <p:cNvSpPr/>
              <p:nvPr/>
            </p:nvSpPr>
            <p:spPr>
              <a:xfrm rot="18951282">
                <a:off x="1342886" y="3962543"/>
                <a:ext cx="730833" cy="709694"/>
              </a:xfrm>
              <a:prstGeom prst="rtTriangl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998305" y="3124112"/>
                <a:ext cx="1369343" cy="1311337"/>
              </a:xfrm>
              <a:prstGeom prst="ellipse">
                <a:avLst/>
              </a:prstGeom>
              <a:solidFill>
                <a:srgbClr val="FBF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五角星 45"/>
              <p:cNvSpPr/>
              <p:nvPr/>
            </p:nvSpPr>
            <p:spPr>
              <a:xfrm>
                <a:off x="1207979" y="3270976"/>
                <a:ext cx="988493" cy="897437"/>
              </a:xfrm>
              <a:prstGeom prst="star5">
                <a:avLst/>
              </a:prstGeom>
              <a:solidFill>
                <a:srgbClr val="0399E5"/>
              </a:solidFill>
              <a:ln w="57150">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1" name="组合 10"/>
          <p:cNvGrpSpPr/>
          <p:nvPr/>
        </p:nvGrpSpPr>
        <p:grpSpPr>
          <a:xfrm>
            <a:off x="1835696" y="4898530"/>
            <a:ext cx="7560840" cy="841696"/>
            <a:chOff x="1307739" y="5159175"/>
            <a:chExt cx="7560840" cy="841696"/>
          </a:xfrm>
        </p:grpSpPr>
        <p:sp>
          <p:nvSpPr>
            <p:cNvPr id="17" name="TextBox 16"/>
            <p:cNvSpPr txBox="1"/>
            <p:nvPr/>
          </p:nvSpPr>
          <p:spPr>
            <a:xfrm>
              <a:off x="3443773" y="5231430"/>
              <a:ext cx="5424806" cy="769441"/>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a:t>
              </a:r>
              <a:r>
                <a:rPr lang="en-US" altLang="zh-CN" sz="2400" b="1" dirty="0" err="1">
                  <a:solidFill>
                    <a:srgbClr val="0399E5"/>
                  </a:solidFill>
                  <a:latin typeface="微软雅黑" pitchFamily="34" charset="-122"/>
                  <a:ea typeface="微软雅黑" pitchFamily="34" charset="-122"/>
                </a:rPr>
                <a:t>R</a:t>
              </a:r>
              <a:r>
                <a:rPr lang="en-US" altLang="zh-CN" sz="2000" dirty="0" err="1" smtClean="0">
                  <a:latin typeface="微软雅黑" pitchFamily="34" charset="-122"/>
                  <a:ea typeface="微软雅黑" pitchFamily="34" charset="-122"/>
                </a:rPr>
                <a:t>ate,</a:t>
              </a:r>
              <a:r>
                <a:rPr lang="en-US" altLang="zh-CN" sz="2400" b="1" dirty="0" err="1">
                  <a:solidFill>
                    <a:srgbClr val="0399E5"/>
                  </a:solidFill>
                  <a:latin typeface="微软雅黑" pitchFamily="34" charset="-122"/>
                  <a:ea typeface="微软雅黑" pitchFamily="34" charset="-122"/>
                </a:rPr>
                <a:t>C</a:t>
              </a:r>
              <a:r>
                <a:rPr lang="en-US" altLang="zh-CN" sz="2000" dirty="0" err="1" smtClean="0">
                  <a:latin typeface="微软雅黑" pitchFamily="34" charset="-122"/>
                  <a:ea typeface="微软雅黑" pitchFamily="34" charset="-122"/>
                </a:rPr>
                <a:t>riteria,</a:t>
              </a:r>
              <a:r>
                <a:rPr lang="en-US" altLang="zh-CN" sz="2400" b="1" dirty="0" err="1">
                  <a:solidFill>
                    <a:srgbClr val="0399E5"/>
                  </a:solidFill>
                  <a:latin typeface="微软雅黑" pitchFamily="34" charset="-122"/>
                  <a:ea typeface="微软雅黑" pitchFamily="34" charset="-122"/>
                </a:rPr>
                <a:t>H</a:t>
              </a:r>
              <a:r>
                <a:rPr lang="en-US" altLang="zh-CN" sz="2000" dirty="0" err="1" smtClean="0">
                  <a:latin typeface="微软雅黑" pitchFamily="34" charset="-122"/>
                  <a:ea typeface="微软雅黑" pitchFamily="34" charset="-122"/>
                </a:rPr>
                <a:t>ypothesis</a:t>
              </a:r>
              <a:r>
                <a:rPr lang="zh-CN" altLang="en-US" sz="2000" dirty="0" smtClean="0">
                  <a:latin typeface="微软雅黑" pitchFamily="34" charset="-122"/>
                  <a:ea typeface="微软雅黑" pitchFamily="34" charset="-122"/>
                </a:rPr>
                <a:t>） </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zh-CN" altLang="en-US" dirty="0" smtClean="0">
                  <a:latin typeface="微软雅黑" pitchFamily="34" charset="-122"/>
                  <a:ea typeface="微软雅黑" pitchFamily="34" charset="-122"/>
                </a:rPr>
                <a:t>根据妥适性标准，评价每一个假说</a:t>
              </a:r>
              <a:endParaRPr lang="zh-CN" altLang="en-US" dirty="0">
                <a:latin typeface="微软雅黑" pitchFamily="34" charset="-122"/>
                <a:ea typeface="微软雅黑" pitchFamily="34" charset="-122"/>
              </a:endParaRPr>
            </a:p>
          </p:txBody>
        </p:sp>
        <p:grpSp>
          <p:nvGrpSpPr>
            <p:cNvPr id="47" name="组合 46"/>
            <p:cNvGrpSpPr/>
            <p:nvPr/>
          </p:nvGrpSpPr>
          <p:grpSpPr>
            <a:xfrm>
              <a:off x="1307739" y="5159175"/>
              <a:ext cx="715231" cy="676768"/>
              <a:chOff x="6555726" y="1762098"/>
              <a:chExt cx="2120730" cy="1888101"/>
            </a:xfrm>
          </p:grpSpPr>
          <p:sp>
            <p:nvSpPr>
              <p:cNvPr id="48" name="同心圆 47"/>
              <p:cNvSpPr/>
              <p:nvPr/>
            </p:nvSpPr>
            <p:spPr>
              <a:xfrm>
                <a:off x="6555726" y="1762098"/>
                <a:ext cx="1717927" cy="1498945"/>
              </a:xfrm>
              <a:prstGeom prst="donut">
                <a:avLst>
                  <a:gd name="adj" fmla="val 7752"/>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zh-CN" altLang="en-US">
                  <a:solidFill>
                    <a:schemeClr val="tx1"/>
                  </a:solidFill>
                </a:endParaRPr>
              </a:p>
            </p:txBody>
          </p:sp>
          <p:sp>
            <p:nvSpPr>
              <p:cNvPr id="49" name="椭圆 48"/>
              <p:cNvSpPr/>
              <p:nvPr/>
            </p:nvSpPr>
            <p:spPr>
              <a:xfrm rot="1760404">
                <a:off x="6971200" y="1954267"/>
                <a:ext cx="1061376" cy="1149289"/>
              </a:xfrm>
              <a:prstGeom prst="ellipse">
                <a:avLst/>
              </a:prstGeom>
              <a:solidFill>
                <a:srgbClr val="FBF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2686720">
                <a:off x="7978103" y="3244475"/>
                <a:ext cx="698353" cy="202435"/>
              </a:xfrm>
              <a:prstGeom prst="round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2686720">
                <a:off x="7950317" y="3082604"/>
                <a:ext cx="286703" cy="98763"/>
              </a:xfrm>
              <a:prstGeom prst="round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TextBox 51"/>
              <p:cNvSpPr txBox="1"/>
              <p:nvPr/>
            </p:nvSpPr>
            <p:spPr>
              <a:xfrm>
                <a:off x="6914982" y="1798536"/>
                <a:ext cx="1373517" cy="1207348"/>
              </a:xfrm>
              <a:prstGeom prst="rect">
                <a:avLst/>
              </a:prstGeom>
              <a:noFill/>
            </p:spPr>
            <p:txBody>
              <a:bodyPr wrap="none" rtlCol="0">
                <a:spAutoFit/>
              </a:bodyPr>
              <a:lstStyle/>
              <a:p>
                <a:r>
                  <a:rPr lang="zh-CN" altLang="en-US" sz="2400" b="1" dirty="0" smtClean="0">
                    <a:solidFill>
                      <a:srgbClr val="0399E5"/>
                    </a:solidFill>
                    <a:latin typeface="华文琥珀" panose="02010800040101010101" pitchFamily="2" charset="-122"/>
                    <a:ea typeface="华文琥珀" panose="02010800040101010101" pitchFamily="2" charset="-122"/>
                  </a:rPr>
                  <a:t>！</a:t>
                </a:r>
                <a:endParaRPr lang="zh-CN" altLang="en-US" sz="2400" b="1" dirty="0">
                  <a:solidFill>
                    <a:srgbClr val="0399E5"/>
                  </a:solidFill>
                  <a:latin typeface="华文琥珀" panose="02010800040101010101" pitchFamily="2" charset="-122"/>
                  <a:ea typeface="华文琥珀" panose="02010800040101010101" pitchFamily="2" charset="-122"/>
                </a:endParaRPr>
              </a:p>
            </p:txBody>
          </p:sp>
          <p:sp>
            <p:nvSpPr>
              <p:cNvPr id="53" name="矩形 52"/>
              <p:cNvSpPr/>
              <p:nvPr/>
            </p:nvSpPr>
            <p:spPr>
              <a:xfrm>
                <a:off x="7054648" y="3407987"/>
                <a:ext cx="829719" cy="55380"/>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159036" y="3594819"/>
                <a:ext cx="653324" cy="55380"/>
              </a:xfrm>
              <a:prstGeom prst="rect">
                <a:avLst/>
              </a:prstGeom>
              <a:solidFill>
                <a:srgbClr val="0399E5"/>
              </a:solidFill>
              <a:ln>
                <a:solidFill>
                  <a:srgbClr val="0399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5" name="组合 54"/>
          <p:cNvGrpSpPr/>
          <p:nvPr/>
        </p:nvGrpSpPr>
        <p:grpSpPr>
          <a:xfrm>
            <a:off x="0" y="-9019"/>
            <a:ext cx="9143999" cy="716905"/>
            <a:chOff x="0" y="-9019"/>
            <a:chExt cx="9143999" cy="716905"/>
          </a:xfrm>
        </p:grpSpPr>
        <p:sp>
          <p:nvSpPr>
            <p:cNvPr id="56" name="矩形 55"/>
            <p:cNvSpPr/>
            <p:nvPr/>
          </p:nvSpPr>
          <p:spPr>
            <a:xfrm>
              <a:off x="0" y="-9019"/>
              <a:ext cx="2843808" cy="716905"/>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矩形 56"/>
            <p:cNvSpPr/>
            <p:nvPr/>
          </p:nvSpPr>
          <p:spPr>
            <a:xfrm>
              <a:off x="2813684" y="-9019"/>
              <a:ext cx="6330315" cy="716905"/>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8" name="TextBox 57"/>
          <p:cNvSpPr txBox="1"/>
          <p:nvPr/>
        </p:nvSpPr>
        <p:spPr>
          <a:xfrm>
            <a:off x="230008" y="-9019"/>
            <a:ext cx="2390398" cy="707886"/>
          </a:xfrm>
          <a:prstGeom prst="rect">
            <a:avLst/>
          </a:prstGeom>
          <a:noFill/>
        </p:spPr>
        <p:txBody>
          <a:bodyPr wrap="none" rtlCol="0">
            <a:spAutoFit/>
          </a:bodyPr>
          <a:lstStyle/>
          <a:p>
            <a:r>
              <a:rPr lang="zh-CN" altLang="en-US" sz="4000" spc="300" dirty="0" smtClean="0">
                <a:latin typeface="华康俪金黑W8(P)" panose="020B0800000000000000" pitchFamily="34" charset="-122"/>
                <a:ea typeface="华康俪金黑W8(P)" panose="020B0800000000000000" pitchFamily="34" charset="-122"/>
              </a:rPr>
              <a:t>名词解释</a:t>
            </a:r>
            <a:endParaRPr lang="zh-CN" altLang="en-US" sz="4000" spc="300" dirty="0">
              <a:latin typeface="华康俪金黑W8(P)" panose="020B0800000000000000" pitchFamily="34" charset="-122"/>
              <a:ea typeface="华康俪金黑W8(P)" panose="020B0800000000000000" pitchFamily="34" charset="-122"/>
            </a:endParaRPr>
          </a:p>
        </p:txBody>
      </p:sp>
      <p:sp>
        <p:nvSpPr>
          <p:cNvPr id="59" name="TextBox 58"/>
          <p:cNvSpPr txBox="1"/>
          <p:nvPr/>
        </p:nvSpPr>
        <p:spPr>
          <a:xfrm>
            <a:off x="5903369" y="149378"/>
            <a:ext cx="3240631" cy="400110"/>
          </a:xfrm>
          <a:prstGeom prst="rect">
            <a:avLst/>
          </a:prstGeom>
          <a:noFill/>
        </p:spPr>
        <p:txBody>
          <a:bodyPr wrap="none" rtlCol="0">
            <a:spAutoFit/>
          </a:bodyPr>
          <a:lstStyle/>
          <a:p>
            <a:pPr algn="ctr"/>
            <a:r>
              <a:rPr lang="zh-CN" altLang="en-US" sz="2000" dirty="0">
                <a:solidFill>
                  <a:schemeClr val="bg1"/>
                </a:solidFill>
                <a:latin typeface="微软雅黑" pitchFamily="34" charset="-122"/>
                <a:ea typeface="微软雅黑" pitchFamily="34" charset="-122"/>
              </a:rPr>
              <a:t>什么是“</a:t>
            </a:r>
            <a:r>
              <a:rPr lang="en-US" altLang="zh-CN" sz="2000" dirty="0">
                <a:solidFill>
                  <a:schemeClr val="bg1"/>
                </a:solidFill>
                <a:latin typeface="微软雅黑" pitchFamily="34" charset="-122"/>
                <a:ea typeface="微软雅黑" pitchFamily="34" charset="-122"/>
              </a:rPr>
              <a:t>SEARCH</a:t>
            </a:r>
            <a:r>
              <a:rPr lang="zh-CN" altLang="en-US" sz="2000" dirty="0">
                <a:solidFill>
                  <a:schemeClr val="bg1"/>
                </a:solidFill>
                <a:latin typeface="微软雅黑" pitchFamily="34" charset="-122"/>
                <a:ea typeface="微软雅黑" pitchFamily="34" charset="-122"/>
              </a:rPr>
              <a:t>公式”？</a:t>
            </a:r>
          </a:p>
        </p:txBody>
      </p:sp>
      <p:sp>
        <p:nvSpPr>
          <p:cNvPr id="60" name="矩形 59"/>
          <p:cNvSpPr/>
          <p:nvPr/>
        </p:nvSpPr>
        <p:spPr>
          <a:xfrm>
            <a:off x="0" y="6453336"/>
            <a:ext cx="9187118" cy="404664"/>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455149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矩形 3"/>
          <p:cNvSpPr/>
          <p:nvPr/>
        </p:nvSpPr>
        <p:spPr>
          <a:xfrm>
            <a:off x="0" y="-9020"/>
            <a:ext cx="9187118" cy="3438019"/>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0" y="3428998"/>
            <a:ext cx="9187118" cy="3429001"/>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828599" y="2492896"/>
            <a:ext cx="10585175" cy="1728192"/>
          </a:xfrm>
          <a:prstGeom prst="roundRect">
            <a:avLst/>
          </a:prstGeom>
          <a:solidFill>
            <a:srgbClr val="FBF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solidFill>
                <a:latin typeface="微软雅黑" pitchFamily="34" charset="-122"/>
                <a:ea typeface="微软雅黑" pitchFamily="34" charset="-122"/>
              </a:rPr>
              <a:t>      </a:t>
            </a:r>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endParaRPr>
          </a:p>
          <a:p>
            <a:endParaRPr lang="en-US" altLang="zh-CN" dirty="0">
              <a:solidFill>
                <a:schemeClr val="tx1"/>
              </a:solidFill>
            </a:endParaRPr>
          </a:p>
          <a:p>
            <a:endParaRPr lang="en-US" altLang="zh-CN" dirty="0" smtClean="0">
              <a:solidFill>
                <a:schemeClr val="tx1"/>
              </a:solidFill>
            </a:endParaRPr>
          </a:p>
          <a:p>
            <a:endParaRPr lang="en-US" altLang="zh-CN" dirty="0">
              <a:solidFill>
                <a:schemeClr val="tx1"/>
              </a:solidFill>
            </a:endParaRPr>
          </a:p>
          <a:p>
            <a:endParaRPr lang="en-US" altLang="zh-CN" dirty="0" smtClean="0">
              <a:solidFill>
                <a:schemeClr val="tx1"/>
              </a:solidFill>
            </a:endParaRPr>
          </a:p>
          <a:p>
            <a:endParaRPr lang="en-US" altLang="zh-CN" dirty="0">
              <a:solidFill>
                <a:schemeClr val="tx1"/>
              </a:solidFill>
            </a:endParaRPr>
          </a:p>
          <a:p>
            <a:endParaRPr lang="zh-CN" altLang="en-US" dirty="0">
              <a:solidFill>
                <a:schemeClr val="tx1"/>
              </a:solidFill>
            </a:endParaRPr>
          </a:p>
        </p:txBody>
      </p:sp>
      <p:sp>
        <p:nvSpPr>
          <p:cNvPr id="7" name="TextBox 6"/>
          <p:cNvSpPr txBox="1"/>
          <p:nvPr/>
        </p:nvSpPr>
        <p:spPr>
          <a:xfrm>
            <a:off x="395536" y="2947591"/>
            <a:ext cx="8551893" cy="646331"/>
          </a:xfrm>
          <a:prstGeom prst="rect">
            <a:avLst/>
          </a:prstGeom>
          <a:noFill/>
        </p:spPr>
        <p:txBody>
          <a:bodyPr wrap="none" rtlCol="0">
            <a:spAutoFit/>
          </a:bodyPr>
          <a:lstStyle/>
          <a:p>
            <a:pPr algn="ctr"/>
            <a:r>
              <a:rPr lang="zh-CN" altLang="en-US" sz="3600" dirty="0">
                <a:solidFill>
                  <a:srgbClr val="0399E5"/>
                </a:solidFill>
                <a:latin typeface="华康俪金黑W8(P)" panose="020B0800000000000000" pitchFamily="34" charset="-122"/>
                <a:ea typeface="华康俪金黑W8(P)" panose="020B0800000000000000" pitchFamily="34" charset="-122"/>
              </a:rPr>
              <a:t>如何用“</a:t>
            </a:r>
            <a:r>
              <a:rPr lang="en-US" altLang="zh-CN" sz="3600" dirty="0">
                <a:solidFill>
                  <a:srgbClr val="0399E5"/>
                </a:solidFill>
                <a:latin typeface="华康俪金黑W8(P)" panose="020B0800000000000000" pitchFamily="34" charset="-122"/>
                <a:ea typeface="华康俪金黑W8(P)" panose="020B0800000000000000" pitchFamily="34" charset="-122"/>
              </a:rPr>
              <a:t>SEARCH</a:t>
            </a:r>
            <a:r>
              <a:rPr lang="zh-CN" altLang="en-US" sz="3600" dirty="0">
                <a:solidFill>
                  <a:srgbClr val="0399E5"/>
                </a:solidFill>
                <a:latin typeface="华康俪金黑W8(P)" panose="020B0800000000000000" pitchFamily="34" charset="-122"/>
                <a:ea typeface="华康俪金黑W8(P)" panose="020B0800000000000000" pitchFamily="34" charset="-122"/>
              </a:rPr>
              <a:t>公式”评判怪诞主张？</a:t>
            </a:r>
          </a:p>
        </p:txBody>
      </p:sp>
    </p:spTree>
    <p:extLst>
      <p:ext uri="{BB962C8B-B14F-4D97-AF65-F5344CB8AC3E}">
        <p14:creationId xmlns:p14="http://schemas.microsoft.com/office/powerpoint/2010/main" val="20293308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6512" y="0"/>
            <a:ext cx="2304000" cy="6858000"/>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p:cNvSpPr/>
          <p:nvPr/>
        </p:nvSpPr>
        <p:spPr>
          <a:xfrm>
            <a:off x="4572000" y="0"/>
            <a:ext cx="2304000" cy="6858000"/>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Box 8"/>
          <p:cNvSpPr txBox="1"/>
          <p:nvPr/>
        </p:nvSpPr>
        <p:spPr>
          <a:xfrm>
            <a:off x="1487519" y="404664"/>
            <a:ext cx="4485523" cy="461665"/>
          </a:xfrm>
          <a:prstGeom prst="rect">
            <a:avLst/>
          </a:prstGeom>
          <a:noFill/>
        </p:spPr>
        <p:txBody>
          <a:bodyPr wrap="none" rtlCol="0">
            <a:spAutoFit/>
          </a:bodyPr>
          <a:lstStyle/>
          <a:p>
            <a:r>
              <a:rPr lang="zh-CN" altLang="en-US" sz="2400" b="1" dirty="0" smtClean="0">
                <a:latin typeface="华康俪金黑W8(P)" panose="020B0800000000000000" pitchFamily="34" charset="-122"/>
                <a:ea typeface="华康俪金黑W8(P)" panose="020B0800000000000000" pitchFamily="34" charset="-122"/>
              </a:rPr>
              <a:t>怪诞现象案例研究一：</a:t>
            </a:r>
            <a:r>
              <a:rPr lang="en-US" altLang="zh-CN" sz="2400" b="1" dirty="0" smtClean="0">
                <a:latin typeface="华康俪金黑W8(P)" panose="020B0800000000000000" pitchFamily="34" charset="-122"/>
                <a:ea typeface="华康俪金黑W8(P)" panose="020B0800000000000000" pitchFamily="34" charset="-122"/>
              </a:rPr>
              <a:t>UFO</a:t>
            </a:r>
            <a:r>
              <a:rPr lang="zh-CN" altLang="en-US" sz="2400" b="1" dirty="0" smtClean="0">
                <a:latin typeface="华康俪金黑W8(P)" panose="020B0800000000000000" pitchFamily="34" charset="-122"/>
                <a:ea typeface="华康俪金黑W8(P)" panose="020B0800000000000000" pitchFamily="34" charset="-122"/>
              </a:rPr>
              <a:t>劫持</a:t>
            </a:r>
            <a:endParaRPr lang="zh-CN" altLang="en-US" sz="2400" b="1" dirty="0">
              <a:latin typeface="华康俪金黑W8(P)" panose="020B0800000000000000" pitchFamily="34" charset="-122"/>
              <a:ea typeface="华康俪金黑W8(P)" panose="020B0800000000000000" pitchFamily="34" charset="-122"/>
            </a:endParaRPr>
          </a:p>
        </p:txBody>
      </p:sp>
      <p:sp>
        <p:nvSpPr>
          <p:cNvPr id="8" name="椭圆 7"/>
          <p:cNvSpPr/>
          <p:nvPr/>
        </p:nvSpPr>
        <p:spPr>
          <a:xfrm>
            <a:off x="401977" y="1534664"/>
            <a:ext cx="1368152" cy="1368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09455" y="1725368"/>
            <a:ext cx="1008610" cy="1077218"/>
          </a:xfrm>
          <a:prstGeom prst="rect">
            <a:avLst/>
          </a:prstGeom>
        </p:spPr>
        <p:txBody>
          <a:bodyPr wrap="none">
            <a:spAutoFit/>
          </a:bodyPr>
          <a:lstStyle/>
          <a:p>
            <a:pPr algn="ctr"/>
            <a:r>
              <a:rPr lang="zh-CN" altLang="en-US" sz="3200" dirty="0" smtClean="0">
                <a:latin typeface="华康俪金黑W8(P)" panose="020B0800000000000000" pitchFamily="34" charset="-122"/>
                <a:ea typeface="华康俪金黑W8(P)" panose="020B0800000000000000" pitchFamily="34" charset="-122"/>
              </a:rPr>
              <a:t>陈述</a:t>
            </a:r>
            <a:endParaRPr lang="en-US" altLang="zh-CN" sz="3200" dirty="0" smtClean="0">
              <a:latin typeface="华康俪金黑W8(P)" panose="020B0800000000000000" pitchFamily="34" charset="-122"/>
              <a:ea typeface="华康俪金黑W8(P)" panose="020B0800000000000000" pitchFamily="34" charset="-122"/>
            </a:endParaRPr>
          </a:p>
          <a:p>
            <a:pPr algn="ctr"/>
            <a:r>
              <a:rPr lang="zh-CN" altLang="en-US" sz="3200" dirty="0" smtClean="0">
                <a:latin typeface="华康俪金黑W8(P)" panose="020B0800000000000000" pitchFamily="34" charset="-122"/>
                <a:ea typeface="华康俪金黑W8(P)" panose="020B0800000000000000" pitchFamily="34" charset="-122"/>
              </a:rPr>
              <a:t>主张</a:t>
            </a:r>
            <a:endParaRPr lang="zh-CN" altLang="en-US" sz="3200" dirty="0">
              <a:latin typeface="华康俪金黑W8(P)" panose="020B0800000000000000" pitchFamily="34" charset="-122"/>
              <a:ea typeface="华康俪金黑W8(P)" panose="020B0800000000000000" pitchFamily="34" charset="-122"/>
            </a:endParaRPr>
          </a:p>
        </p:txBody>
      </p:sp>
      <p:sp>
        <p:nvSpPr>
          <p:cNvPr id="12" name="矩形 11"/>
          <p:cNvSpPr/>
          <p:nvPr/>
        </p:nvSpPr>
        <p:spPr>
          <a:xfrm>
            <a:off x="105929" y="3284984"/>
            <a:ext cx="2015662" cy="2585323"/>
          </a:xfrm>
          <a:prstGeom prst="rect">
            <a:avLst/>
          </a:prstGeom>
        </p:spPr>
        <p:txBody>
          <a:bodyPr wrap="square">
            <a:spAutoFit/>
          </a:bodyPr>
          <a:lstStyle/>
          <a:p>
            <a:pPr algn="just">
              <a:lnSpc>
                <a:spcPct val="150000"/>
              </a:lnSpc>
            </a:pPr>
            <a:r>
              <a:rPr lang="zh-CN" altLang="en-US" dirty="0" smtClean="0">
                <a:latin typeface="微软雅黑" pitchFamily="34" charset="-122"/>
                <a:ea typeface="微软雅黑" pitchFamily="34" charset="-122"/>
              </a:rPr>
              <a:t>       外星人</a:t>
            </a:r>
            <a:r>
              <a:rPr lang="zh-CN" altLang="en-US" dirty="0">
                <a:latin typeface="微软雅黑" pitchFamily="34" charset="-122"/>
                <a:ea typeface="微软雅黑" pitchFamily="34" charset="-122"/>
              </a:rPr>
              <a:t>劫持普通人，并以各种奇怪的方式操纵他们，然后将受害者释放，之后就消失了。</a:t>
            </a:r>
          </a:p>
        </p:txBody>
      </p:sp>
      <p:sp>
        <p:nvSpPr>
          <p:cNvPr id="54" name="椭圆 53"/>
          <p:cNvSpPr/>
          <p:nvPr/>
        </p:nvSpPr>
        <p:spPr>
          <a:xfrm>
            <a:off x="4986427" y="1534664"/>
            <a:ext cx="1368152" cy="1368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54"/>
          <p:cNvSpPr/>
          <p:nvPr/>
        </p:nvSpPr>
        <p:spPr>
          <a:xfrm>
            <a:off x="5067268" y="1725368"/>
            <a:ext cx="1261884" cy="954107"/>
          </a:xfrm>
          <a:prstGeom prst="rect">
            <a:avLst/>
          </a:prstGeom>
        </p:spPr>
        <p:txBody>
          <a:bodyPr wrap="none">
            <a:spAutoFit/>
          </a:bodyPr>
          <a:lstStyle/>
          <a:p>
            <a:pPr algn="ctr"/>
            <a:r>
              <a:rPr lang="zh-CN" altLang="en-US" sz="2800" dirty="0" smtClean="0">
                <a:latin typeface="华康俪金黑W8(P)" panose="020B0800000000000000" pitchFamily="34" charset="-122"/>
                <a:ea typeface="华康俪金黑W8(P)" panose="020B0800000000000000" pitchFamily="34" charset="-122"/>
              </a:rPr>
              <a:t>考虑备</a:t>
            </a:r>
            <a:endParaRPr lang="en-US" altLang="zh-CN" sz="2800" dirty="0" smtClean="0">
              <a:latin typeface="华康俪金黑W8(P)" panose="020B0800000000000000" pitchFamily="34" charset="-122"/>
              <a:ea typeface="华康俪金黑W8(P)" panose="020B0800000000000000" pitchFamily="34" charset="-122"/>
            </a:endParaRPr>
          </a:p>
          <a:p>
            <a:pPr algn="ctr"/>
            <a:r>
              <a:rPr lang="zh-CN" altLang="en-US" sz="2800" dirty="0" smtClean="0">
                <a:latin typeface="华康俪金黑W8(P)" panose="020B0800000000000000" pitchFamily="34" charset="-122"/>
                <a:ea typeface="华康俪金黑W8(P)" panose="020B0800000000000000" pitchFamily="34" charset="-122"/>
              </a:rPr>
              <a:t>则假说</a:t>
            </a:r>
            <a:endParaRPr lang="zh-CN" altLang="en-US" sz="2800" dirty="0">
              <a:latin typeface="华康俪金黑W8(P)" panose="020B0800000000000000" pitchFamily="34" charset="-122"/>
              <a:ea typeface="华康俪金黑W8(P)" panose="020B0800000000000000" pitchFamily="34" charset="-122"/>
            </a:endParaRPr>
          </a:p>
        </p:txBody>
      </p:sp>
      <p:sp>
        <p:nvSpPr>
          <p:cNvPr id="56" name="椭圆 55"/>
          <p:cNvSpPr/>
          <p:nvPr/>
        </p:nvSpPr>
        <p:spPr>
          <a:xfrm>
            <a:off x="7290427" y="1534664"/>
            <a:ext cx="1368152" cy="1368152"/>
          </a:xfrm>
          <a:prstGeom prst="ellips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矩形 56"/>
          <p:cNvSpPr/>
          <p:nvPr/>
        </p:nvSpPr>
        <p:spPr>
          <a:xfrm>
            <a:off x="7371267" y="1725368"/>
            <a:ext cx="1261884" cy="954107"/>
          </a:xfrm>
          <a:prstGeom prst="rect">
            <a:avLst/>
          </a:prstGeom>
        </p:spPr>
        <p:txBody>
          <a:bodyPr wrap="none">
            <a:spAutoFit/>
          </a:bodyPr>
          <a:lstStyle/>
          <a:p>
            <a:pPr algn="ctr"/>
            <a:r>
              <a:rPr lang="zh-CN" altLang="en-US" sz="2800" dirty="0" smtClean="0">
                <a:solidFill>
                  <a:schemeClr val="bg1">
                    <a:lumMod val="95000"/>
                  </a:schemeClr>
                </a:solidFill>
                <a:latin typeface="华康俪金黑W8(P)" panose="020B0800000000000000" pitchFamily="34" charset="-122"/>
                <a:ea typeface="华康俪金黑W8(P)" panose="020B0800000000000000" pitchFamily="34" charset="-122"/>
              </a:rPr>
              <a:t>评价每</a:t>
            </a:r>
            <a:endParaRPr lang="en-US" altLang="zh-CN" sz="2800" dirty="0" smtClean="0">
              <a:solidFill>
                <a:schemeClr val="bg1">
                  <a:lumMod val="95000"/>
                </a:schemeClr>
              </a:solidFill>
              <a:latin typeface="华康俪金黑W8(P)" panose="020B0800000000000000" pitchFamily="34" charset="-122"/>
              <a:ea typeface="华康俪金黑W8(P)" panose="020B0800000000000000" pitchFamily="34" charset="-122"/>
            </a:endParaRPr>
          </a:p>
          <a:p>
            <a:pPr algn="ctr"/>
            <a:r>
              <a:rPr lang="zh-CN" altLang="en-US" sz="2800" dirty="0" smtClean="0">
                <a:solidFill>
                  <a:schemeClr val="bg1">
                    <a:lumMod val="95000"/>
                  </a:schemeClr>
                </a:solidFill>
                <a:latin typeface="华康俪金黑W8(P)" panose="020B0800000000000000" pitchFamily="34" charset="-122"/>
                <a:ea typeface="华康俪金黑W8(P)" panose="020B0800000000000000" pitchFamily="34" charset="-122"/>
              </a:rPr>
              <a:t>个假说</a:t>
            </a:r>
            <a:endParaRPr lang="zh-CN" altLang="en-US" sz="2800" dirty="0">
              <a:solidFill>
                <a:schemeClr val="bg1">
                  <a:lumMod val="95000"/>
                </a:schemeClr>
              </a:solidFill>
              <a:latin typeface="华康俪金黑W8(P)" panose="020B0800000000000000" pitchFamily="34" charset="-122"/>
              <a:ea typeface="华康俪金黑W8(P)" panose="020B0800000000000000" pitchFamily="34" charset="-122"/>
            </a:endParaRPr>
          </a:p>
        </p:txBody>
      </p:sp>
      <p:sp>
        <p:nvSpPr>
          <p:cNvPr id="58" name="椭圆 57"/>
          <p:cNvSpPr/>
          <p:nvPr/>
        </p:nvSpPr>
        <p:spPr>
          <a:xfrm>
            <a:off x="2768816" y="1534664"/>
            <a:ext cx="1368152" cy="1368152"/>
          </a:xfrm>
          <a:prstGeom prst="ellipse">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58"/>
          <p:cNvSpPr/>
          <p:nvPr/>
        </p:nvSpPr>
        <p:spPr>
          <a:xfrm>
            <a:off x="2977897" y="1725368"/>
            <a:ext cx="1005403" cy="1077218"/>
          </a:xfrm>
          <a:prstGeom prst="rect">
            <a:avLst/>
          </a:prstGeom>
        </p:spPr>
        <p:txBody>
          <a:bodyPr wrap="none">
            <a:spAutoFit/>
          </a:bodyPr>
          <a:lstStyle/>
          <a:p>
            <a:pPr algn="ctr"/>
            <a:r>
              <a:rPr lang="zh-CN" altLang="en-US" sz="3200" dirty="0" smtClean="0">
                <a:latin typeface="华康俪金黑W8(P)" panose="020B0800000000000000" pitchFamily="34" charset="-122"/>
                <a:ea typeface="华康俪金黑W8(P)" panose="020B0800000000000000" pitchFamily="34" charset="-122"/>
              </a:rPr>
              <a:t>考察</a:t>
            </a:r>
            <a:endParaRPr lang="en-US" altLang="zh-CN" sz="3200" dirty="0" smtClean="0">
              <a:latin typeface="华康俪金黑W8(P)" panose="020B0800000000000000" pitchFamily="34" charset="-122"/>
              <a:ea typeface="华康俪金黑W8(P)" panose="020B0800000000000000" pitchFamily="34" charset="-122"/>
            </a:endParaRPr>
          </a:p>
          <a:p>
            <a:pPr algn="ctr"/>
            <a:r>
              <a:rPr lang="zh-CN" altLang="en-US" sz="3200" dirty="0" smtClean="0">
                <a:latin typeface="华康俪金黑W8(P)" panose="020B0800000000000000" pitchFamily="34" charset="-122"/>
                <a:ea typeface="华康俪金黑W8(P)" panose="020B0800000000000000" pitchFamily="34" charset="-122"/>
              </a:rPr>
              <a:t>证据</a:t>
            </a:r>
            <a:endParaRPr lang="zh-CN" altLang="en-US" sz="3200" dirty="0">
              <a:latin typeface="华康俪金黑W8(P)" panose="020B0800000000000000" pitchFamily="34" charset="-122"/>
              <a:ea typeface="华康俪金黑W8(P)" panose="020B0800000000000000" pitchFamily="34" charset="-122"/>
            </a:endParaRPr>
          </a:p>
        </p:txBody>
      </p:sp>
      <p:sp>
        <p:nvSpPr>
          <p:cNvPr id="13" name="矩形 12"/>
          <p:cNvSpPr/>
          <p:nvPr/>
        </p:nvSpPr>
        <p:spPr>
          <a:xfrm>
            <a:off x="2340299" y="3284984"/>
            <a:ext cx="2104052" cy="3000821"/>
          </a:xfrm>
          <a:prstGeom prst="rect">
            <a:avLst/>
          </a:prstGeom>
        </p:spPr>
        <p:txBody>
          <a:bodyPr wrap="square">
            <a:spAutoFit/>
          </a:bodyPr>
          <a:lstStyle/>
          <a:p>
            <a:pPr algn="just">
              <a:lnSpc>
                <a:spcPct val="150000"/>
              </a:lnSpc>
            </a:pPr>
            <a:r>
              <a:rPr lang="zh-CN" altLang="en-US" dirty="0" smtClean="0">
                <a:latin typeface="微软雅黑" pitchFamily="34" charset="-122"/>
                <a:ea typeface="微软雅黑" pitchFamily="34" charset="-122"/>
              </a:rPr>
              <a:t>      醒来</a:t>
            </a:r>
            <a:r>
              <a:rPr lang="zh-CN" altLang="en-US" dirty="0">
                <a:latin typeface="微软雅黑" pitchFamily="34" charset="-122"/>
                <a:ea typeface="微软雅黑" pitchFamily="34" charset="-122"/>
              </a:rPr>
              <a:t>后处于瘫痪状态，感觉房间里</a:t>
            </a:r>
            <a:r>
              <a:rPr lang="zh-CN" altLang="en-US" dirty="0" smtClean="0">
                <a:latin typeface="微软雅黑" pitchFamily="34" charset="-122"/>
                <a:ea typeface="微软雅黑" pitchFamily="34" charset="-122"/>
              </a:rPr>
              <a:t>有某种</a:t>
            </a:r>
            <a:r>
              <a:rPr lang="zh-CN" altLang="en-US" dirty="0">
                <a:latin typeface="微软雅黑" pitchFamily="34" charset="-122"/>
                <a:ea typeface="微软雅黑" pitchFamily="34" charset="-122"/>
              </a:rPr>
              <a:t>存在物或其他东西。</a:t>
            </a:r>
            <a:endParaRPr lang="en-US" altLang="zh-CN" dirty="0">
              <a:latin typeface="微软雅黑" pitchFamily="34" charset="-122"/>
              <a:ea typeface="微软雅黑" pitchFamily="34" charset="-122"/>
            </a:endParaRPr>
          </a:p>
          <a:p>
            <a:pPr algn="just">
              <a:lnSpc>
                <a:spcPct val="150000"/>
              </a:lnSpc>
            </a:pPr>
            <a:r>
              <a:rPr lang="zh-CN" altLang="en-US" dirty="0" smtClean="0">
                <a:latin typeface="微软雅黑" pitchFamily="34" charset="-122"/>
                <a:ea typeface="微软雅黑" pitchFamily="34" charset="-122"/>
              </a:rPr>
              <a:t>       突然</a:t>
            </a:r>
            <a:r>
              <a:rPr lang="zh-CN" altLang="en-US" dirty="0">
                <a:latin typeface="微软雅黑" pitchFamily="34" charset="-122"/>
                <a:ea typeface="微软雅黑" pitchFamily="34" charset="-122"/>
              </a:rPr>
              <a:t>发现身上有奇怪的伤疤，没人</a:t>
            </a:r>
            <a:r>
              <a:rPr lang="zh-CN" altLang="en-US" dirty="0" smtClean="0">
                <a:latin typeface="微软雅黑" pitchFamily="34" charset="-122"/>
                <a:ea typeface="微软雅黑" pitchFamily="34" charset="-122"/>
              </a:rPr>
              <a:t>记得是</a:t>
            </a:r>
            <a:r>
              <a:rPr lang="zh-CN" altLang="en-US" dirty="0">
                <a:latin typeface="微软雅黑" pitchFamily="34" charset="-122"/>
                <a:ea typeface="微软雅黑" pitchFamily="34" charset="-122"/>
              </a:rPr>
              <a:t>怎么来</a:t>
            </a:r>
            <a:r>
              <a:rPr lang="zh-CN" altLang="en-US" dirty="0" smtClean="0">
                <a:latin typeface="微软雅黑" pitchFamily="34" charset="-122"/>
                <a:ea typeface="微软雅黑" pitchFamily="34" charset="-122"/>
              </a:rPr>
              <a:t>的。</a:t>
            </a:r>
            <a:endParaRPr lang="en-US" altLang="zh-CN" dirty="0">
              <a:latin typeface="微软雅黑" pitchFamily="34" charset="-122"/>
              <a:ea typeface="微软雅黑" pitchFamily="34" charset="-122"/>
            </a:endParaRPr>
          </a:p>
        </p:txBody>
      </p:sp>
      <p:sp>
        <p:nvSpPr>
          <p:cNvPr id="60" name="TextBox 36"/>
          <p:cNvSpPr txBox="1"/>
          <p:nvPr/>
        </p:nvSpPr>
        <p:spPr>
          <a:xfrm>
            <a:off x="4588367" y="3284984"/>
            <a:ext cx="2160496" cy="2169825"/>
          </a:xfrm>
          <a:prstGeom prst="rect">
            <a:avLst/>
          </a:prstGeom>
        </p:spPr>
        <p:txBody>
          <a:bodyPr wrap="square">
            <a:spAutoFit/>
          </a:bodyPr>
          <a:lstStyle>
            <a:defPPr>
              <a:defRPr lang="zh-CN"/>
            </a:defPPr>
            <a:lvl1pPr algn="just">
              <a:lnSpc>
                <a:spcPct val="150000"/>
              </a:lnSpc>
              <a:defRPr>
                <a:latin typeface="微软雅黑" pitchFamily="34" charset="-122"/>
                <a:ea typeface="微软雅黑" pitchFamily="34" charset="-122"/>
              </a:defRPr>
            </a:lvl1pPr>
          </a:lstStyle>
          <a:p>
            <a:r>
              <a:rPr lang="en-US" altLang="zh-CN" dirty="0" smtClean="0">
                <a:solidFill>
                  <a:schemeClr val="bg1"/>
                </a:solidFill>
              </a:rPr>
              <a:t>1.</a:t>
            </a:r>
            <a:r>
              <a:rPr lang="zh-CN" altLang="en-US" dirty="0" smtClean="0">
                <a:solidFill>
                  <a:schemeClr val="bg1"/>
                </a:solidFill>
              </a:rPr>
              <a:t>是</a:t>
            </a:r>
            <a:r>
              <a:rPr lang="zh-CN" altLang="en-US" dirty="0">
                <a:solidFill>
                  <a:schemeClr val="bg1"/>
                </a:solidFill>
              </a:rPr>
              <a:t>“幻想倾向人格”者的</a:t>
            </a:r>
            <a:r>
              <a:rPr lang="zh-CN" altLang="en-US" dirty="0" smtClean="0">
                <a:solidFill>
                  <a:schemeClr val="bg1"/>
                </a:solidFill>
              </a:rPr>
              <a:t>幻想。</a:t>
            </a:r>
            <a:endParaRPr lang="en-US" altLang="zh-CN" dirty="0" smtClean="0">
              <a:solidFill>
                <a:schemeClr val="bg1"/>
              </a:solidFill>
            </a:endParaRPr>
          </a:p>
          <a:p>
            <a:r>
              <a:rPr lang="en-US" altLang="zh-CN" dirty="0" smtClean="0">
                <a:solidFill>
                  <a:schemeClr val="bg1"/>
                </a:solidFill>
              </a:rPr>
              <a:t>2.</a:t>
            </a:r>
            <a:r>
              <a:rPr lang="zh-CN" altLang="en-US" dirty="0" smtClean="0">
                <a:solidFill>
                  <a:schemeClr val="bg1"/>
                </a:solidFill>
              </a:rPr>
              <a:t>是制造的恶作剧</a:t>
            </a:r>
            <a:r>
              <a:rPr lang="zh-CN" altLang="en-US" dirty="0">
                <a:solidFill>
                  <a:schemeClr val="bg1"/>
                </a:solidFill>
              </a:rPr>
              <a:t>。</a:t>
            </a:r>
            <a:endParaRPr lang="en-US" altLang="zh-CN" dirty="0">
              <a:solidFill>
                <a:schemeClr val="bg1"/>
              </a:solidFill>
            </a:endParaRPr>
          </a:p>
          <a:p>
            <a:r>
              <a:rPr lang="en-US" altLang="zh-CN" dirty="0" smtClean="0">
                <a:solidFill>
                  <a:schemeClr val="bg1"/>
                </a:solidFill>
              </a:rPr>
              <a:t>3.</a:t>
            </a:r>
            <a:r>
              <a:rPr lang="zh-CN" altLang="en-US" dirty="0" smtClean="0">
                <a:solidFill>
                  <a:schemeClr val="bg1"/>
                </a:solidFill>
              </a:rPr>
              <a:t>患有</a:t>
            </a:r>
            <a:r>
              <a:rPr lang="zh-CN" altLang="en-US" dirty="0">
                <a:solidFill>
                  <a:schemeClr val="bg1"/>
                </a:solidFill>
              </a:rPr>
              <a:t>严重的精神疾病</a:t>
            </a:r>
            <a:r>
              <a:rPr lang="zh-CN" altLang="en-US" dirty="0" smtClean="0">
                <a:solidFill>
                  <a:schemeClr val="bg1"/>
                </a:solidFill>
              </a:rPr>
              <a:t>。</a:t>
            </a:r>
            <a:endParaRPr lang="en-US" altLang="zh-CN" dirty="0">
              <a:solidFill>
                <a:schemeClr val="bg1"/>
              </a:solidFill>
            </a:endParaRPr>
          </a:p>
        </p:txBody>
      </p:sp>
      <p:sp>
        <p:nvSpPr>
          <p:cNvPr id="61" name="TextBox 42"/>
          <p:cNvSpPr txBox="1"/>
          <p:nvPr/>
        </p:nvSpPr>
        <p:spPr>
          <a:xfrm>
            <a:off x="6871970" y="3331150"/>
            <a:ext cx="2270194" cy="3416320"/>
          </a:xfrm>
          <a:prstGeom prst="rect">
            <a:avLst/>
          </a:prstGeom>
        </p:spPr>
        <p:txBody>
          <a:bodyPr wrap="square">
            <a:spAutoFit/>
          </a:bodyPr>
          <a:lstStyle>
            <a:defPPr>
              <a:defRPr lang="zh-CN"/>
            </a:defPPr>
            <a:lvl1pPr algn="just">
              <a:lnSpc>
                <a:spcPct val="150000"/>
              </a:lnSpc>
              <a:defRPr>
                <a:latin typeface="微软雅黑" pitchFamily="34" charset="-122"/>
                <a:ea typeface="微软雅黑" pitchFamily="34" charset="-122"/>
              </a:defRPr>
            </a:lvl1pPr>
          </a:lstStyle>
          <a:p>
            <a:r>
              <a:rPr lang="zh-CN" altLang="en-US" dirty="0"/>
              <a:t> </a:t>
            </a:r>
            <a:r>
              <a:rPr lang="en-US" altLang="zh-CN" dirty="0" smtClean="0"/>
              <a:t>1.</a:t>
            </a:r>
            <a:r>
              <a:rPr lang="zh-CN" altLang="en-US" dirty="0" smtClean="0"/>
              <a:t>“幻想倾向人格”者分不清</a:t>
            </a:r>
            <a:r>
              <a:rPr lang="zh-CN" altLang="en-US" dirty="0"/>
              <a:t>真实与</a:t>
            </a:r>
            <a:r>
              <a:rPr lang="zh-CN" altLang="en-US" dirty="0" smtClean="0"/>
              <a:t>幻想。</a:t>
            </a:r>
            <a:r>
              <a:rPr lang="en-US" altLang="zh-CN" dirty="0" smtClean="0"/>
              <a:t>2.</a:t>
            </a:r>
            <a:r>
              <a:rPr lang="zh-CN" altLang="en-US" dirty="0" smtClean="0"/>
              <a:t>特拉维斯</a:t>
            </a:r>
            <a:r>
              <a:rPr lang="en-US" altLang="zh-CN" dirty="0"/>
              <a:t>·</a:t>
            </a:r>
            <a:r>
              <a:rPr lang="zh-CN" altLang="en-US" dirty="0"/>
              <a:t>沃尔顿的劫持故事</a:t>
            </a:r>
            <a:r>
              <a:rPr lang="zh-CN" altLang="en-US" dirty="0" smtClean="0"/>
              <a:t>是炒作</a:t>
            </a:r>
            <a:r>
              <a:rPr lang="zh-CN" altLang="en-US" dirty="0"/>
              <a:t>！</a:t>
            </a:r>
            <a:endParaRPr lang="en-US" altLang="zh-CN" dirty="0"/>
          </a:p>
          <a:p>
            <a:r>
              <a:rPr lang="en-US" altLang="zh-CN" dirty="0" smtClean="0"/>
              <a:t>3.</a:t>
            </a:r>
            <a:r>
              <a:rPr lang="zh-CN" altLang="en-US" dirty="0" smtClean="0"/>
              <a:t>他们在一定压力下会</a:t>
            </a:r>
            <a:r>
              <a:rPr lang="zh-CN" altLang="en-US" dirty="0"/>
              <a:t>出现短暂的精神病潜质。</a:t>
            </a:r>
            <a:endParaRPr lang="en-US" altLang="zh-CN" dirty="0"/>
          </a:p>
          <a:p>
            <a:endParaRPr lang="en-US" altLang="zh-CN" dirty="0"/>
          </a:p>
        </p:txBody>
      </p:sp>
      <p:grpSp>
        <p:nvGrpSpPr>
          <p:cNvPr id="35" name="组合 34"/>
          <p:cNvGrpSpPr/>
          <p:nvPr/>
        </p:nvGrpSpPr>
        <p:grpSpPr>
          <a:xfrm>
            <a:off x="304294" y="235078"/>
            <a:ext cx="883330" cy="825164"/>
            <a:chOff x="2483768" y="1484784"/>
            <a:chExt cx="1745540" cy="1640571"/>
          </a:xfrm>
        </p:grpSpPr>
        <p:sp>
          <p:nvSpPr>
            <p:cNvPr id="36" name="椭圆 35"/>
            <p:cNvSpPr/>
            <p:nvPr/>
          </p:nvSpPr>
          <p:spPr>
            <a:xfrm>
              <a:off x="2483768" y="1484784"/>
              <a:ext cx="1745540" cy="164057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2676799" y="1890448"/>
              <a:ext cx="1359478" cy="890480"/>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38"/>
            <p:cNvSpPr/>
            <p:nvPr/>
          </p:nvSpPr>
          <p:spPr>
            <a:xfrm>
              <a:off x="2771800" y="1979840"/>
              <a:ext cx="864096" cy="729080"/>
            </a:xfrm>
            <a:prstGeom prst="roundRect">
              <a:avLst/>
            </a:prstGeom>
            <a:solidFill>
              <a:schemeClr val="bg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796633" y="2368885"/>
              <a:ext cx="80210" cy="8021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3779912" y="2540000"/>
              <a:ext cx="133681" cy="11764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直角三角形 41"/>
            <p:cNvSpPr/>
            <p:nvPr/>
          </p:nvSpPr>
          <p:spPr>
            <a:xfrm rot="10800000">
              <a:off x="3692722" y="2783358"/>
              <a:ext cx="144016" cy="144020"/>
            </a:xfrm>
            <a:prstGeom prst="rtTriangl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直角三角形 43"/>
            <p:cNvSpPr/>
            <p:nvPr/>
          </p:nvSpPr>
          <p:spPr>
            <a:xfrm rot="5400000">
              <a:off x="2843810" y="2783361"/>
              <a:ext cx="144016" cy="144020"/>
            </a:xfrm>
            <a:prstGeom prst="rtTriangl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9437138">
              <a:off x="3137608" y="1633610"/>
              <a:ext cx="45719" cy="347785"/>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rot="2710191" flipH="1">
              <a:off x="3383886" y="1614909"/>
              <a:ext cx="45719" cy="371248"/>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2987824" y="1595561"/>
              <a:ext cx="125253" cy="113464"/>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3506381" y="1584431"/>
              <a:ext cx="125253" cy="113464"/>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897257" y="2069166"/>
              <a:ext cx="615964" cy="567086"/>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49"/>
            <p:cNvSpPr/>
            <p:nvPr/>
          </p:nvSpPr>
          <p:spPr>
            <a:xfrm rot="5400000">
              <a:off x="3073973" y="2195527"/>
              <a:ext cx="414612" cy="297706"/>
            </a:xfrm>
            <a:prstGeom prst="triangle">
              <a:avLst>
                <a:gd name="adj" fmla="val 4645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8498693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512" y="0"/>
            <a:ext cx="6912512" cy="6858000"/>
            <a:chOff x="-36512" y="0"/>
            <a:chExt cx="6912512" cy="6858000"/>
          </a:xfrm>
        </p:grpSpPr>
        <p:sp>
          <p:nvSpPr>
            <p:cNvPr id="40" name="矩形 39"/>
            <p:cNvSpPr/>
            <p:nvPr/>
          </p:nvSpPr>
          <p:spPr>
            <a:xfrm>
              <a:off x="4572000" y="0"/>
              <a:ext cx="2304000" cy="6858000"/>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矩形 38"/>
            <p:cNvSpPr/>
            <p:nvPr/>
          </p:nvSpPr>
          <p:spPr>
            <a:xfrm>
              <a:off x="-36512" y="0"/>
              <a:ext cx="2304000" cy="6858000"/>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1" name="TextBox 20"/>
          <p:cNvSpPr txBox="1"/>
          <p:nvPr/>
        </p:nvSpPr>
        <p:spPr>
          <a:xfrm>
            <a:off x="107504" y="3284984"/>
            <a:ext cx="2016224" cy="2169825"/>
          </a:xfrm>
          <a:prstGeom prst="rect">
            <a:avLst/>
          </a:prstGeom>
          <a:noFill/>
        </p:spPr>
        <p:txBody>
          <a:bodyPr wrap="square" rtlCol="0">
            <a:spAutoFit/>
          </a:bodyPr>
          <a:lstStyle/>
          <a:p>
            <a:pPr algn="just">
              <a:lnSpc>
                <a:spcPct val="150000"/>
              </a:lnSpc>
            </a:pPr>
            <a:r>
              <a:rPr lang="zh-CN" altLang="en-US" dirty="0" smtClean="0">
                <a:latin typeface="微软雅黑" pitchFamily="34" charset="-122"/>
                <a:ea typeface="微软雅黑" pitchFamily="34" charset="-122"/>
              </a:rPr>
              <a:t>       自</a:t>
            </a:r>
            <a:r>
              <a:rPr lang="en-US" altLang="zh-CN" dirty="0">
                <a:latin typeface="微软雅黑" pitchFamily="34" charset="-122"/>
                <a:ea typeface="微软雅黑" pitchFamily="34" charset="-122"/>
              </a:rPr>
              <a:t>19</a:t>
            </a:r>
            <a:r>
              <a:rPr lang="zh-CN" altLang="en-US" dirty="0">
                <a:latin typeface="微软雅黑" pitchFamily="34" charset="-122"/>
                <a:ea typeface="微软雅黑" pitchFamily="34" charset="-122"/>
              </a:rPr>
              <a:t>世纪开始，一些神秘的从业者，例如巫师、通灵师声称自己直接可以与死者交流。</a:t>
            </a:r>
          </a:p>
        </p:txBody>
      </p:sp>
      <p:sp>
        <p:nvSpPr>
          <p:cNvPr id="22" name="TextBox 21"/>
          <p:cNvSpPr txBox="1"/>
          <p:nvPr/>
        </p:nvSpPr>
        <p:spPr>
          <a:xfrm>
            <a:off x="2430572" y="3284984"/>
            <a:ext cx="1997411" cy="3000821"/>
          </a:xfrm>
          <a:prstGeom prst="rect">
            <a:avLst/>
          </a:prstGeom>
          <a:noFill/>
        </p:spPr>
        <p:txBody>
          <a:bodyPr wrap="square" rtlCol="0">
            <a:spAutoFit/>
          </a:bodyPr>
          <a:lstStyle/>
          <a:p>
            <a:pPr algn="just">
              <a:lnSpc>
                <a:spcPct val="150000"/>
              </a:lnSpc>
            </a:pPr>
            <a:r>
              <a:rPr lang="zh-CN" altLang="en-US" dirty="0">
                <a:latin typeface="微软雅黑" pitchFamily="34" charset="-122"/>
                <a:ea typeface="微软雅黑" pitchFamily="34" charset="-122"/>
              </a:rPr>
              <a:t>通灵师确实能够给人们提供已故亲人的信息，这些信息常常看来惊人的准确，真的来自超自然世界</a:t>
            </a:r>
            <a:r>
              <a:rPr lang="zh-CN" altLang="en-US" sz="1400" dirty="0" smtClean="0">
                <a:latin typeface="微软雅黑" pitchFamily="34" charset="-122"/>
                <a:ea typeface="微软雅黑" pitchFamily="34" charset="-122"/>
              </a:rPr>
              <a:t>。</a:t>
            </a:r>
            <a:endParaRPr lang="zh-CN" altLang="en-US" sz="1400" dirty="0">
              <a:latin typeface="微软雅黑" pitchFamily="34" charset="-122"/>
              <a:ea typeface="微软雅黑" pitchFamily="34" charset="-122"/>
            </a:endParaRPr>
          </a:p>
        </p:txBody>
      </p:sp>
      <p:sp>
        <p:nvSpPr>
          <p:cNvPr id="23" name="TextBox 22"/>
          <p:cNvSpPr txBox="1"/>
          <p:nvPr/>
        </p:nvSpPr>
        <p:spPr>
          <a:xfrm>
            <a:off x="4644008" y="3284984"/>
            <a:ext cx="2159984" cy="3000821"/>
          </a:xfrm>
          <a:prstGeom prst="rect">
            <a:avLst/>
          </a:prstGeom>
          <a:noFill/>
        </p:spPr>
        <p:txBody>
          <a:bodyPr wrap="square" rtlCol="0">
            <a:spAutoFit/>
          </a:bodyPr>
          <a:lstStyle/>
          <a:p>
            <a:pPr algn="just">
              <a:lnSpc>
                <a:spcPct val="150000"/>
              </a:lnSpc>
            </a:pPr>
            <a:r>
              <a:rPr lang="en-US" altLang="zh-CN" dirty="0" smtClean="0">
                <a:solidFill>
                  <a:srgbClr val="FFFFFF"/>
                </a:solidFill>
                <a:latin typeface="微软雅黑" pitchFamily="34" charset="-122"/>
                <a:ea typeface="微软雅黑" pitchFamily="34" charset="-122"/>
              </a:rPr>
              <a:t>1</a:t>
            </a:r>
            <a:r>
              <a:rPr lang="en-US" altLang="zh-CN" dirty="0">
                <a:solidFill>
                  <a:srgbClr val="FFFFFF"/>
                </a:solidFill>
                <a:latin typeface="微软雅黑" pitchFamily="34" charset="-122"/>
                <a:ea typeface="微软雅黑" pitchFamily="34" charset="-122"/>
              </a:rPr>
              <a:t>.</a:t>
            </a:r>
            <a:r>
              <a:rPr lang="zh-CN" altLang="en-US" dirty="0">
                <a:solidFill>
                  <a:srgbClr val="FFFFFF"/>
                </a:solidFill>
                <a:latin typeface="微软雅黑" pitchFamily="34" charset="-122"/>
                <a:ea typeface="微软雅黑" pitchFamily="34" charset="-122"/>
              </a:rPr>
              <a:t>通灵师从死者脱离肉体的灵魂那里接收信息或消息。</a:t>
            </a:r>
            <a:endParaRPr lang="en-US" altLang="zh-CN" dirty="0">
              <a:solidFill>
                <a:srgbClr val="FFFFFF"/>
              </a:solidFill>
              <a:latin typeface="微软雅黑" pitchFamily="34" charset="-122"/>
              <a:ea typeface="微软雅黑" pitchFamily="34" charset="-122"/>
            </a:endParaRPr>
          </a:p>
          <a:p>
            <a:pPr algn="just">
              <a:lnSpc>
                <a:spcPct val="150000"/>
              </a:lnSpc>
            </a:pPr>
            <a:r>
              <a:rPr lang="en-US" altLang="zh-CN" dirty="0">
                <a:solidFill>
                  <a:srgbClr val="FFFFFF"/>
                </a:solidFill>
                <a:latin typeface="微软雅黑" pitchFamily="34" charset="-122"/>
                <a:ea typeface="微软雅黑" pitchFamily="34" charset="-122"/>
              </a:rPr>
              <a:t>2.</a:t>
            </a:r>
            <a:r>
              <a:rPr lang="zh-CN" altLang="en-US" dirty="0">
                <a:solidFill>
                  <a:srgbClr val="FFFFFF"/>
                </a:solidFill>
                <a:latin typeface="微软雅黑" pitchFamily="34" charset="-122"/>
                <a:ea typeface="微软雅黑" pitchFamily="34" charset="-122"/>
              </a:rPr>
              <a:t>通灵师正在进行“冷读”。</a:t>
            </a:r>
            <a:endParaRPr lang="en-US" altLang="zh-CN" dirty="0">
              <a:solidFill>
                <a:srgbClr val="FFFFFF"/>
              </a:solidFill>
              <a:latin typeface="微软雅黑" pitchFamily="34" charset="-122"/>
              <a:ea typeface="微软雅黑" pitchFamily="34" charset="-122"/>
            </a:endParaRPr>
          </a:p>
          <a:p>
            <a:pPr algn="just">
              <a:lnSpc>
                <a:spcPct val="150000"/>
              </a:lnSpc>
            </a:pPr>
            <a:r>
              <a:rPr lang="en-US" altLang="zh-CN" dirty="0">
                <a:solidFill>
                  <a:srgbClr val="FFFFFF"/>
                </a:solidFill>
                <a:latin typeface="微软雅黑" pitchFamily="34" charset="-122"/>
                <a:ea typeface="微软雅黑" pitchFamily="34" charset="-122"/>
              </a:rPr>
              <a:t>3.</a:t>
            </a:r>
            <a:r>
              <a:rPr lang="zh-CN" altLang="en-US" dirty="0">
                <a:solidFill>
                  <a:srgbClr val="FFFFFF"/>
                </a:solidFill>
                <a:latin typeface="微软雅黑" pitchFamily="34" charset="-122"/>
                <a:ea typeface="微软雅黑" pitchFamily="34" charset="-122"/>
              </a:rPr>
              <a:t>通灵师提前获取了被试的有关信息。</a:t>
            </a:r>
          </a:p>
        </p:txBody>
      </p:sp>
      <p:sp>
        <p:nvSpPr>
          <p:cNvPr id="24" name="TextBox 23"/>
          <p:cNvSpPr txBox="1"/>
          <p:nvPr/>
        </p:nvSpPr>
        <p:spPr>
          <a:xfrm>
            <a:off x="6948264" y="3284984"/>
            <a:ext cx="2123728" cy="3416320"/>
          </a:xfrm>
          <a:prstGeom prst="rect">
            <a:avLst/>
          </a:prstGeom>
          <a:noFill/>
        </p:spPr>
        <p:txBody>
          <a:bodyPr wrap="square" rtlCol="0">
            <a:spAutoFit/>
          </a:bodyPr>
          <a:lstStyle/>
          <a:p>
            <a:pPr algn="just">
              <a:lnSpc>
                <a:spcPct val="150000"/>
              </a:lnSpc>
            </a:pP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 通过</a:t>
            </a:r>
            <a:r>
              <a:rPr lang="zh-CN" altLang="en-US" dirty="0">
                <a:latin typeface="微软雅黑" pitchFamily="34" charset="-122"/>
                <a:ea typeface="微软雅黑" pitchFamily="34" charset="-122"/>
              </a:rPr>
              <a:t>假设判断和与亡者亲人沟通得到。</a:t>
            </a:r>
            <a:endParaRPr lang="en-US" altLang="zh-CN" dirty="0">
              <a:latin typeface="微软雅黑" pitchFamily="34" charset="-122"/>
              <a:ea typeface="微软雅黑" pitchFamily="34" charset="-122"/>
            </a:endParaRPr>
          </a:p>
          <a:p>
            <a:pPr algn="just">
              <a:lnSpc>
                <a:spcPct val="150000"/>
              </a:lnSpc>
            </a:pPr>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通过</a:t>
            </a:r>
            <a:r>
              <a:rPr lang="zh-CN" altLang="en-US" dirty="0">
                <a:latin typeface="微软雅黑" pitchFamily="34" charset="-122"/>
                <a:ea typeface="微软雅黑" pitchFamily="34" charset="-122"/>
              </a:rPr>
              <a:t>“冷读”技</a:t>
            </a:r>
            <a:endParaRPr lang="en-US" altLang="zh-CN" dirty="0">
              <a:latin typeface="微软雅黑" pitchFamily="34" charset="-122"/>
              <a:ea typeface="微软雅黑" pitchFamily="34" charset="-122"/>
            </a:endParaRPr>
          </a:p>
          <a:p>
            <a:pPr algn="just">
              <a:lnSpc>
                <a:spcPct val="150000"/>
              </a:lnSpc>
            </a:pPr>
            <a:r>
              <a:rPr lang="zh-CN" altLang="en-US" dirty="0">
                <a:latin typeface="微软雅黑" pitchFamily="34" charset="-122"/>
                <a:ea typeface="微软雅黑" pitchFamily="34" charset="-122"/>
              </a:rPr>
              <a:t>巧的不断</a:t>
            </a:r>
            <a:r>
              <a:rPr lang="zh-CN" altLang="en-US" dirty="0" smtClean="0">
                <a:latin typeface="微软雅黑" pitchFamily="34" charset="-122"/>
                <a:ea typeface="微软雅黑" pitchFamily="34" charset="-122"/>
              </a:rPr>
              <a:t>练习</a:t>
            </a:r>
            <a:endParaRPr lang="en-US" altLang="zh-CN" dirty="0">
              <a:latin typeface="微软雅黑" pitchFamily="34" charset="-122"/>
              <a:ea typeface="微软雅黑" pitchFamily="34" charset="-122"/>
            </a:endParaRPr>
          </a:p>
          <a:p>
            <a:pPr algn="just">
              <a:lnSpc>
                <a:spcPct val="150000"/>
              </a:lnSpc>
            </a:pPr>
            <a:r>
              <a:rPr lang="en-US" altLang="zh-CN"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通</a:t>
            </a:r>
            <a:r>
              <a:rPr lang="zh-CN" altLang="en-US" dirty="0">
                <a:latin typeface="微软雅黑" pitchFamily="34" charset="-122"/>
                <a:ea typeface="微软雅黑" pitchFamily="34" charset="-122"/>
              </a:rPr>
              <a:t>灵师会提前</a:t>
            </a:r>
            <a:r>
              <a:rPr lang="zh-CN" altLang="en-US" dirty="0" smtClean="0">
                <a:latin typeface="微软雅黑" pitchFamily="34" charset="-122"/>
                <a:ea typeface="微软雅黑" pitchFamily="34" charset="-122"/>
              </a:rPr>
              <a:t>研究被</a:t>
            </a:r>
            <a:r>
              <a:rPr lang="zh-CN" altLang="en-US" dirty="0">
                <a:latin typeface="微软雅黑" pitchFamily="34" charset="-122"/>
                <a:ea typeface="微软雅黑" pitchFamily="34" charset="-122"/>
              </a:rPr>
              <a:t>试，</a:t>
            </a:r>
            <a:r>
              <a:rPr lang="zh-CN" altLang="en-US" dirty="0" smtClean="0">
                <a:latin typeface="微软雅黑" pitchFamily="34" charset="-122"/>
                <a:ea typeface="微软雅黑" pitchFamily="34" charset="-122"/>
              </a:rPr>
              <a:t>寻找个人</a:t>
            </a:r>
            <a:r>
              <a:rPr lang="zh-CN" altLang="en-US" dirty="0">
                <a:latin typeface="微软雅黑" pitchFamily="34" charset="-122"/>
                <a:ea typeface="微软雅黑" pitchFamily="34" charset="-122"/>
              </a:rPr>
              <a:t>信息。</a:t>
            </a:r>
            <a:endParaRPr lang="en-US" altLang="zh-CN" dirty="0">
              <a:latin typeface="微软雅黑" pitchFamily="34" charset="-122"/>
              <a:ea typeface="微软雅黑" pitchFamily="34" charset="-122"/>
            </a:endParaRPr>
          </a:p>
        </p:txBody>
      </p:sp>
      <p:grpSp>
        <p:nvGrpSpPr>
          <p:cNvPr id="55" name="组合 54"/>
          <p:cNvGrpSpPr/>
          <p:nvPr/>
        </p:nvGrpSpPr>
        <p:grpSpPr>
          <a:xfrm>
            <a:off x="304294" y="235078"/>
            <a:ext cx="883330" cy="825164"/>
            <a:chOff x="2483768" y="1484784"/>
            <a:chExt cx="1745540" cy="1640571"/>
          </a:xfrm>
        </p:grpSpPr>
        <p:sp>
          <p:nvSpPr>
            <p:cNvPr id="56" name="椭圆 55"/>
            <p:cNvSpPr/>
            <p:nvPr/>
          </p:nvSpPr>
          <p:spPr>
            <a:xfrm>
              <a:off x="2483768" y="1484784"/>
              <a:ext cx="1745540" cy="164057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a:off x="2676799" y="1890448"/>
              <a:ext cx="1359478" cy="890480"/>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2771800" y="1979840"/>
              <a:ext cx="864096" cy="729080"/>
            </a:xfrm>
            <a:prstGeom prst="roundRect">
              <a:avLst/>
            </a:prstGeom>
            <a:solidFill>
              <a:schemeClr val="bg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3796633" y="2368885"/>
              <a:ext cx="80210" cy="8021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3779912" y="2540000"/>
              <a:ext cx="133681" cy="11764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直角三角形 60"/>
            <p:cNvSpPr/>
            <p:nvPr/>
          </p:nvSpPr>
          <p:spPr>
            <a:xfrm rot="10800000">
              <a:off x="3692722" y="2783358"/>
              <a:ext cx="144016" cy="144020"/>
            </a:xfrm>
            <a:prstGeom prst="rtTriangl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直角三角形 61"/>
            <p:cNvSpPr/>
            <p:nvPr/>
          </p:nvSpPr>
          <p:spPr>
            <a:xfrm rot="5400000">
              <a:off x="2843810" y="2783361"/>
              <a:ext cx="144016" cy="144020"/>
            </a:xfrm>
            <a:prstGeom prst="rtTriangl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rot="19437138">
              <a:off x="3137608" y="1633610"/>
              <a:ext cx="45719" cy="347785"/>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rot="2710191" flipH="1">
              <a:off x="3383886" y="1614909"/>
              <a:ext cx="45719" cy="371248"/>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2987824" y="1595561"/>
              <a:ext cx="125253" cy="113464"/>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3506381" y="1584431"/>
              <a:ext cx="125253" cy="113464"/>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2897257" y="2069166"/>
              <a:ext cx="615964" cy="567086"/>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等腰三角形 67"/>
            <p:cNvSpPr/>
            <p:nvPr/>
          </p:nvSpPr>
          <p:spPr>
            <a:xfrm rot="5400000">
              <a:off x="3073973" y="2195527"/>
              <a:ext cx="414612" cy="297706"/>
            </a:xfrm>
            <a:prstGeom prst="triangle">
              <a:avLst>
                <a:gd name="adj" fmla="val 4645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TextBox 69"/>
          <p:cNvSpPr txBox="1"/>
          <p:nvPr/>
        </p:nvSpPr>
        <p:spPr>
          <a:xfrm>
            <a:off x="1475656" y="375047"/>
            <a:ext cx="4801314" cy="461665"/>
          </a:xfrm>
          <a:prstGeom prst="rect">
            <a:avLst/>
          </a:prstGeom>
          <a:noFill/>
        </p:spPr>
        <p:txBody>
          <a:bodyPr wrap="none" rtlCol="0">
            <a:spAutoFit/>
          </a:bodyPr>
          <a:lstStyle/>
          <a:p>
            <a:r>
              <a:rPr lang="zh-CN" altLang="en-US" sz="2400" b="1" dirty="0">
                <a:latin typeface="华康俪金黑W8(P)" panose="020B0800000000000000" pitchFamily="34" charset="-122"/>
                <a:ea typeface="华康俪金黑W8(P)" panose="020B0800000000000000" pitchFamily="34" charset="-122"/>
              </a:rPr>
              <a:t>怪诞现象案例研究二：与死者交流</a:t>
            </a:r>
          </a:p>
        </p:txBody>
      </p:sp>
      <p:grpSp>
        <p:nvGrpSpPr>
          <p:cNvPr id="79" name="组合 78"/>
          <p:cNvGrpSpPr/>
          <p:nvPr/>
        </p:nvGrpSpPr>
        <p:grpSpPr>
          <a:xfrm>
            <a:off x="401977" y="1534664"/>
            <a:ext cx="8256602" cy="1368152"/>
            <a:chOff x="401977" y="1534664"/>
            <a:chExt cx="8256602" cy="1368152"/>
          </a:xfrm>
        </p:grpSpPr>
        <p:sp>
          <p:nvSpPr>
            <p:cNvPr id="71" name="椭圆 70"/>
            <p:cNvSpPr/>
            <p:nvPr/>
          </p:nvSpPr>
          <p:spPr>
            <a:xfrm>
              <a:off x="401977" y="1534664"/>
              <a:ext cx="1368152" cy="1368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609455" y="1725368"/>
              <a:ext cx="1008610" cy="1077218"/>
            </a:xfrm>
            <a:prstGeom prst="rect">
              <a:avLst/>
            </a:prstGeom>
          </p:spPr>
          <p:txBody>
            <a:bodyPr wrap="none">
              <a:spAutoFit/>
            </a:bodyPr>
            <a:lstStyle/>
            <a:p>
              <a:pPr algn="ctr"/>
              <a:r>
                <a:rPr lang="zh-CN" altLang="en-US" sz="3200" dirty="0" smtClean="0">
                  <a:latin typeface="华康俪金黑W8(P)" panose="020B0800000000000000" pitchFamily="34" charset="-122"/>
                  <a:ea typeface="华康俪金黑W8(P)" panose="020B0800000000000000" pitchFamily="34" charset="-122"/>
                </a:rPr>
                <a:t>陈述</a:t>
              </a:r>
              <a:endParaRPr lang="en-US" altLang="zh-CN" sz="3200" dirty="0" smtClean="0">
                <a:latin typeface="华康俪金黑W8(P)" panose="020B0800000000000000" pitchFamily="34" charset="-122"/>
                <a:ea typeface="华康俪金黑W8(P)" panose="020B0800000000000000" pitchFamily="34" charset="-122"/>
              </a:endParaRPr>
            </a:p>
            <a:p>
              <a:pPr algn="ctr"/>
              <a:r>
                <a:rPr lang="zh-CN" altLang="en-US" sz="3200" dirty="0" smtClean="0">
                  <a:latin typeface="华康俪金黑W8(P)" panose="020B0800000000000000" pitchFamily="34" charset="-122"/>
                  <a:ea typeface="华康俪金黑W8(P)" panose="020B0800000000000000" pitchFamily="34" charset="-122"/>
                </a:rPr>
                <a:t>主张</a:t>
              </a:r>
              <a:endParaRPr lang="zh-CN" altLang="en-US" sz="3200" dirty="0">
                <a:latin typeface="华康俪金黑W8(P)" panose="020B0800000000000000" pitchFamily="34" charset="-122"/>
                <a:ea typeface="华康俪金黑W8(P)" panose="020B0800000000000000" pitchFamily="34" charset="-122"/>
              </a:endParaRPr>
            </a:p>
          </p:txBody>
        </p:sp>
        <p:sp>
          <p:nvSpPr>
            <p:cNvPr id="73" name="椭圆 72"/>
            <p:cNvSpPr/>
            <p:nvPr/>
          </p:nvSpPr>
          <p:spPr>
            <a:xfrm>
              <a:off x="4986427" y="1534664"/>
              <a:ext cx="1368152" cy="1368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矩形 73"/>
            <p:cNvSpPr/>
            <p:nvPr/>
          </p:nvSpPr>
          <p:spPr>
            <a:xfrm>
              <a:off x="5067268" y="1725368"/>
              <a:ext cx="1261884" cy="954107"/>
            </a:xfrm>
            <a:prstGeom prst="rect">
              <a:avLst/>
            </a:prstGeom>
          </p:spPr>
          <p:txBody>
            <a:bodyPr wrap="none">
              <a:spAutoFit/>
            </a:bodyPr>
            <a:lstStyle/>
            <a:p>
              <a:pPr algn="ctr"/>
              <a:r>
                <a:rPr lang="zh-CN" altLang="en-US" sz="2800" dirty="0" smtClean="0">
                  <a:latin typeface="华康俪金黑W8(P)" panose="020B0800000000000000" pitchFamily="34" charset="-122"/>
                  <a:ea typeface="华康俪金黑W8(P)" panose="020B0800000000000000" pitchFamily="34" charset="-122"/>
                </a:rPr>
                <a:t>考虑备</a:t>
              </a:r>
              <a:endParaRPr lang="en-US" altLang="zh-CN" sz="2800" dirty="0" smtClean="0">
                <a:latin typeface="华康俪金黑W8(P)" panose="020B0800000000000000" pitchFamily="34" charset="-122"/>
                <a:ea typeface="华康俪金黑W8(P)" panose="020B0800000000000000" pitchFamily="34" charset="-122"/>
              </a:endParaRPr>
            </a:p>
            <a:p>
              <a:pPr algn="ctr"/>
              <a:r>
                <a:rPr lang="zh-CN" altLang="en-US" sz="2800" dirty="0" smtClean="0">
                  <a:latin typeface="华康俪金黑W8(P)" panose="020B0800000000000000" pitchFamily="34" charset="-122"/>
                  <a:ea typeface="华康俪金黑W8(P)" panose="020B0800000000000000" pitchFamily="34" charset="-122"/>
                </a:rPr>
                <a:t>则假说</a:t>
              </a:r>
              <a:endParaRPr lang="zh-CN" altLang="en-US" sz="2800" dirty="0">
                <a:latin typeface="华康俪金黑W8(P)" panose="020B0800000000000000" pitchFamily="34" charset="-122"/>
                <a:ea typeface="华康俪金黑W8(P)" panose="020B0800000000000000" pitchFamily="34" charset="-122"/>
              </a:endParaRPr>
            </a:p>
          </p:txBody>
        </p:sp>
        <p:sp>
          <p:nvSpPr>
            <p:cNvPr id="75" name="椭圆 74"/>
            <p:cNvSpPr/>
            <p:nvPr/>
          </p:nvSpPr>
          <p:spPr>
            <a:xfrm>
              <a:off x="7290427" y="1534664"/>
              <a:ext cx="1368152" cy="1368152"/>
            </a:xfrm>
            <a:prstGeom prst="ellips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矩形 75"/>
            <p:cNvSpPr/>
            <p:nvPr/>
          </p:nvSpPr>
          <p:spPr>
            <a:xfrm>
              <a:off x="7371267" y="1725368"/>
              <a:ext cx="1261884" cy="954107"/>
            </a:xfrm>
            <a:prstGeom prst="rect">
              <a:avLst/>
            </a:prstGeom>
          </p:spPr>
          <p:txBody>
            <a:bodyPr wrap="none">
              <a:spAutoFit/>
            </a:bodyPr>
            <a:lstStyle/>
            <a:p>
              <a:pPr algn="ctr"/>
              <a:r>
                <a:rPr lang="zh-CN" altLang="en-US" sz="2800" dirty="0" smtClean="0">
                  <a:solidFill>
                    <a:schemeClr val="bg1"/>
                  </a:solidFill>
                  <a:latin typeface="华康俪金黑W8(P)" panose="020B0800000000000000" pitchFamily="34" charset="-122"/>
                  <a:ea typeface="华康俪金黑W8(P)" panose="020B0800000000000000" pitchFamily="34" charset="-122"/>
                </a:rPr>
                <a:t>评价每</a:t>
              </a:r>
              <a:endParaRPr lang="en-US" altLang="zh-CN" sz="2800" dirty="0" smtClean="0">
                <a:solidFill>
                  <a:schemeClr val="bg1"/>
                </a:solidFill>
                <a:latin typeface="华康俪金黑W8(P)" panose="020B0800000000000000" pitchFamily="34" charset="-122"/>
                <a:ea typeface="华康俪金黑W8(P)" panose="020B0800000000000000" pitchFamily="34" charset="-122"/>
              </a:endParaRPr>
            </a:p>
            <a:p>
              <a:pPr algn="ctr"/>
              <a:r>
                <a:rPr lang="zh-CN" altLang="en-US" sz="2800" dirty="0" smtClean="0">
                  <a:solidFill>
                    <a:schemeClr val="bg1"/>
                  </a:solidFill>
                  <a:latin typeface="华康俪金黑W8(P)" panose="020B0800000000000000" pitchFamily="34" charset="-122"/>
                  <a:ea typeface="华康俪金黑W8(P)" panose="020B0800000000000000" pitchFamily="34" charset="-122"/>
                </a:rPr>
                <a:t>个假说</a:t>
              </a:r>
              <a:endParaRPr lang="zh-CN" altLang="en-US" sz="2800" dirty="0">
                <a:solidFill>
                  <a:schemeClr val="bg1"/>
                </a:solidFill>
                <a:latin typeface="华康俪金黑W8(P)" panose="020B0800000000000000" pitchFamily="34" charset="-122"/>
                <a:ea typeface="华康俪金黑W8(P)" panose="020B0800000000000000" pitchFamily="34" charset="-122"/>
              </a:endParaRPr>
            </a:p>
          </p:txBody>
        </p:sp>
        <p:sp>
          <p:nvSpPr>
            <p:cNvPr id="77" name="椭圆 76"/>
            <p:cNvSpPr/>
            <p:nvPr/>
          </p:nvSpPr>
          <p:spPr>
            <a:xfrm>
              <a:off x="2768816" y="1534664"/>
              <a:ext cx="1368152" cy="1368152"/>
            </a:xfrm>
            <a:prstGeom prst="ellipse">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矩形 77"/>
            <p:cNvSpPr/>
            <p:nvPr/>
          </p:nvSpPr>
          <p:spPr>
            <a:xfrm>
              <a:off x="2977897" y="1725368"/>
              <a:ext cx="1005403" cy="1077218"/>
            </a:xfrm>
            <a:prstGeom prst="rect">
              <a:avLst/>
            </a:prstGeom>
          </p:spPr>
          <p:txBody>
            <a:bodyPr wrap="none">
              <a:spAutoFit/>
            </a:bodyPr>
            <a:lstStyle/>
            <a:p>
              <a:pPr algn="ctr"/>
              <a:r>
                <a:rPr lang="zh-CN" altLang="en-US" sz="3200" dirty="0" smtClean="0">
                  <a:latin typeface="华康俪金黑W8(P)" panose="020B0800000000000000" pitchFamily="34" charset="-122"/>
                  <a:ea typeface="华康俪金黑W8(P)" panose="020B0800000000000000" pitchFamily="34" charset="-122"/>
                </a:rPr>
                <a:t>考察</a:t>
              </a:r>
              <a:endParaRPr lang="en-US" altLang="zh-CN" sz="3200" dirty="0" smtClean="0">
                <a:latin typeface="华康俪金黑W8(P)" panose="020B0800000000000000" pitchFamily="34" charset="-122"/>
                <a:ea typeface="华康俪金黑W8(P)" panose="020B0800000000000000" pitchFamily="34" charset="-122"/>
              </a:endParaRPr>
            </a:p>
            <a:p>
              <a:pPr algn="ctr"/>
              <a:r>
                <a:rPr lang="zh-CN" altLang="en-US" sz="3200" dirty="0" smtClean="0">
                  <a:latin typeface="华康俪金黑W8(P)" panose="020B0800000000000000" pitchFamily="34" charset="-122"/>
                  <a:ea typeface="华康俪金黑W8(P)" panose="020B0800000000000000" pitchFamily="34" charset="-122"/>
                </a:rPr>
                <a:t>证据</a:t>
              </a:r>
              <a:endParaRPr lang="zh-CN" altLang="en-US" sz="3200" dirty="0">
                <a:latin typeface="华康俪金黑W8(P)" panose="020B0800000000000000" pitchFamily="34" charset="-122"/>
                <a:ea typeface="华康俪金黑W8(P)" panose="020B0800000000000000" pitchFamily="34" charset="-122"/>
              </a:endParaRPr>
            </a:p>
          </p:txBody>
        </p:sp>
      </p:grpSp>
    </p:spTree>
    <p:extLst>
      <p:ext uri="{BB962C8B-B14F-4D97-AF65-F5344CB8AC3E}">
        <p14:creationId xmlns:p14="http://schemas.microsoft.com/office/powerpoint/2010/main" val="951663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40"/>
          <p:cNvGrpSpPr/>
          <p:nvPr/>
        </p:nvGrpSpPr>
        <p:grpSpPr>
          <a:xfrm>
            <a:off x="-36512" y="0"/>
            <a:ext cx="6912512" cy="6858000"/>
            <a:chOff x="-36512" y="0"/>
            <a:chExt cx="6912512" cy="6858000"/>
          </a:xfrm>
        </p:grpSpPr>
        <p:sp>
          <p:nvSpPr>
            <p:cNvPr id="42" name="矩形 41"/>
            <p:cNvSpPr/>
            <p:nvPr/>
          </p:nvSpPr>
          <p:spPr>
            <a:xfrm>
              <a:off x="4572000" y="0"/>
              <a:ext cx="2304000" cy="6858000"/>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42"/>
            <p:cNvSpPr/>
            <p:nvPr/>
          </p:nvSpPr>
          <p:spPr>
            <a:xfrm>
              <a:off x="-36512" y="0"/>
              <a:ext cx="2304000" cy="6858000"/>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3" name="TextBox 22"/>
          <p:cNvSpPr txBox="1"/>
          <p:nvPr/>
        </p:nvSpPr>
        <p:spPr>
          <a:xfrm>
            <a:off x="107504" y="3284984"/>
            <a:ext cx="2016224" cy="1338828"/>
          </a:xfrm>
          <a:prstGeom prst="rect">
            <a:avLst/>
          </a:prstGeom>
          <a:noFill/>
        </p:spPr>
        <p:txBody>
          <a:bodyPr wrap="square" rtlCol="0">
            <a:spAutoFit/>
          </a:bodyPr>
          <a:lstStyle/>
          <a:p>
            <a:pPr algn="just">
              <a:lnSpc>
                <a:spcPct val="150000"/>
              </a:lnSpc>
            </a:pPr>
            <a:r>
              <a:rPr lang="zh-CN" altLang="en-US" dirty="0">
                <a:latin typeface="微软雅黑" pitchFamily="34" charset="-122"/>
                <a:ea typeface="微软雅黑" pitchFamily="34" charset="-122"/>
              </a:rPr>
              <a:t>死人的无实体灵魂存在并且可以被人的肉眼看到。</a:t>
            </a:r>
          </a:p>
        </p:txBody>
      </p:sp>
      <p:sp>
        <p:nvSpPr>
          <p:cNvPr id="24" name="TextBox 23"/>
          <p:cNvSpPr txBox="1"/>
          <p:nvPr/>
        </p:nvSpPr>
        <p:spPr>
          <a:xfrm>
            <a:off x="2339752" y="3284984"/>
            <a:ext cx="2160240" cy="2536400"/>
          </a:xfrm>
          <a:prstGeom prst="rect">
            <a:avLst/>
          </a:prstGeom>
          <a:noFill/>
        </p:spPr>
        <p:txBody>
          <a:bodyPr wrap="square" rtlCol="0">
            <a:spAutoFit/>
          </a:bodyPr>
          <a:lstStyle/>
          <a:p>
            <a:pPr algn="just">
              <a:lnSpc>
                <a:spcPct val="150000"/>
              </a:lnSpc>
            </a:pPr>
            <a:r>
              <a:rPr lang="en-US" altLang="zh-CN" dirty="0" smtClean="0">
                <a:latin typeface="微软雅黑" pitchFamily="34" charset="-122"/>
                <a:ea typeface="微软雅黑" pitchFamily="34" charset="-122"/>
              </a:rPr>
              <a:t>1990</a:t>
            </a:r>
            <a:r>
              <a:rPr lang="zh-CN" altLang="en-US" dirty="0">
                <a:latin typeface="微软雅黑" pitchFamily="34" charset="-122"/>
                <a:ea typeface="微软雅黑" pitchFamily="34" charset="-122"/>
              </a:rPr>
              <a:t>年纽约州阿克利告诉他的亲朋好友他住的房子里住着一个鬼笑容可掬，红光满面像圣诞老人的鬼。</a:t>
            </a:r>
          </a:p>
        </p:txBody>
      </p:sp>
      <p:sp>
        <p:nvSpPr>
          <p:cNvPr id="25" name="TextBox 24"/>
          <p:cNvSpPr txBox="1"/>
          <p:nvPr/>
        </p:nvSpPr>
        <p:spPr>
          <a:xfrm>
            <a:off x="4644009" y="3325048"/>
            <a:ext cx="2160239" cy="3416320"/>
          </a:xfrm>
          <a:prstGeom prst="rect">
            <a:avLst/>
          </a:prstGeom>
          <a:noFill/>
        </p:spPr>
        <p:txBody>
          <a:bodyPr wrap="square" rtlCol="0">
            <a:spAutoFit/>
          </a:bodyPr>
          <a:lstStyle/>
          <a:p>
            <a:pPr algn="just">
              <a:lnSpc>
                <a:spcPct val="150000"/>
              </a:lnSpc>
            </a:pPr>
            <a:r>
              <a:rPr lang="en-US" altLang="zh-CN" dirty="0">
                <a:latin typeface="微软雅黑" pitchFamily="34" charset="-122"/>
                <a:ea typeface="微软雅黑" pitchFamily="34" charset="-122"/>
              </a:rPr>
              <a:t>1.</a:t>
            </a:r>
            <a:r>
              <a:rPr lang="zh-CN" altLang="en-US" dirty="0">
                <a:latin typeface="微软雅黑" pitchFamily="34" charset="-122"/>
                <a:ea typeface="微软雅黑" pitchFamily="34" charset="-122"/>
              </a:rPr>
              <a:t>鬼经验是由脱离</a:t>
            </a:r>
            <a:endParaRPr lang="en-US" altLang="zh-CN" dirty="0">
              <a:latin typeface="微软雅黑" pitchFamily="34" charset="-122"/>
              <a:ea typeface="微软雅黑" pitchFamily="34" charset="-122"/>
            </a:endParaRPr>
          </a:p>
          <a:p>
            <a:pPr algn="just">
              <a:lnSpc>
                <a:spcPct val="150000"/>
              </a:lnSpc>
            </a:pPr>
            <a:r>
              <a:rPr lang="zh-CN" altLang="en-US" dirty="0">
                <a:latin typeface="微软雅黑" pitchFamily="34" charset="-122"/>
                <a:ea typeface="微软雅黑" pitchFamily="34" charset="-122"/>
              </a:rPr>
              <a:t>肉体的精神引起的。</a:t>
            </a:r>
            <a:endParaRPr lang="en-US" altLang="zh-CN" dirty="0">
              <a:latin typeface="微软雅黑" pitchFamily="34" charset="-122"/>
              <a:ea typeface="微软雅黑" pitchFamily="34" charset="-122"/>
            </a:endParaRPr>
          </a:p>
          <a:p>
            <a:pPr algn="just">
              <a:lnSpc>
                <a:spcPct val="150000"/>
              </a:lnSpc>
            </a:pPr>
            <a:r>
              <a:rPr lang="en-US" altLang="zh-CN" dirty="0">
                <a:latin typeface="微软雅黑" pitchFamily="34" charset="-122"/>
                <a:ea typeface="微软雅黑" pitchFamily="34" charset="-122"/>
              </a:rPr>
              <a:t>2.</a:t>
            </a:r>
            <a:r>
              <a:rPr lang="zh-CN" altLang="en-US" dirty="0">
                <a:latin typeface="微软雅黑" pitchFamily="34" charset="-122"/>
                <a:ea typeface="微软雅黑" pitchFamily="34" charset="-122"/>
              </a:rPr>
              <a:t>鬼经验是睡眠瘫</a:t>
            </a:r>
            <a:endParaRPr lang="en-US" altLang="zh-CN" dirty="0">
              <a:latin typeface="微软雅黑" pitchFamily="34" charset="-122"/>
              <a:ea typeface="微软雅黑" pitchFamily="34" charset="-122"/>
            </a:endParaRPr>
          </a:p>
          <a:p>
            <a:pPr algn="just">
              <a:lnSpc>
                <a:spcPct val="150000"/>
              </a:lnSpc>
            </a:pPr>
            <a:r>
              <a:rPr lang="zh-CN" altLang="en-US" dirty="0">
                <a:latin typeface="微软雅黑" pitchFamily="34" charset="-122"/>
                <a:ea typeface="微软雅黑" pitchFamily="34" charset="-122"/>
              </a:rPr>
              <a:t>痪的结果。</a:t>
            </a:r>
            <a:endParaRPr lang="en-US" altLang="zh-CN" dirty="0">
              <a:latin typeface="微软雅黑" pitchFamily="34" charset="-122"/>
              <a:ea typeface="微软雅黑" pitchFamily="34" charset="-122"/>
            </a:endParaRPr>
          </a:p>
          <a:p>
            <a:pPr algn="just">
              <a:lnSpc>
                <a:spcPct val="150000"/>
              </a:lnSpc>
            </a:pPr>
            <a:r>
              <a:rPr lang="en-US" altLang="zh-CN" dirty="0">
                <a:latin typeface="微软雅黑" pitchFamily="34" charset="-122"/>
                <a:ea typeface="微软雅黑" pitchFamily="34" charset="-122"/>
              </a:rPr>
              <a:t>3.</a:t>
            </a:r>
            <a:r>
              <a:rPr lang="zh-CN" altLang="en-US" dirty="0">
                <a:latin typeface="微软雅黑" pitchFamily="34" charset="-122"/>
                <a:ea typeface="微软雅黑" pitchFamily="34" charset="-122"/>
              </a:rPr>
              <a:t>鬼经验是储存在</a:t>
            </a:r>
            <a:endParaRPr lang="en-US" altLang="zh-CN" dirty="0">
              <a:latin typeface="微软雅黑" pitchFamily="34" charset="-122"/>
              <a:ea typeface="微软雅黑" pitchFamily="34" charset="-122"/>
            </a:endParaRPr>
          </a:p>
          <a:p>
            <a:pPr algn="just">
              <a:lnSpc>
                <a:spcPct val="150000"/>
              </a:lnSpc>
            </a:pPr>
            <a:r>
              <a:rPr lang="zh-CN" altLang="en-US" dirty="0">
                <a:latin typeface="微软雅黑" pitchFamily="34" charset="-122"/>
                <a:ea typeface="微软雅黑" pitchFamily="34" charset="-122"/>
              </a:rPr>
              <a:t>建筑物或裸露的石头里的声音和图像引起的。</a:t>
            </a:r>
            <a:endParaRPr lang="en-US" altLang="zh-CN" dirty="0">
              <a:latin typeface="微软雅黑" pitchFamily="34" charset="-122"/>
              <a:ea typeface="微软雅黑" pitchFamily="34" charset="-122"/>
            </a:endParaRPr>
          </a:p>
        </p:txBody>
      </p:sp>
      <p:sp>
        <p:nvSpPr>
          <p:cNvPr id="26" name="TextBox 25"/>
          <p:cNvSpPr txBox="1"/>
          <p:nvPr/>
        </p:nvSpPr>
        <p:spPr>
          <a:xfrm>
            <a:off x="6830521" y="3284984"/>
            <a:ext cx="2277983" cy="3416320"/>
          </a:xfrm>
          <a:prstGeom prst="rect">
            <a:avLst/>
          </a:prstGeom>
          <a:noFill/>
        </p:spPr>
        <p:txBody>
          <a:bodyPr wrap="square" rtlCol="0">
            <a:spAutoFit/>
          </a:bodyPr>
          <a:lstStyle/>
          <a:p>
            <a:pPr algn="just">
              <a:lnSpc>
                <a:spcPct val="150000"/>
              </a:lnSpc>
            </a:pPr>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 如果鬼是非</a:t>
            </a:r>
            <a:r>
              <a:rPr lang="zh-CN" altLang="en-US" dirty="0">
                <a:latin typeface="微软雅黑" pitchFamily="34" charset="-122"/>
                <a:ea typeface="微软雅黑" pitchFamily="34" charset="-122"/>
              </a:rPr>
              <a:t>物质的，那就难以理解我们如何能看到他们？</a:t>
            </a:r>
            <a:endParaRPr lang="en-US" altLang="zh-CN" dirty="0">
              <a:latin typeface="微软雅黑" pitchFamily="34" charset="-122"/>
              <a:ea typeface="微软雅黑" pitchFamily="34" charset="-122"/>
            </a:endParaRPr>
          </a:p>
          <a:p>
            <a:pPr algn="just">
              <a:lnSpc>
                <a:spcPct val="150000"/>
              </a:lnSpc>
            </a:pPr>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如果</a:t>
            </a:r>
            <a:r>
              <a:rPr lang="zh-CN" altLang="en-US" dirty="0">
                <a:latin typeface="微软雅黑" pitchFamily="34" charset="-122"/>
                <a:ea typeface="微软雅黑" pitchFamily="34" charset="-122"/>
              </a:rPr>
              <a:t>你入睡太快</a:t>
            </a:r>
            <a:r>
              <a:rPr lang="zh-CN" altLang="en-US" dirty="0" smtClean="0">
                <a:latin typeface="微软雅黑" pitchFamily="34" charset="-122"/>
                <a:ea typeface="微软雅黑" pitchFamily="34" charset="-122"/>
              </a:rPr>
              <a:t>，会出现</a:t>
            </a:r>
            <a:r>
              <a:rPr lang="zh-CN" altLang="en-US" dirty="0">
                <a:latin typeface="微软雅黑" pitchFamily="34" charset="-122"/>
                <a:ea typeface="微软雅黑" pitchFamily="34" charset="-122"/>
              </a:rPr>
              <a:t>梦惊并且产生幻觉。</a:t>
            </a:r>
            <a:endParaRPr lang="en-US" altLang="zh-CN" dirty="0">
              <a:latin typeface="微软雅黑" pitchFamily="34" charset="-122"/>
              <a:ea typeface="微软雅黑" pitchFamily="34" charset="-122"/>
            </a:endParaRPr>
          </a:p>
          <a:p>
            <a:pPr algn="just">
              <a:lnSpc>
                <a:spcPct val="150000"/>
              </a:lnSpc>
            </a:pPr>
            <a:r>
              <a:rPr lang="en-US" altLang="zh-CN"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 鬼不可能附着在任何东西上。</a:t>
            </a:r>
            <a:endParaRPr lang="en-US" altLang="zh-CN" dirty="0">
              <a:latin typeface="微软雅黑" pitchFamily="34" charset="-122"/>
              <a:ea typeface="微软雅黑" pitchFamily="34" charset="-122"/>
            </a:endParaRPr>
          </a:p>
        </p:txBody>
      </p:sp>
      <p:grpSp>
        <p:nvGrpSpPr>
          <p:cNvPr id="44" name="组合 43"/>
          <p:cNvGrpSpPr/>
          <p:nvPr/>
        </p:nvGrpSpPr>
        <p:grpSpPr>
          <a:xfrm>
            <a:off x="304294" y="235078"/>
            <a:ext cx="883330" cy="825164"/>
            <a:chOff x="2483768" y="1484784"/>
            <a:chExt cx="1745540" cy="1640571"/>
          </a:xfrm>
        </p:grpSpPr>
        <p:sp>
          <p:nvSpPr>
            <p:cNvPr id="45" name="椭圆 44"/>
            <p:cNvSpPr/>
            <p:nvPr/>
          </p:nvSpPr>
          <p:spPr>
            <a:xfrm>
              <a:off x="2483768" y="1484784"/>
              <a:ext cx="1745540" cy="164057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a:off x="2676799" y="1890448"/>
              <a:ext cx="1359478" cy="890480"/>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2771800" y="1979840"/>
              <a:ext cx="864096" cy="729080"/>
            </a:xfrm>
            <a:prstGeom prst="roundRect">
              <a:avLst/>
            </a:prstGeom>
            <a:solidFill>
              <a:schemeClr val="bg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3796633" y="2368885"/>
              <a:ext cx="80210" cy="8021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3779912" y="2540000"/>
              <a:ext cx="133681" cy="11764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直角三角形 49"/>
            <p:cNvSpPr/>
            <p:nvPr/>
          </p:nvSpPr>
          <p:spPr>
            <a:xfrm rot="10800000">
              <a:off x="3692722" y="2783358"/>
              <a:ext cx="144016" cy="144020"/>
            </a:xfrm>
            <a:prstGeom prst="rtTriangl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直角三角形 50"/>
            <p:cNvSpPr/>
            <p:nvPr/>
          </p:nvSpPr>
          <p:spPr>
            <a:xfrm rot="5400000">
              <a:off x="2843810" y="2783361"/>
              <a:ext cx="144016" cy="144020"/>
            </a:xfrm>
            <a:prstGeom prst="rtTriangl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rot="19437138">
              <a:off x="3137608" y="1633610"/>
              <a:ext cx="45719" cy="347785"/>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rot="2710191" flipH="1">
              <a:off x="3383886" y="1614909"/>
              <a:ext cx="45719" cy="371248"/>
            </a:xfrm>
            <a:prstGeom prst="roundRect">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2987824" y="1595561"/>
              <a:ext cx="125253" cy="113464"/>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506381" y="1584431"/>
              <a:ext cx="125253" cy="113464"/>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2897257" y="2069166"/>
              <a:ext cx="615964" cy="567086"/>
            </a:xfrm>
            <a:prstGeom prst="ellipse">
              <a:avLst/>
            </a:prstGeom>
            <a:solidFill>
              <a:srgbClr val="FDE801"/>
            </a:solidFill>
            <a:ln>
              <a:solidFill>
                <a:srgbClr val="FDE8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56"/>
            <p:cNvSpPr/>
            <p:nvPr/>
          </p:nvSpPr>
          <p:spPr>
            <a:xfrm rot="5400000">
              <a:off x="3073973" y="2195527"/>
              <a:ext cx="414612" cy="297706"/>
            </a:xfrm>
            <a:prstGeom prst="triangle">
              <a:avLst>
                <a:gd name="adj" fmla="val 4645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TextBox 58"/>
          <p:cNvSpPr txBox="1"/>
          <p:nvPr/>
        </p:nvSpPr>
        <p:spPr>
          <a:xfrm>
            <a:off x="1476231" y="404664"/>
            <a:ext cx="4801314" cy="461665"/>
          </a:xfrm>
          <a:prstGeom prst="rect">
            <a:avLst/>
          </a:prstGeom>
          <a:noFill/>
        </p:spPr>
        <p:txBody>
          <a:bodyPr wrap="none" rtlCol="0">
            <a:spAutoFit/>
          </a:bodyPr>
          <a:lstStyle/>
          <a:p>
            <a:r>
              <a:rPr lang="zh-CN" altLang="en-US" sz="2400" b="1" dirty="0">
                <a:latin typeface="华康俪金黑W8(P)" panose="020B0800000000000000" pitchFamily="34" charset="-122"/>
                <a:ea typeface="华康俪金黑W8(P)" panose="020B0800000000000000" pitchFamily="34" charset="-122"/>
              </a:rPr>
              <a:t>怪诞现象案例研究三：鬼魂的存在</a:t>
            </a:r>
          </a:p>
        </p:txBody>
      </p:sp>
      <p:grpSp>
        <p:nvGrpSpPr>
          <p:cNvPr id="60" name="组合 59"/>
          <p:cNvGrpSpPr/>
          <p:nvPr/>
        </p:nvGrpSpPr>
        <p:grpSpPr>
          <a:xfrm>
            <a:off x="401977" y="1534664"/>
            <a:ext cx="8256602" cy="1368152"/>
            <a:chOff x="401977" y="1534664"/>
            <a:chExt cx="8256602" cy="1368152"/>
          </a:xfrm>
        </p:grpSpPr>
        <p:sp>
          <p:nvSpPr>
            <p:cNvPr id="61" name="椭圆 60"/>
            <p:cNvSpPr/>
            <p:nvPr/>
          </p:nvSpPr>
          <p:spPr>
            <a:xfrm>
              <a:off x="401977" y="1534664"/>
              <a:ext cx="1368152" cy="1368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09455" y="1725368"/>
              <a:ext cx="1008610" cy="1077218"/>
            </a:xfrm>
            <a:prstGeom prst="rect">
              <a:avLst/>
            </a:prstGeom>
          </p:spPr>
          <p:txBody>
            <a:bodyPr wrap="none">
              <a:spAutoFit/>
            </a:bodyPr>
            <a:lstStyle/>
            <a:p>
              <a:pPr algn="ctr"/>
              <a:r>
                <a:rPr lang="zh-CN" altLang="en-US" sz="3200" dirty="0" smtClean="0">
                  <a:latin typeface="华康俪金黑W8(P)" panose="020B0800000000000000" pitchFamily="34" charset="-122"/>
                  <a:ea typeface="华康俪金黑W8(P)" panose="020B0800000000000000" pitchFamily="34" charset="-122"/>
                </a:rPr>
                <a:t>陈述</a:t>
              </a:r>
              <a:endParaRPr lang="en-US" altLang="zh-CN" sz="3200" dirty="0" smtClean="0">
                <a:latin typeface="华康俪金黑W8(P)" panose="020B0800000000000000" pitchFamily="34" charset="-122"/>
                <a:ea typeface="华康俪金黑W8(P)" panose="020B0800000000000000" pitchFamily="34" charset="-122"/>
              </a:endParaRPr>
            </a:p>
            <a:p>
              <a:pPr algn="ctr"/>
              <a:r>
                <a:rPr lang="zh-CN" altLang="en-US" sz="3200" dirty="0" smtClean="0">
                  <a:latin typeface="华康俪金黑W8(P)" panose="020B0800000000000000" pitchFamily="34" charset="-122"/>
                  <a:ea typeface="华康俪金黑W8(P)" panose="020B0800000000000000" pitchFamily="34" charset="-122"/>
                </a:rPr>
                <a:t>主张</a:t>
              </a:r>
              <a:endParaRPr lang="zh-CN" altLang="en-US" sz="3200" dirty="0">
                <a:latin typeface="华康俪金黑W8(P)" panose="020B0800000000000000" pitchFamily="34" charset="-122"/>
                <a:ea typeface="华康俪金黑W8(P)" panose="020B0800000000000000" pitchFamily="34" charset="-122"/>
              </a:endParaRPr>
            </a:p>
          </p:txBody>
        </p:sp>
        <p:sp>
          <p:nvSpPr>
            <p:cNvPr id="63" name="椭圆 62"/>
            <p:cNvSpPr/>
            <p:nvPr/>
          </p:nvSpPr>
          <p:spPr>
            <a:xfrm>
              <a:off x="4986427" y="1534664"/>
              <a:ext cx="1368152" cy="13681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矩形 63"/>
            <p:cNvSpPr/>
            <p:nvPr/>
          </p:nvSpPr>
          <p:spPr>
            <a:xfrm>
              <a:off x="5067268" y="1725368"/>
              <a:ext cx="1261884" cy="954107"/>
            </a:xfrm>
            <a:prstGeom prst="rect">
              <a:avLst/>
            </a:prstGeom>
          </p:spPr>
          <p:txBody>
            <a:bodyPr wrap="none">
              <a:spAutoFit/>
            </a:bodyPr>
            <a:lstStyle/>
            <a:p>
              <a:pPr algn="ctr"/>
              <a:r>
                <a:rPr lang="zh-CN" altLang="en-US" sz="2800" dirty="0" smtClean="0">
                  <a:latin typeface="华康俪金黑W8(P)" panose="020B0800000000000000" pitchFamily="34" charset="-122"/>
                  <a:ea typeface="华康俪金黑W8(P)" panose="020B0800000000000000" pitchFamily="34" charset="-122"/>
                </a:rPr>
                <a:t>考虑备</a:t>
              </a:r>
              <a:endParaRPr lang="en-US" altLang="zh-CN" sz="2800" dirty="0" smtClean="0">
                <a:latin typeface="华康俪金黑W8(P)" panose="020B0800000000000000" pitchFamily="34" charset="-122"/>
                <a:ea typeface="华康俪金黑W8(P)" panose="020B0800000000000000" pitchFamily="34" charset="-122"/>
              </a:endParaRPr>
            </a:p>
            <a:p>
              <a:pPr algn="ctr"/>
              <a:r>
                <a:rPr lang="zh-CN" altLang="en-US" sz="2800" dirty="0" smtClean="0">
                  <a:latin typeface="华康俪金黑W8(P)" panose="020B0800000000000000" pitchFamily="34" charset="-122"/>
                  <a:ea typeface="华康俪金黑W8(P)" panose="020B0800000000000000" pitchFamily="34" charset="-122"/>
                </a:rPr>
                <a:t>则假说</a:t>
              </a:r>
              <a:endParaRPr lang="zh-CN" altLang="en-US" sz="2800" dirty="0">
                <a:latin typeface="华康俪金黑W8(P)" panose="020B0800000000000000" pitchFamily="34" charset="-122"/>
                <a:ea typeface="华康俪金黑W8(P)" panose="020B0800000000000000" pitchFamily="34" charset="-122"/>
              </a:endParaRPr>
            </a:p>
          </p:txBody>
        </p:sp>
        <p:sp>
          <p:nvSpPr>
            <p:cNvPr id="65" name="椭圆 64"/>
            <p:cNvSpPr/>
            <p:nvPr/>
          </p:nvSpPr>
          <p:spPr>
            <a:xfrm>
              <a:off x="7290427" y="1534664"/>
              <a:ext cx="1368152" cy="1368152"/>
            </a:xfrm>
            <a:prstGeom prst="ellipse">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矩形 65"/>
            <p:cNvSpPr/>
            <p:nvPr/>
          </p:nvSpPr>
          <p:spPr>
            <a:xfrm>
              <a:off x="7371267" y="1725368"/>
              <a:ext cx="1261884" cy="954107"/>
            </a:xfrm>
            <a:prstGeom prst="rect">
              <a:avLst/>
            </a:prstGeom>
          </p:spPr>
          <p:txBody>
            <a:bodyPr wrap="none">
              <a:spAutoFit/>
            </a:bodyPr>
            <a:lstStyle/>
            <a:p>
              <a:pPr algn="ctr"/>
              <a:r>
                <a:rPr lang="zh-CN" altLang="en-US" sz="2800" dirty="0" smtClean="0">
                  <a:solidFill>
                    <a:schemeClr val="bg1"/>
                  </a:solidFill>
                  <a:latin typeface="华康俪金黑W8(P)" panose="020B0800000000000000" pitchFamily="34" charset="-122"/>
                  <a:ea typeface="华康俪金黑W8(P)" panose="020B0800000000000000" pitchFamily="34" charset="-122"/>
                </a:rPr>
                <a:t>评价每</a:t>
              </a:r>
              <a:endParaRPr lang="en-US" altLang="zh-CN" sz="2800" dirty="0" smtClean="0">
                <a:solidFill>
                  <a:schemeClr val="bg1"/>
                </a:solidFill>
                <a:latin typeface="华康俪金黑W8(P)" panose="020B0800000000000000" pitchFamily="34" charset="-122"/>
                <a:ea typeface="华康俪金黑W8(P)" panose="020B0800000000000000" pitchFamily="34" charset="-122"/>
              </a:endParaRPr>
            </a:p>
            <a:p>
              <a:pPr algn="ctr"/>
              <a:r>
                <a:rPr lang="zh-CN" altLang="en-US" sz="2800" dirty="0" smtClean="0">
                  <a:solidFill>
                    <a:schemeClr val="bg1"/>
                  </a:solidFill>
                  <a:latin typeface="华康俪金黑W8(P)" panose="020B0800000000000000" pitchFamily="34" charset="-122"/>
                  <a:ea typeface="华康俪金黑W8(P)" panose="020B0800000000000000" pitchFamily="34" charset="-122"/>
                </a:rPr>
                <a:t>个假说</a:t>
              </a:r>
              <a:endParaRPr lang="zh-CN" altLang="en-US" sz="2800" dirty="0">
                <a:solidFill>
                  <a:schemeClr val="bg1"/>
                </a:solidFill>
                <a:latin typeface="华康俪金黑W8(P)" panose="020B0800000000000000" pitchFamily="34" charset="-122"/>
                <a:ea typeface="华康俪金黑W8(P)" panose="020B0800000000000000" pitchFamily="34" charset="-122"/>
              </a:endParaRPr>
            </a:p>
          </p:txBody>
        </p:sp>
        <p:sp>
          <p:nvSpPr>
            <p:cNvPr id="67" name="椭圆 66"/>
            <p:cNvSpPr/>
            <p:nvPr/>
          </p:nvSpPr>
          <p:spPr>
            <a:xfrm>
              <a:off x="2768816" y="1534664"/>
              <a:ext cx="1368152" cy="1368152"/>
            </a:xfrm>
            <a:prstGeom prst="ellipse">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矩形 67"/>
            <p:cNvSpPr/>
            <p:nvPr/>
          </p:nvSpPr>
          <p:spPr>
            <a:xfrm>
              <a:off x="2977897" y="1725368"/>
              <a:ext cx="1005403" cy="1077218"/>
            </a:xfrm>
            <a:prstGeom prst="rect">
              <a:avLst/>
            </a:prstGeom>
          </p:spPr>
          <p:txBody>
            <a:bodyPr wrap="none">
              <a:spAutoFit/>
            </a:bodyPr>
            <a:lstStyle/>
            <a:p>
              <a:pPr algn="ctr"/>
              <a:r>
                <a:rPr lang="zh-CN" altLang="en-US" sz="3200" dirty="0" smtClean="0">
                  <a:latin typeface="华康俪金黑W8(P)" panose="020B0800000000000000" pitchFamily="34" charset="-122"/>
                  <a:ea typeface="华康俪金黑W8(P)" panose="020B0800000000000000" pitchFamily="34" charset="-122"/>
                </a:rPr>
                <a:t>考察</a:t>
              </a:r>
              <a:endParaRPr lang="en-US" altLang="zh-CN" sz="3200" dirty="0" smtClean="0">
                <a:latin typeface="华康俪金黑W8(P)" panose="020B0800000000000000" pitchFamily="34" charset="-122"/>
                <a:ea typeface="华康俪金黑W8(P)" panose="020B0800000000000000" pitchFamily="34" charset="-122"/>
              </a:endParaRPr>
            </a:p>
            <a:p>
              <a:pPr algn="ctr"/>
              <a:r>
                <a:rPr lang="zh-CN" altLang="en-US" sz="3200" dirty="0" smtClean="0">
                  <a:latin typeface="华康俪金黑W8(P)" panose="020B0800000000000000" pitchFamily="34" charset="-122"/>
                  <a:ea typeface="华康俪金黑W8(P)" panose="020B0800000000000000" pitchFamily="34" charset="-122"/>
                </a:rPr>
                <a:t>证据</a:t>
              </a:r>
              <a:endParaRPr lang="zh-CN" altLang="en-US" sz="3200" dirty="0">
                <a:latin typeface="华康俪金黑W8(P)" panose="020B0800000000000000" pitchFamily="34" charset="-122"/>
                <a:ea typeface="华康俪金黑W8(P)" panose="020B0800000000000000" pitchFamily="34" charset="-122"/>
              </a:endParaRPr>
            </a:p>
          </p:txBody>
        </p:sp>
      </p:grpSp>
    </p:spTree>
    <p:extLst>
      <p:ext uri="{BB962C8B-B14F-4D97-AF65-F5344CB8AC3E}">
        <p14:creationId xmlns:p14="http://schemas.microsoft.com/office/powerpoint/2010/main" val="39978837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43" y="-13770"/>
            <a:ext cx="9187118" cy="6867020"/>
          </a:xfrm>
          <a:prstGeom prst="rect">
            <a:avLst/>
          </a:prstGeom>
          <a:solidFill>
            <a:srgbClr val="FDE8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b="1" dirty="0">
                <a:solidFill>
                  <a:srgbClr val="1C3A7E"/>
                </a:solidFill>
                <a:latin typeface="微软雅黑" pitchFamily="34" charset="-122"/>
                <a:ea typeface="微软雅黑" pitchFamily="34" charset="-122"/>
              </a:rPr>
              <a:t>《</a:t>
            </a:r>
            <a:r>
              <a:rPr lang="zh-CN" altLang="en-US" b="1" dirty="0">
                <a:solidFill>
                  <a:srgbClr val="1C3A7E"/>
                </a:solidFill>
                <a:latin typeface="微软雅黑" pitchFamily="34" charset="-122"/>
                <a:ea typeface="微软雅黑" pitchFamily="34" charset="-122"/>
              </a:rPr>
              <a:t>怪诞现象学：</a:t>
            </a:r>
            <a:r>
              <a:rPr lang="en-US" altLang="zh-CN" b="1" dirty="0">
                <a:solidFill>
                  <a:srgbClr val="1C3A7E"/>
                </a:solidFill>
                <a:latin typeface="微软雅黑" pitchFamily="34" charset="-122"/>
                <a:ea typeface="微软雅黑" pitchFamily="34" charset="-122"/>
              </a:rPr>
              <a:t>21</a:t>
            </a:r>
            <a:r>
              <a:rPr lang="zh-CN" altLang="en-US" b="1" dirty="0">
                <a:solidFill>
                  <a:srgbClr val="1C3A7E"/>
                </a:solidFill>
                <a:latin typeface="微软雅黑" pitchFamily="34" charset="-122"/>
                <a:ea typeface="微软雅黑" pitchFamily="34" charset="-122"/>
              </a:rPr>
              <a:t>世纪科学防骗指南</a:t>
            </a:r>
            <a:r>
              <a:rPr lang="en-US" altLang="zh-CN" b="1" dirty="0">
                <a:solidFill>
                  <a:srgbClr val="1C3A7E"/>
                </a:solidFill>
                <a:latin typeface="微软雅黑" pitchFamily="34" charset="-122"/>
                <a:ea typeface="微软雅黑" pitchFamily="34" charset="-122"/>
              </a:rPr>
              <a:t>》</a:t>
            </a:r>
          </a:p>
        </p:txBody>
      </p:sp>
      <p:sp>
        <p:nvSpPr>
          <p:cNvPr id="6" name="圆角矩形 5"/>
          <p:cNvSpPr/>
          <p:nvPr/>
        </p:nvSpPr>
        <p:spPr>
          <a:xfrm>
            <a:off x="-684584" y="2348880"/>
            <a:ext cx="10441160" cy="2160240"/>
          </a:xfrm>
          <a:prstGeom prst="roundRect">
            <a:avLst/>
          </a:prstGeom>
          <a:solidFill>
            <a:srgbClr val="FBFA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solidFill>
                <a:latin typeface="微软雅黑" pitchFamily="34" charset="-122"/>
                <a:ea typeface="微软雅黑" pitchFamily="34" charset="-122"/>
              </a:rPr>
              <a:t>      </a:t>
            </a:r>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latin typeface="微软雅黑" pitchFamily="34" charset="-122"/>
              <a:ea typeface="微软雅黑" pitchFamily="34" charset="-122"/>
            </a:endParaRPr>
          </a:p>
          <a:p>
            <a:endParaRPr lang="en-US" altLang="zh-CN" dirty="0">
              <a:solidFill>
                <a:schemeClr val="tx1"/>
              </a:solidFill>
              <a:latin typeface="微软雅黑" pitchFamily="34" charset="-122"/>
              <a:ea typeface="微软雅黑" pitchFamily="34" charset="-122"/>
            </a:endParaRPr>
          </a:p>
          <a:p>
            <a:endParaRPr lang="en-US" altLang="zh-CN" dirty="0" smtClean="0">
              <a:solidFill>
                <a:schemeClr val="tx1"/>
              </a:solidFill>
            </a:endParaRPr>
          </a:p>
          <a:p>
            <a:endParaRPr lang="en-US" altLang="zh-CN" dirty="0">
              <a:solidFill>
                <a:schemeClr val="tx1"/>
              </a:solidFill>
            </a:endParaRPr>
          </a:p>
          <a:p>
            <a:endParaRPr lang="en-US" altLang="zh-CN" dirty="0" smtClean="0">
              <a:solidFill>
                <a:schemeClr val="tx1"/>
              </a:solidFill>
            </a:endParaRPr>
          </a:p>
          <a:p>
            <a:endParaRPr lang="en-US" altLang="zh-CN" dirty="0">
              <a:solidFill>
                <a:schemeClr val="tx1"/>
              </a:solidFill>
            </a:endParaRPr>
          </a:p>
          <a:p>
            <a:endParaRPr lang="en-US" altLang="zh-CN" dirty="0" smtClean="0">
              <a:solidFill>
                <a:schemeClr val="tx1"/>
              </a:solidFill>
            </a:endParaRPr>
          </a:p>
          <a:p>
            <a:endParaRPr lang="en-US" altLang="zh-CN" dirty="0">
              <a:solidFill>
                <a:schemeClr val="tx1"/>
              </a:solidFill>
            </a:endParaRPr>
          </a:p>
          <a:p>
            <a:endParaRPr lang="zh-CN" altLang="en-US" dirty="0">
              <a:solidFill>
                <a:schemeClr val="tx1"/>
              </a:solidFill>
            </a:endParaRPr>
          </a:p>
        </p:txBody>
      </p:sp>
      <p:pic>
        <p:nvPicPr>
          <p:cNvPr id="3074" name="Picture 2" descr="F:\5\小标志\3D小人\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524390"/>
            <a:ext cx="2381250" cy="1790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915816" y="2875002"/>
            <a:ext cx="6336704" cy="1107996"/>
          </a:xfrm>
          <a:prstGeom prst="rect">
            <a:avLst/>
          </a:prstGeom>
          <a:noFill/>
        </p:spPr>
        <p:txBody>
          <a:bodyPr wrap="square" rtlCol="0">
            <a:spAutoFit/>
          </a:bodyPr>
          <a:lstStyle/>
          <a:p>
            <a:r>
              <a:rPr lang="zh-CN" altLang="en-US" sz="2200" dirty="0" smtClean="0">
                <a:latin typeface="华康俪金黑W8(P)" panose="020B0800000000000000" pitchFamily="34" charset="-122"/>
                <a:ea typeface="华康俪金黑W8(P)" panose="020B0800000000000000" pitchFamily="34" charset="-122"/>
              </a:rPr>
              <a:t>我们需要的不是相信的意志，而是探究的意志。</a:t>
            </a:r>
            <a:endParaRPr lang="en-US" altLang="zh-CN" sz="2200" dirty="0">
              <a:latin typeface="华康俪金黑W8(P)" panose="020B0800000000000000" pitchFamily="34" charset="-122"/>
              <a:ea typeface="华康俪金黑W8(P)" panose="020B0800000000000000" pitchFamily="34" charset="-122"/>
            </a:endParaRPr>
          </a:p>
          <a:p>
            <a:r>
              <a:rPr lang="en-US" altLang="zh-CN" sz="2200" dirty="0" smtClean="0">
                <a:latin typeface="微软雅黑" pitchFamily="34" charset="-122"/>
                <a:ea typeface="微软雅黑" pitchFamily="34" charset="-122"/>
              </a:rPr>
              <a:t>                                           </a:t>
            </a:r>
          </a:p>
          <a:p>
            <a:r>
              <a:rPr lang="en-US" altLang="zh-CN" sz="2200" dirty="0">
                <a:latin typeface="微软雅黑" pitchFamily="34" charset="-122"/>
                <a:ea typeface="微软雅黑" pitchFamily="34" charset="-122"/>
              </a:rPr>
              <a:t> </a:t>
            </a:r>
            <a:r>
              <a:rPr lang="en-US" altLang="zh-CN" sz="2200" dirty="0" smtClean="0">
                <a:latin typeface="微软雅黑" pitchFamily="34" charset="-122"/>
                <a:ea typeface="微软雅黑" pitchFamily="34" charset="-122"/>
              </a:rPr>
              <a:t>                                          </a:t>
            </a:r>
            <a:r>
              <a:rPr lang="en-US" altLang="zh-CN" sz="2200" dirty="0" smtClean="0">
                <a:latin typeface="华康俪金黑W8(P)" panose="020B0800000000000000" pitchFamily="34" charset="-122"/>
                <a:ea typeface="华康俪金黑W8(P)" panose="020B0800000000000000" pitchFamily="34" charset="-122"/>
              </a:rPr>
              <a:t>——</a:t>
            </a:r>
            <a:r>
              <a:rPr lang="zh-CN" altLang="en-US" sz="2200" dirty="0" smtClean="0">
                <a:latin typeface="华康俪金黑W8(P)" panose="020B0800000000000000" pitchFamily="34" charset="-122"/>
                <a:ea typeface="华康俪金黑W8(P)" panose="020B0800000000000000" pitchFamily="34" charset="-122"/>
              </a:rPr>
              <a:t>伯特兰</a:t>
            </a:r>
            <a:r>
              <a:rPr lang="en-US" altLang="zh-CN" sz="2200" dirty="0" smtClean="0">
                <a:latin typeface="华康俪金黑W8(P)" panose="020B0800000000000000" pitchFamily="34" charset="-122"/>
                <a:ea typeface="华康俪金黑W8(P)" panose="020B0800000000000000" pitchFamily="34" charset="-122"/>
              </a:rPr>
              <a:t>·</a:t>
            </a:r>
            <a:r>
              <a:rPr lang="zh-CN" altLang="en-US" sz="2200" dirty="0" smtClean="0">
                <a:latin typeface="华康俪金黑W8(P)" panose="020B0800000000000000" pitchFamily="34" charset="-122"/>
                <a:ea typeface="华康俪金黑W8(P)" panose="020B0800000000000000" pitchFamily="34" charset="-122"/>
              </a:rPr>
              <a:t>罗素</a:t>
            </a:r>
            <a:endParaRPr lang="zh-CN" altLang="en-US" sz="2200" dirty="0">
              <a:latin typeface="华康俪金黑W8(P)" panose="020B0800000000000000" pitchFamily="34" charset="-122"/>
              <a:ea typeface="华康俪金黑W8(P)" panose="020B0800000000000000" pitchFamily="34" charset="-122"/>
            </a:endParaRPr>
          </a:p>
        </p:txBody>
      </p:sp>
      <p:sp>
        <p:nvSpPr>
          <p:cNvPr id="10" name="矩形 9"/>
          <p:cNvSpPr/>
          <p:nvPr/>
        </p:nvSpPr>
        <p:spPr>
          <a:xfrm>
            <a:off x="3162440" y="5599923"/>
            <a:ext cx="3185487" cy="369332"/>
          </a:xfrm>
          <a:prstGeom prst="rect">
            <a:avLst/>
          </a:prstGeom>
        </p:spPr>
        <p:txBody>
          <a:bodyPr wrap="none">
            <a:spAutoFit/>
          </a:bodyPr>
          <a:lstStyle/>
          <a:p>
            <a:r>
              <a:rPr lang="en-US" altLang="zh-CN" b="1"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怪诞现象学</a:t>
            </a:r>
            <a:r>
              <a:rPr lang="en-US" altLang="zh-CN" b="1"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等你来品鉴！</a:t>
            </a:r>
            <a:endParaRPr lang="en-US" altLang="zh-CN" b="1" dirty="0">
              <a:latin typeface="微软雅黑" pitchFamily="34" charset="-122"/>
              <a:ea typeface="微软雅黑" pitchFamily="34" charset="-122"/>
            </a:endParaRPr>
          </a:p>
        </p:txBody>
      </p:sp>
      <p:sp>
        <p:nvSpPr>
          <p:cNvPr id="11" name="椭圆 10"/>
          <p:cNvSpPr/>
          <p:nvPr/>
        </p:nvSpPr>
        <p:spPr>
          <a:xfrm>
            <a:off x="4067944" y="6088650"/>
            <a:ext cx="317787" cy="294285"/>
          </a:xfrm>
          <a:prstGeom prst="ellipse">
            <a:avLst/>
          </a:prstGeom>
          <a:blipFill>
            <a:blip r:embed="rId3"/>
            <a:stretch>
              <a:fillRect l="-25000" r="-2500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499992" y="6088650"/>
            <a:ext cx="1217000" cy="338554"/>
          </a:xfrm>
          <a:prstGeom prst="rect">
            <a:avLst/>
          </a:prstGeom>
        </p:spPr>
        <p:txBody>
          <a:bodyPr wrap="none">
            <a:spAutoFit/>
          </a:bodyPr>
          <a:lstStyle/>
          <a:p>
            <a:r>
              <a:rPr lang="en-US" altLang="zh-CN" sz="1600" dirty="0" smtClean="0">
                <a:latin typeface="微软雅黑" pitchFamily="34" charset="-122"/>
                <a:ea typeface="微软雅黑" pitchFamily="34" charset="-122"/>
              </a:rPr>
              <a:t>@</a:t>
            </a:r>
            <a:r>
              <a:rPr lang="zh-CN" altLang="en-US" sz="1600" dirty="0" smtClean="0">
                <a:latin typeface="微软雅黑" pitchFamily="34" charset="-122"/>
                <a:ea typeface="微软雅黑" pitchFamily="34" charset="-122"/>
              </a:rPr>
              <a:t>后</a:t>
            </a:r>
            <a:r>
              <a:rPr lang="zh-CN" altLang="en-US" sz="1600" dirty="0">
                <a:latin typeface="微软雅黑" pitchFamily="34" charset="-122"/>
                <a:ea typeface="微软雅黑" pitchFamily="34" charset="-122"/>
              </a:rPr>
              <a:t>浪图书</a:t>
            </a:r>
          </a:p>
        </p:txBody>
      </p:sp>
    </p:spTree>
    <p:extLst>
      <p:ext uri="{BB962C8B-B14F-4D97-AF65-F5344CB8AC3E}">
        <p14:creationId xmlns:p14="http://schemas.microsoft.com/office/powerpoint/2010/main" val="9929372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899592" y="548680"/>
            <a:ext cx="75232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3200" dirty="0" smtClean="0">
                <a:latin typeface="华康俪金黑W8(P)" panose="020B0800000000000000" pitchFamily="34" charset="-122"/>
                <a:ea typeface="华康俪金黑W8(P)" panose="020B0800000000000000" pitchFamily="34" charset="-122"/>
              </a:rPr>
              <a:t>感谢 </a:t>
            </a:r>
            <a:r>
              <a:rPr lang="en-US" altLang="zh-CN" sz="3200" dirty="0" smtClean="0">
                <a:latin typeface="华康俪金黑W8(P)" panose="020B0800000000000000" pitchFamily="34" charset="-122"/>
                <a:ea typeface="华康俪金黑W8(P)" panose="020B0800000000000000" pitchFamily="34" charset="-122"/>
              </a:rPr>
              <a:t>@</a:t>
            </a:r>
            <a:r>
              <a:rPr lang="zh-CN" altLang="en-US" sz="3200" dirty="0" smtClean="0">
                <a:latin typeface="华康俪金黑W8(P)" panose="020B0800000000000000" pitchFamily="34" charset="-122"/>
                <a:ea typeface="华康俪金黑W8(P)" panose="020B0800000000000000" pitchFamily="34" charset="-122"/>
              </a:rPr>
              <a:t>秋叶 和 </a:t>
            </a:r>
            <a:r>
              <a:rPr lang="en-US" altLang="zh-CN" sz="3200" dirty="0" smtClean="0">
                <a:latin typeface="华康俪金黑W8(P)" panose="020B0800000000000000" pitchFamily="34" charset="-122"/>
                <a:ea typeface="华康俪金黑W8(P)" panose="020B0800000000000000" pitchFamily="34" charset="-122"/>
              </a:rPr>
              <a:t>@</a:t>
            </a:r>
            <a:r>
              <a:rPr lang="zh-CN" altLang="en-US" sz="3200" dirty="0">
                <a:latin typeface="华康俪金黑W8(P)" panose="020B0800000000000000" pitchFamily="34" charset="-122"/>
                <a:ea typeface="华康俪金黑W8(P)" panose="020B0800000000000000" pitchFamily="34" charset="-122"/>
              </a:rPr>
              <a:t>水</a:t>
            </a:r>
            <a:r>
              <a:rPr lang="zh-CN" altLang="en-US" sz="3200" dirty="0" smtClean="0">
                <a:latin typeface="华康俪金黑W8(P)" panose="020B0800000000000000" pitchFamily="34" charset="-122"/>
                <a:ea typeface="华康俪金黑W8(P)" panose="020B0800000000000000" pitchFamily="34" charset="-122"/>
              </a:rPr>
              <a:t>蓦 老师</a:t>
            </a:r>
            <a:r>
              <a:rPr lang="zh-CN" altLang="en-US" sz="3200" dirty="0">
                <a:latin typeface="华康俪金黑W8(P)" panose="020B0800000000000000" pitchFamily="34" charset="-122"/>
                <a:ea typeface="华康俪金黑W8(P)" panose="020B0800000000000000" pitchFamily="34" charset="-122"/>
              </a:rPr>
              <a:t>的细心指导！</a:t>
            </a:r>
          </a:p>
        </p:txBody>
      </p:sp>
      <p:sp>
        <p:nvSpPr>
          <p:cNvPr id="5" name="矩形 4"/>
          <p:cNvSpPr/>
          <p:nvPr/>
        </p:nvSpPr>
        <p:spPr>
          <a:xfrm>
            <a:off x="971600" y="1165104"/>
            <a:ext cx="7128792" cy="103656"/>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016820"/>
            <a:ext cx="3528393" cy="28083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8348" y="2032867"/>
            <a:ext cx="3564092" cy="27922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1678426" y="5603867"/>
            <a:ext cx="1453413" cy="432048"/>
          </a:xfrm>
          <a:prstGeom prst="rect">
            <a:avLst/>
          </a:prstGeom>
          <a:solidFill>
            <a:srgbClr val="FDE80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华康俪金黑W8(P)" panose="020B0800000000000000" pitchFamily="34" charset="-122"/>
                <a:ea typeface="华康俪金黑W8(P)" panose="020B0800000000000000" pitchFamily="34" charset="-122"/>
              </a:rPr>
              <a:t>修改前</a:t>
            </a:r>
            <a:endParaRPr lang="zh-CN" altLang="en-US" sz="2400" dirty="0">
              <a:solidFill>
                <a:schemeClr val="tx1"/>
              </a:solidFill>
              <a:latin typeface="华康俪金黑W8(P)" panose="020B0800000000000000" pitchFamily="34" charset="-122"/>
              <a:ea typeface="华康俪金黑W8(P)" panose="020B0800000000000000" pitchFamily="34" charset="-122"/>
            </a:endParaRPr>
          </a:p>
        </p:txBody>
      </p:sp>
      <p:sp>
        <p:nvSpPr>
          <p:cNvPr id="9" name="矩形 8"/>
          <p:cNvSpPr/>
          <p:nvPr/>
        </p:nvSpPr>
        <p:spPr>
          <a:xfrm>
            <a:off x="5940152" y="5603867"/>
            <a:ext cx="1512168" cy="432048"/>
          </a:xfrm>
          <a:prstGeom prst="rect">
            <a:avLst/>
          </a:prstGeom>
          <a:solidFill>
            <a:srgbClr val="FDE80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华康俪金黑W8(P)" panose="020B0800000000000000" pitchFamily="34" charset="-122"/>
                <a:ea typeface="华康俪金黑W8(P)" panose="020B0800000000000000" pitchFamily="34" charset="-122"/>
              </a:rPr>
              <a:t>修改后</a:t>
            </a:r>
            <a:endParaRPr lang="zh-CN" altLang="en-US" sz="2400" dirty="0">
              <a:solidFill>
                <a:schemeClr val="tx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4273856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899592" y="548680"/>
            <a:ext cx="75232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r>
              <a:rPr lang="zh-CN" altLang="en-US" sz="3200" dirty="0" smtClean="0">
                <a:latin typeface="华康俪金黑W8(P)" panose="020B0800000000000000" pitchFamily="34" charset="-122"/>
                <a:ea typeface="华康俪金黑W8(P)" panose="020B0800000000000000" pitchFamily="34" charset="-122"/>
              </a:rPr>
              <a:t>感谢 </a:t>
            </a:r>
            <a:r>
              <a:rPr lang="en-US" altLang="zh-CN" sz="3200" dirty="0" smtClean="0">
                <a:latin typeface="华康俪金黑W8(P)" panose="020B0800000000000000" pitchFamily="34" charset="-122"/>
                <a:ea typeface="华康俪金黑W8(P)" panose="020B0800000000000000" pitchFamily="34" charset="-122"/>
              </a:rPr>
              <a:t>@</a:t>
            </a:r>
            <a:r>
              <a:rPr lang="zh-CN" altLang="en-US" sz="3200" dirty="0" smtClean="0">
                <a:latin typeface="华康俪金黑W8(P)" panose="020B0800000000000000" pitchFamily="34" charset="-122"/>
                <a:ea typeface="华康俪金黑W8(P)" panose="020B0800000000000000" pitchFamily="34" charset="-122"/>
              </a:rPr>
              <a:t>秋叶 和 </a:t>
            </a:r>
            <a:r>
              <a:rPr lang="en-US" altLang="zh-CN" sz="3200" dirty="0" smtClean="0">
                <a:latin typeface="华康俪金黑W8(P)" panose="020B0800000000000000" pitchFamily="34" charset="-122"/>
                <a:ea typeface="华康俪金黑W8(P)" panose="020B0800000000000000" pitchFamily="34" charset="-122"/>
              </a:rPr>
              <a:t>@</a:t>
            </a:r>
            <a:r>
              <a:rPr lang="zh-CN" altLang="en-US" sz="3200" dirty="0">
                <a:latin typeface="华康俪金黑W8(P)" panose="020B0800000000000000" pitchFamily="34" charset="-122"/>
                <a:ea typeface="华康俪金黑W8(P)" panose="020B0800000000000000" pitchFamily="34" charset="-122"/>
              </a:rPr>
              <a:t>水</a:t>
            </a:r>
            <a:r>
              <a:rPr lang="zh-CN" altLang="en-US" sz="3200" dirty="0" smtClean="0">
                <a:latin typeface="华康俪金黑W8(P)" panose="020B0800000000000000" pitchFamily="34" charset="-122"/>
                <a:ea typeface="华康俪金黑W8(P)" panose="020B0800000000000000" pitchFamily="34" charset="-122"/>
              </a:rPr>
              <a:t>蓦 老师</a:t>
            </a:r>
            <a:r>
              <a:rPr lang="zh-CN" altLang="en-US" sz="3200" dirty="0">
                <a:latin typeface="华康俪金黑W8(P)" panose="020B0800000000000000" pitchFamily="34" charset="-122"/>
                <a:ea typeface="华康俪金黑W8(P)" panose="020B0800000000000000" pitchFamily="34" charset="-122"/>
              </a:rPr>
              <a:t>的细心指导！</a:t>
            </a:r>
          </a:p>
        </p:txBody>
      </p:sp>
      <p:sp>
        <p:nvSpPr>
          <p:cNvPr id="5" name="矩形 4"/>
          <p:cNvSpPr/>
          <p:nvPr/>
        </p:nvSpPr>
        <p:spPr>
          <a:xfrm>
            <a:off x="971600" y="1165104"/>
            <a:ext cx="7128792" cy="103656"/>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678426" y="5603867"/>
            <a:ext cx="1453413" cy="432048"/>
          </a:xfrm>
          <a:prstGeom prst="rect">
            <a:avLst/>
          </a:prstGeom>
          <a:solidFill>
            <a:srgbClr val="FDE80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华康俪金黑W8(P)" panose="020B0800000000000000" pitchFamily="34" charset="-122"/>
                <a:ea typeface="华康俪金黑W8(P)" panose="020B0800000000000000" pitchFamily="34" charset="-122"/>
              </a:rPr>
              <a:t>修改前</a:t>
            </a:r>
            <a:endParaRPr lang="zh-CN" altLang="en-US" sz="2400" dirty="0">
              <a:solidFill>
                <a:schemeClr val="tx1"/>
              </a:solidFill>
              <a:latin typeface="华康俪金黑W8(P)" panose="020B0800000000000000" pitchFamily="34" charset="-122"/>
              <a:ea typeface="华康俪金黑W8(P)" panose="020B0800000000000000" pitchFamily="34" charset="-122"/>
            </a:endParaRPr>
          </a:p>
        </p:txBody>
      </p:sp>
      <p:sp>
        <p:nvSpPr>
          <p:cNvPr id="13" name="矩形 12"/>
          <p:cNvSpPr/>
          <p:nvPr/>
        </p:nvSpPr>
        <p:spPr>
          <a:xfrm>
            <a:off x="5940152" y="5603867"/>
            <a:ext cx="1512168" cy="432048"/>
          </a:xfrm>
          <a:prstGeom prst="rect">
            <a:avLst/>
          </a:prstGeom>
          <a:solidFill>
            <a:srgbClr val="FDE80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chemeClr val="tx1"/>
                </a:solidFill>
                <a:latin typeface="华康俪金黑W8(P)" panose="020B0800000000000000" pitchFamily="34" charset="-122"/>
                <a:ea typeface="华康俪金黑W8(P)" panose="020B0800000000000000" pitchFamily="34" charset="-122"/>
              </a:rPr>
              <a:t>修改后</a:t>
            </a:r>
            <a:endParaRPr lang="zh-CN" altLang="en-US" sz="2400" dirty="0">
              <a:solidFill>
                <a:schemeClr val="tx1"/>
              </a:solidFill>
              <a:latin typeface="华康俪金黑W8(P)" panose="020B0800000000000000" pitchFamily="34" charset="-122"/>
              <a:ea typeface="华康俪金黑W8(P)" panose="020B0800000000000000" pitchFamily="34" charset="-122"/>
            </a:endParaRPr>
          </a:p>
        </p:txBody>
      </p:sp>
      <p:pic>
        <p:nvPicPr>
          <p:cNvPr id="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086" y="2016504"/>
            <a:ext cx="3564092" cy="27840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6198" y="2016504"/>
            <a:ext cx="3528394" cy="280862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2231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5" name="矩形 4"/>
          <p:cNvSpPr/>
          <p:nvPr/>
        </p:nvSpPr>
        <p:spPr>
          <a:xfrm>
            <a:off x="0" y="-99392"/>
            <a:ext cx="9187118" cy="6984776"/>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b="1" dirty="0">
              <a:solidFill>
                <a:srgbClr val="1C3A7E"/>
              </a:solidFill>
              <a:latin typeface="微软雅黑" pitchFamily="34" charset="-122"/>
              <a:ea typeface="微软雅黑" pitchFamily="34" charset="-122"/>
            </a:endParaRPr>
          </a:p>
        </p:txBody>
      </p:sp>
      <p:sp>
        <p:nvSpPr>
          <p:cNvPr id="4" name="椭圆 3"/>
          <p:cNvSpPr/>
          <p:nvPr/>
        </p:nvSpPr>
        <p:spPr>
          <a:xfrm>
            <a:off x="3851920" y="1628800"/>
            <a:ext cx="1317172" cy="1186543"/>
          </a:xfrm>
          <a:prstGeom prst="ellipse">
            <a:avLst/>
          </a:prstGeom>
          <a:blipFill>
            <a:blip r:embed="rId2"/>
            <a:stretch>
              <a:fillRect l="-25000" r="-2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853339" y="3861048"/>
            <a:ext cx="3480440" cy="1296144"/>
          </a:xfrm>
          <a:prstGeom prst="rect">
            <a:avLst/>
          </a:prstGeom>
          <a:solidFill>
            <a:srgbClr val="0399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b="1" dirty="0">
                <a:solidFill>
                  <a:schemeClr val="bg1">
                    <a:lumMod val="95000"/>
                  </a:schemeClr>
                </a:solidFill>
                <a:latin typeface="微软雅黑" pitchFamily="34" charset="-122"/>
                <a:ea typeface="微软雅黑" pitchFamily="34" charset="-122"/>
              </a:rPr>
              <a:t>《</a:t>
            </a:r>
            <a:r>
              <a:rPr lang="zh-CN" altLang="en-US" b="1" dirty="0">
                <a:solidFill>
                  <a:schemeClr val="bg1">
                    <a:lumMod val="95000"/>
                  </a:schemeClr>
                </a:solidFill>
                <a:latin typeface="微软雅黑" pitchFamily="34" charset="-122"/>
                <a:ea typeface="微软雅黑" pitchFamily="34" charset="-122"/>
              </a:rPr>
              <a:t>怪诞现象学</a:t>
            </a:r>
            <a:r>
              <a:rPr lang="en-US" altLang="zh-CN" b="1" dirty="0">
                <a:solidFill>
                  <a:schemeClr val="bg1">
                    <a:lumMod val="95000"/>
                  </a:schemeClr>
                </a:solidFill>
                <a:latin typeface="微软雅黑" pitchFamily="34" charset="-122"/>
                <a:ea typeface="微软雅黑" pitchFamily="34" charset="-122"/>
              </a:rPr>
              <a:t>》</a:t>
            </a:r>
            <a:r>
              <a:rPr lang="zh-CN" altLang="en-US" b="1" dirty="0">
                <a:solidFill>
                  <a:schemeClr val="bg1">
                    <a:lumMod val="95000"/>
                  </a:schemeClr>
                </a:solidFill>
                <a:latin typeface="微软雅黑" pitchFamily="34" charset="-122"/>
                <a:ea typeface="微软雅黑" pitchFamily="34" charset="-122"/>
              </a:rPr>
              <a:t>读书</a:t>
            </a:r>
            <a:r>
              <a:rPr lang="zh-CN" altLang="en-US" b="1" dirty="0" smtClean="0">
                <a:solidFill>
                  <a:schemeClr val="bg1">
                    <a:lumMod val="95000"/>
                  </a:schemeClr>
                </a:solidFill>
                <a:latin typeface="微软雅黑" pitchFamily="34" charset="-122"/>
                <a:ea typeface="微软雅黑" pitchFamily="34" charset="-122"/>
              </a:rPr>
              <a:t>笔记</a:t>
            </a:r>
            <a:endParaRPr lang="en-US" altLang="zh-CN" b="1" dirty="0">
              <a:solidFill>
                <a:schemeClr val="bg1">
                  <a:lumMod val="95000"/>
                </a:schemeClr>
              </a:solidFill>
              <a:latin typeface="微软雅黑" pitchFamily="34" charset="-122"/>
              <a:ea typeface="微软雅黑" pitchFamily="34" charset="-122"/>
            </a:endParaRPr>
          </a:p>
          <a:p>
            <a:pPr algn="ctr">
              <a:lnSpc>
                <a:spcPct val="150000"/>
              </a:lnSpc>
            </a:pPr>
            <a:r>
              <a:rPr lang="zh-CN" altLang="en-US" b="1" dirty="0" smtClean="0">
                <a:solidFill>
                  <a:schemeClr val="bg1">
                    <a:lumMod val="95000"/>
                  </a:schemeClr>
                </a:solidFill>
                <a:latin typeface="微软雅黑" pitchFamily="34" charset="-122"/>
                <a:ea typeface="微软雅黑" pitchFamily="34" charset="-122"/>
              </a:rPr>
              <a:t>知识</a:t>
            </a:r>
            <a:r>
              <a:rPr lang="zh-CN" altLang="en-US" b="1" dirty="0">
                <a:solidFill>
                  <a:schemeClr val="bg1">
                    <a:lumMod val="95000"/>
                  </a:schemeClr>
                </a:solidFill>
                <a:latin typeface="微软雅黑" pitchFamily="34" charset="-122"/>
                <a:ea typeface="微软雅黑" pitchFamily="34" charset="-122"/>
              </a:rPr>
              <a:t>分享：</a:t>
            </a:r>
            <a:r>
              <a:rPr lang="en-US" altLang="zh-CN" b="1" dirty="0">
                <a:solidFill>
                  <a:schemeClr val="bg1">
                    <a:lumMod val="95000"/>
                  </a:schemeClr>
                </a:solidFill>
                <a:latin typeface="微软雅黑" pitchFamily="34" charset="-122"/>
                <a:ea typeface="微软雅黑" pitchFamily="34" charset="-122"/>
              </a:rPr>
              <a:t>@vera5x</a:t>
            </a:r>
          </a:p>
          <a:p>
            <a:pPr algn="ctr">
              <a:lnSpc>
                <a:spcPct val="150000"/>
              </a:lnSpc>
            </a:pPr>
            <a:r>
              <a:rPr lang="zh-CN" altLang="en-US" b="1" dirty="0" smtClean="0">
                <a:solidFill>
                  <a:schemeClr val="bg1">
                    <a:lumMod val="95000"/>
                  </a:schemeClr>
                </a:solidFill>
                <a:latin typeface="微软雅黑" pitchFamily="34" charset="-122"/>
                <a:ea typeface="微软雅黑" pitchFamily="34" charset="-122"/>
              </a:rPr>
              <a:t>       设计</a:t>
            </a:r>
            <a:r>
              <a:rPr lang="zh-CN" altLang="en-US" b="1" dirty="0">
                <a:solidFill>
                  <a:schemeClr val="bg1">
                    <a:lumMod val="95000"/>
                  </a:schemeClr>
                </a:solidFill>
                <a:latin typeface="微软雅黑" pitchFamily="34" charset="-122"/>
                <a:ea typeface="微软雅黑" pitchFamily="34" charset="-122"/>
              </a:rPr>
              <a:t>指导：</a:t>
            </a:r>
            <a:r>
              <a:rPr lang="en-US" altLang="zh-CN" b="1" dirty="0">
                <a:solidFill>
                  <a:schemeClr val="bg1">
                    <a:lumMod val="95000"/>
                  </a:schemeClr>
                </a:solidFill>
                <a:latin typeface="微软雅黑" pitchFamily="34" charset="-122"/>
                <a:ea typeface="微软雅黑" pitchFamily="34" charset="-122"/>
              </a:rPr>
              <a:t>@</a:t>
            </a:r>
            <a:r>
              <a:rPr lang="zh-CN" altLang="en-US" b="1" dirty="0">
                <a:solidFill>
                  <a:schemeClr val="bg1">
                    <a:lumMod val="95000"/>
                  </a:schemeClr>
                </a:solidFill>
                <a:latin typeface="微软雅黑" pitchFamily="34" charset="-122"/>
                <a:ea typeface="微软雅黑" pitchFamily="34" charset="-122"/>
              </a:rPr>
              <a:t>秋叶 </a:t>
            </a:r>
            <a:r>
              <a:rPr lang="en-US" altLang="zh-CN" b="1" dirty="0" smtClean="0">
                <a:solidFill>
                  <a:schemeClr val="bg1">
                    <a:lumMod val="95000"/>
                  </a:schemeClr>
                </a:solidFill>
                <a:latin typeface="微软雅黑" pitchFamily="34" charset="-122"/>
                <a:ea typeface="微软雅黑" pitchFamily="34" charset="-122"/>
              </a:rPr>
              <a:t>@</a:t>
            </a:r>
            <a:r>
              <a:rPr lang="zh-CN" altLang="en-US" b="1" dirty="0" smtClean="0">
                <a:solidFill>
                  <a:schemeClr val="bg1">
                    <a:lumMod val="95000"/>
                  </a:schemeClr>
                </a:solidFill>
                <a:latin typeface="微软雅黑" pitchFamily="34" charset="-122"/>
                <a:ea typeface="微软雅黑" pitchFamily="34" charset="-122"/>
              </a:rPr>
              <a:t>水蓦</a:t>
            </a:r>
            <a:endParaRPr lang="en-US" altLang="zh-CN" b="1" dirty="0">
              <a:solidFill>
                <a:schemeClr val="bg1">
                  <a:lumMod val="9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7867831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86302" y="1474220"/>
            <a:ext cx="6171396" cy="341632"/>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1620" dirty="0">
                <a:solidFill>
                  <a:prstClr val="black"/>
                </a:solidFill>
                <a:latin typeface="微软雅黑" pitchFamily="34" charset="-122"/>
                <a:ea typeface="微软雅黑" pitchFamily="34" charset="-122"/>
              </a:rPr>
              <a:t>你也想免费得到出版社赠书做</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读书笔记？</a:t>
            </a:r>
          </a:p>
        </p:txBody>
      </p:sp>
      <p:sp>
        <p:nvSpPr>
          <p:cNvPr id="9" name="右箭头 8"/>
          <p:cNvSpPr/>
          <p:nvPr/>
        </p:nvSpPr>
        <p:spPr>
          <a:xfrm>
            <a:off x="3025975" y="2943656"/>
            <a:ext cx="97201" cy="18085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10" name="右箭头 9"/>
          <p:cNvSpPr/>
          <p:nvPr/>
        </p:nvSpPr>
        <p:spPr>
          <a:xfrm>
            <a:off x="4516248" y="2943656"/>
            <a:ext cx="97201" cy="18085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11" name="右箭头 10"/>
          <p:cNvSpPr/>
          <p:nvPr/>
        </p:nvSpPr>
        <p:spPr>
          <a:xfrm>
            <a:off x="6071461" y="2943656"/>
            <a:ext cx="97201" cy="180855"/>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15">
              <a:solidFill>
                <a:prstClr val="white"/>
              </a:solidFill>
            </a:endParaRPr>
          </a:p>
        </p:txBody>
      </p:sp>
      <p:sp>
        <p:nvSpPr>
          <p:cNvPr id="12" name="TextBox 11"/>
          <p:cNvSpPr txBox="1"/>
          <p:nvPr/>
        </p:nvSpPr>
        <p:spPr>
          <a:xfrm>
            <a:off x="1558774" y="3896366"/>
            <a:ext cx="6171396" cy="1488869"/>
          </a:xfrm>
          <a:prstGeom prst="rect">
            <a:avLst/>
          </a:prstGeom>
          <a:noFill/>
          <a:effectLst/>
        </p:spPr>
        <p:txBody>
          <a:bodyPr wrap="square" rtlCol="0" anchor="ctr">
            <a:spAutoFit/>
          </a:bodyPr>
          <a:lstStyle/>
          <a:p>
            <a:pPr>
              <a:spcBef>
                <a:spcPts val="1215"/>
              </a:spcBef>
            </a:pPr>
            <a:r>
              <a:rPr lang="zh-CN" altLang="en-US" sz="1215" dirty="0">
                <a:solidFill>
                  <a:prstClr val="black"/>
                </a:solidFill>
                <a:latin typeface="微软雅黑" pitchFamily="34" charset="-122"/>
                <a:ea typeface="微软雅黑" pitchFamily="34" charset="-122"/>
              </a:rPr>
              <a:t>  友情提示：马上就去新浪微博</a:t>
            </a:r>
            <a:endParaRPr lang="en-US" altLang="zh-CN" sz="1215" dirty="0">
              <a:solidFill>
                <a:prstClr val="black"/>
              </a:solidFill>
              <a:latin typeface="微软雅黑" pitchFamily="34" charset="-122"/>
              <a:ea typeface="微软雅黑" pitchFamily="34" charset="-122"/>
            </a:endParaRPr>
          </a:p>
          <a:p>
            <a:pPr>
              <a:spcBef>
                <a:spcPts val="1215"/>
              </a:spcBef>
            </a:pPr>
            <a:r>
              <a:rPr lang="en-US" altLang="zh-CN" sz="1215" dirty="0">
                <a:solidFill>
                  <a:prstClr val="black"/>
                </a:solidFill>
                <a:latin typeface="微软雅黑" pitchFamily="34" charset="-122"/>
                <a:ea typeface="微软雅黑" pitchFamily="34" charset="-122"/>
              </a:rPr>
              <a:t>  1</a:t>
            </a:r>
            <a:r>
              <a:rPr lang="zh-CN" altLang="en-US" sz="1215" dirty="0">
                <a:solidFill>
                  <a:prstClr val="black"/>
                </a:solidFill>
                <a:latin typeface="微软雅黑" pitchFamily="34" charset="-122"/>
                <a:ea typeface="微软雅黑" pitchFamily="34" charset="-122"/>
              </a:rPr>
              <a:t>、关注</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时间卡片  ，可以看到其它学员读书</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制作约定</a:t>
            </a:r>
            <a:endParaRPr lang="en-US" altLang="zh-CN" sz="1215" dirty="0">
              <a:solidFill>
                <a:prstClr val="black"/>
              </a:solidFill>
              <a:latin typeface="微软雅黑" pitchFamily="34" charset="-122"/>
              <a:ea typeface="微软雅黑" pitchFamily="34" charset="-122"/>
            </a:endParaRPr>
          </a:p>
          <a:p>
            <a:pPr>
              <a:spcBef>
                <a:spcPts val="810"/>
              </a:spcBef>
            </a:pPr>
            <a:r>
              <a:rPr lang="en-US" altLang="zh-CN" sz="1215" dirty="0">
                <a:solidFill>
                  <a:prstClr val="black"/>
                </a:solidFill>
                <a:latin typeface="微软雅黑" pitchFamily="34" charset="-122"/>
                <a:ea typeface="微软雅黑" pitchFamily="34" charset="-122"/>
              </a:rPr>
              <a:t>  2</a:t>
            </a:r>
            <a:r>
              <a:rPr lang="zh-CN" altLang="en-US" sz="1215" dirty="0">
                <a:solidFill>
                  <a:prstClr val="black"/>
                </a:solidFill>
                <a:latin typeface="微软雅黑" pitchFamily="34" charset="-122"/>
                <a:ea typeface="微软雅黑" pitchFamily="34" charset="-122"/>
              </a:rPr>
              <a:t>、关注</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读书笔记</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，可以看到其它学员已经提交的读书</a:t>
            </a:r>
            <a:r>
              <a:rPr lang="en-US" altLang="zh-CN" sz="1215" dirty="0">
                <a:solidFill>
                  <a:prstClr val="black"/>
                </a:solidFill>
                <a:latin typeface="微软雅黑" pitchFamily="34" charset="-122"/>
                <a:ea typeface="微软雅黑" pitchFamily="34" charset="-122"/>
              </a:rPr>
              <a:t>PPT</a:t>
            </a:r>
          </a:p>
          <a:p>
            <a:pPr>
              <a:spcBef>
                <a:spcPts val="810"/>
              </a:spcBef>
            </a:pPr>
            <a:r>
              <a:rPr lang="en-US" altLang="zh-CN" sz="1215" dirty="0">
                <a:solidFill>
                  <a:prstClr val="black"/>
                </a:solidFill>
                <a:latin typeface="微软雅黑" pitchFamily="34" charset="-122"/>
                <a:ea typeface="微软雅黑" pitchFamily="34" charset="-122"/>
              </a:rPr>
              <a:t>  3</a:t>
            </a:r>
            <a:r>
              <a:rPr lang="zh-CN" altLang="en-US" sz="1215" dirty="0">
                <a:solidFill>
                  <a:prstClr val="black"/>
                </a:solidFill>
                <a:latin typeface="微软雅黑" pitchFamily="34" charset="-122"/>
                <a:ea typeface="微软雅黑" pitchFamily="34" charset="-122"/>
              </a:rPr>
              <a:t>、搜</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和秋叶一起学</a:t>
            </a:r>
            <a:r>
              <a:rPr lang="en-US" altLang="zh-CN" sz="1215" dirty="0">
                <a:solidFill>
                  <a:prstClr val="black"/>
                </a:solidFill>
                <a:latin typeface="微软雅黑" pitchFamily="34" charset="-122"/>
                <a:ea typeface="微软雅黑" pitchFamily="34" charset="-122"/>
              </a:rPr>
              <a:t>PPT#</a:t>
            </a:r>
            <a:r>
              <a:rPr lang="zh-CN" altLang="en-US" sz="1215" dirty="0">
                <a:solidFill>
                  <a:prstClr val="black"/>
                </a:solidFill>
                <a:latin typeface="微软雅黑" pitchFamily="34" charset="-122"/>
                <a:ea typeface="微软雅黑" pitchFamily="34" charset="-122"/>
              </a:rPr>
              <a:t>标签，可以看到其它学员已经提交的作业</a:t>
            </a:r>
            <a:r>
              <a:rPr lang="en-US" altLang="zh-CN" sz="1215" dirty="0">
                <a:solidFill>
                  <a:prstClr val="black"/>
                </a:solidFill>
                <a:latin typeface="微软雅黑" pitchFamily="34" charset="-122"/>
                <a:ea typeface="微软雅黑" pitchFamily="34" charset="-122"/>
              </a:rPr>
              <a:t>PPT</a:t>
            </a:r>
          </a:p>
          <a:p>
            <a:pPr>
              <a:spcBef>
                <a:spcPts val="810"/>
              </a:spcBef>
            </a:pPr>
            <a:r>
              <a:rPr lang="en-US" altLang="zh-CN" sz="1215" dirty="0">
                <a:solidFill>
                  <a:prstClr val="black"/>
                </a:solidFill>
                <a:latin typeface="微软雅黑" pitchFamily="34" charset="-122"/>
                <a:ea typeface="微软雅黑" pitchFamily="34" charset="-122"/>
              </a:rPr>
              <a:t>  4</a:t>
            </a:r>
            <a:r>
              <a:rPr lang="zh-CN" altLang="en-US" sz="1215" dirty="0">
                <a:solidFill>
                  <a:prstClr val="black"/>
                </a:solidFill>
                <a:latin typeface="微软雅黑" pitchFamily="34" charset="-122"/>
                <a:ea typeface="微软雅黑" pitchFamily="34" charset="-122"/>
              </a:rPr>
              <a:t>、国内主流出版社都已经和</a:t>
            </a:r>
            <a:r>
              <a:rPr lang="en-US" altLang="zh-CN" sz="1215" dirty="0">
                <a:solidFill>
                  <a:prstClr val="black"/>
                </a:solidFill>
                <a:latin typeface="微软雅黑" pitchFamily="34" charset="-122"/>
                <a:ea typeface="微软雅黑" pitchFamily="34" charset="-122"/>
              </a:rPr>
              <a:t>@</a:t>
            </a:r>
            <a:r>
              <a:rPr lang="zh-CN" altLang="en-US" sz="1215"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1704577" y="4158007"/>
            <a:ext cx="573485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558774" y="2481293"/>
            <a:ext cx="1312212" cy="905311"/>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67913"/>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购买</a:t>
              </a:r>
              <a:r>
                <a:rPr lang="en-US" altLang="zh-CN" sz="1215" dirty="0">
                  <a:solidFill>
                    <a:prstClr val="white"/>
                  </a:solidFill>
                  <a:latin typeface="微软雅黑" pitchFamily="34" charset="-122"/>
                  <a:ea typeface="微软雅黑" pitchFamily="34" charset="-122"/>
                </a:rPr>
                <a:t>99</a:t>
              </a:r>
              <a:r>
                <a:rPr lang="zh-CN" altLang="en-US" sz="1215" dirty="0">
                  <a:solidFill>
                    <a:prstClr val="white"/>
                  </a:solidFill>
                  <a:latin typeface="微软雅黑" pitchFamily="34" charset="-122"/>
                  <a:ea typeface="微软雅黑" pitchFamily="34" charset="-122"/>
                </a:rPr>
                <a:t>元</a:t>
              </a:r>
              <a:endParaRPr lang="en-US" altLang="zh-CN" sz="1215" dirty="0">
                <a:solidFill>
                  <a:prstClr val="white"/>
                </a:solidFill>
                <a:latin typeface="微软雅黑" pitchFamily="34" charset="-122"/>
                <a:ea typeface="微软雅黑" pitchFamily="34" charset="-122"/>
              </a:endParaRPr>
            </a:p>
            <a:p>
              <a:pPr algn="ctr"/>
              <a:r>
                <a:rPr lang="zh-CN" altLang="en-US" sz="1215" dirty="0">
                  <a:solidFill>
                    <a:prstClr val="white"/>
                  </a:solidFill>
                  <a:latin typeface="微软雅黑" pitchFamily="34" charset="-122"/>
                  <a:ea typeface="微软雅黑" pitchFamily="34" charset="-122"/>
                </a:rPr>
                <a:t>网易云课堂</a:t>
              </a:r>
              <a:endParaRPr lang="en-US" altLang="zh-CN" sz="1215" dirty="0">
                <a:solidFill>
                  <a:prstClr val="white"/>
                </a:solidFill>
                <a:latin typeface="微软雅黑" pitchFamily="34" charset="-122"/>
                <a:ea typeface="微软雅黑" pitchFamily="34" charset="-122"/>
              </a:endParaRPr>
            </a:p>
            <a:p>
              <a:pPr algn="ctr"/>
              <a:r>
                <a:rPr lang="en-US" altLang="zh-CN" sz="1215" dirty="0">
                  <a:solidFill>
                    <a:prstClr val="white"/>
                  </a:solidFill>
                  <a:latin typeface="微软雅黑" pitchFamily="34" charset="-122"/>
                  <a:ea typeface="微软雅黑" pitchFamily="34" charset="-122"/>
                </a:rPr>
                <a:t>PPT</a:t>
              </a:r>
              <a:r>
                <a:rPr lang="zh-CN" altLang="en-US" sz="1215" dirty="0">
                  <a:solidFill>
                    <a:prstClr val="white"/>
                  </a:solidFill>
                  <a:latin typeface="微软雅黑" pitchFamily="34" charset="-122"/>
                  <a:ea typeface="微软雅黑" pitchFamily="34" charset="-122"/>
                </a:rPr>
                <a:t>在线课程</a:t>
              </a:r>
              <a:endParaRPr lang="en-US" altLang="zh-CN" sz="1215"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3093366" y="2481295"/>
            <a:ext cx="1312212" cy="1081437"/>
            <a:chOff x="107380" y="2024805"/>
            <a:chExt cx="1944270" cy="160233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22" name="矩形 21"/>
            <p:cNvSpPr/>
            <p:nvPr/>
          </p:nvSpPr>
          <p:spPr>
            <a:xfrm>
              <a:off x="323411" y="2382195"/>
              <a:ext cx="1728239" cy="1244946"/>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购买后去微博私信</a:t>
              </a:r>
              <a:r>
                <a:rPr lang="en-US" altLang="zh-CN" sz="1215" dirty="0">
                  <a:solidFill>
                    <a:prstClr val="white"/>
                  </a:solidFill>
                  <a:latin typeface="微软雅黑" pitchFamily="34" charset="-122"/>
                  <a:ea typeface="微软雅黑" pitchFamily="34" charset="-122"/>
                </a:rPr>
                <a:t>@</a:t>
              </a:r>
              <a:r>
                <a:rPr lang="zh-CN" altLang="en-US" sz="1215" dirty="0">
                  <a:solidFill>
                    <a:prstClr val="white"/>
                  </a:solidFill>
                  <a:latin typeface="微软雅黑" pitchFamily="34" charset="-122"/>
                  <a:ea typeface="微软雅黑" pitchFamily="34" charset="-122"/>
                </a:rPr>
                <a:t>秋叶</a:t>
              </a:r>
              <a:endParaRPr lang="en-US" altLang="zh-CN" sz="1215" dirty="0">
                <a:solidFill>
                  <a:prstClr val="white"/>
                </a:solidFill>
                <a:latin typeface="微软雅黑" pitchFamily="34" charset="-122"/>
                <a:ea typeface="微软雅黑" pitchFamily="34" charset="-122"/>
              </a:endParaRPr>
            </a:p>
            <a:p>
              <a:pPr algn="ctr"/>
              <a:r>
                <a:rPr lang="zh-CN" altLang="en-US" sz="1215" dirty="0">
                  <a:solidFill>
                    <a:prstClr val="white"/>
                  </a:solidFill>
                  <a:latin typeface="微软雅黑" pitchFamily="34" charset="-122"/>
                  <a:ea typeface="微软雅黑" pitchFamily="34" charset="-122"/>
                </a:rPr>
                <a:t>要福利</a:t>
              </a:r>
              <a:r>
                <a:rPr lang="en-US" altLang="zh-CN" sz="1215" dirty="0">
                  <a:solidFill>
                    <a:prstClr val="white"/>
                  </a:solidFill>
                  <a:latin typeface="微软雅黑" pitchFamily="34" charset="-122"/>
                  <a:ea typeface="微软雅黑" pitchFamily="34" charset="-122"/>
                </a:rPr>
                <a:t>QQ</a:t>
              </a:r>
              <a:r>
                <a:rPr lang="zh-CN" altLang="en-US" sz="1215" dirty="0">
                  <a:solidFill>
                    <a:prstClr val="white"/>
                  </a:solidFill>
                  <a:latin typeface="微软雅黑" pitchFamily="34" charset="-122"/>
                  <a:ea typeface="微软雅黑" pitchFamily="34" charset="-122"/>
                </a:rPr>
                <a:t>群号</a:t>
              </a:r>
              <a:endParaRPr lang="en-US" altLang="zh-CN" sz="1215"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4602825" y="2481293"/>
            <a:ext cx="1312212" cy="905311"/>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67913"/>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新浪微博晒作业被老师肯定奖励内部选书</a:t>
              </a:r>
              <a:endParaRPr lang="en-US" altLang="zh-CN" sz="1215"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6120059" y="2481293"/>
            <a:ext cx="1312212" cy="905311"/>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215">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67913"/>
            </a:xfrm>
            <a:prstGeom prst="rect">
              <a:avLst/>
            </a:prstGeom>
          </p:spPr>
          <p:txBody>
            <a:bodyPr wrap="square">
              <a:spAutoFit/>
            </a:bodyPr>
            <a:lstStyle/>
            <a:p>
              <a:pPr algn="ctr"/>
              <a:r>
                <a:rPr lang="zh-CN" altLang="en-US" sz="1215" dirty="0">
                  <a:solidFill>
                    <a:prstClr val="white"/>
                  </a:solidFill>
                  <a:latin typeface="微软雅黑" pitchFamily="34" charset="-122"/>
                  <a:ea typeface="微软雅黑" pitchFamily="34" charset="-122"/>
                </a:rPr>
                <a:t>出版社寄书到后约</a:t>
              </a:r>
              <a:r>
                <a:rPr lang="en-US" altLang="zh-CN" sz="1215" dirty="0">
                  <a:solidFill>
                    <a:prstClr val="white"/>
                  </a:solidFill>
                  <a:latin typeface="微软雅黑" pitchFamily="34" charset="-122"/>
                  <a:ea typeface="微软雅黑" pitchFamily="34" charset="-122"/>
                </a:rPr>
                <a:t>@</a:t>
              </a:r>
              <a:r>
                <a:rPr lang="zh-CN" altLang="en-US" sz="1215" dirty="0">
                  <a:solidFill>
                    <a:prstClr val="white"/>
                  </a:solidFill>
                  <a:latin typeface="微软雅黑" pitchFamily="34" charset="-122"/>
                  <a:ea typeface="微软雅黑" pitchFamily="34" charset="-122"/>
                </a:rPr>
                <a:t>时间卡片 晒读书</a:t>
              </a:r>
              <a:r>
                <a:rPr lang="en-US" altLang="zh-CN" sz="1215"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413842"/>
            </a:xfrm>
            <a:prstGeom prst="rect">
              <a:avLst/>
            </a:prstGeom>
          </p:spPr>
          <p:txBody>
            <a:bodyPr wrap="square">
              <a:spAutoFit/>
            </a:bodyPr>
            <a:lstStyle/>
            <a:p>
              <a:pPr algn="ctr"/>
              <a:r>
                <a:rPr lang="en-US" altLang="zh-CN" sz="1215"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2142128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88989" y="3866394"/>
            <a:ext cx="6188273" cy="1084816"/>
            <a:chOff x="0" y="3359571"/>
            <a:chExt cx="9169004" cy="1607344"/>
          </a:xfrm>
        </p:grpSpPr>
        <p:sp>
          <p:nvSpPr>
            <p:cNvPr id="5" name="矩形 4"/>
            <p:cNvSpPr/>
            <p:nvPr/>
          </p:nvSpPr>
          <p:spPr>
            <a:xfrm>
              <a:off x="1245140" y="3973769"/>
              <a:ext cx="4572000" cy="567751"/>
            </a:xfrm>
            <a:prstGeom prst="rect">
              <a:avLst/>
            </a:prstGeom>
          </p:spPr>
          <p:txBody>
            <a:bodyPr>
              <a:spAutoFit/>
            </a:bodyPr>
            <a:lstStyle/>
            <a:p>
              <a:pPr defTabSz="62086">
                <a:defRPr/>
              </a:pPr>
              <a:r>
                <a:rPr lang="en-US" altLang="zh-CN" sz="945" kern="0" dirty="0">
                  <a:solidFill>
                    <a:prstClr val="black"/>
                  </a:solidFill>
                </a:rPr>
                <a:t/>
              </a:r>
              <a:br>
                <a:rPr lang="en-US" altLang="zh-CN" sz="945" kern="0" dirty="0">
                  <a:solidFill>
                    <a:prstClr val="black"/>
                  </a:solidFill>
                </a:rPr>
              </a:br>
              <a:endParaRPr lang="en-US" altLang="zh-CN" sz="945"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462857" fontAlgn="base">
                <a:spcBef>
                  <a:spcPct val="0"/>
                </a:spcBef>
                <a:spcAft>
                  <a:spcPct val="0"/>
                </a:spcAft>
                <a:defRPr/>
              </a:pPr>
              <a:endParaRPr lang="zh-CN" altLang="en-US" sz="912"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9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fontAlgn="base">
                <a:lnSpc>
                  <a:spcPct val="100000"/>
                </a:lnSpc>
                <a:spcBef>
                  <a:spcPct val="0"/>
                </a:spcBef>
                <a:spcAft>
                  <a:spcPct val="0"/>
                </a:spcAft>
                <a:buFont typeface="Arial" panose="020B0604020202020204" pitchFamily="34" charset="0"/>
                <a:buNone/>
                <a:defRPr/>
              </a:pPr>
              <a:r>
                <a:rPr lang="zh-CN" altLang="en-US" sz="2025"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04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91670" cy="95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fontAlgn="base">
                <a:lnSpc>
                  <a:spcPct val="100000"/>
                </a:lnSpc>
                <a:spcBef>
                  <a:spcPct val="0"/>
                </a:spcBef>
                <a:spcAft>
                  <a:spcPct val="0"/>
                </a:spcAft>
                <a:buFont typeface="Arial" panose="020B0604020202020204" pitchFamily="34" charset="0"/>
                <a:buNone/>
                <a:defRPr/>
              </a:pPr>
              <a:r>
                <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62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038"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62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62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462857" fontAlgn="base">
                <a:lnSpc>
                  <a:spcPct val="100000"/>
                </a:lnSpc>
                <a:spcBef>
                  <a:spcPct val="0"/>
                </a:spcBef>
                <a:spcAft>
                  <a:spcPct val="0"/>
                </a:spcAft>
                <a:buFont typeface="Arial" panose="020B0604020202020204" pitchFamily="34" charset="0"/>
                <a:buNone/>
                <a:defRPr/>
              </a:pPr>
              <a:endParaRPr lang="zh-CN" altLang="en-US" sz="532"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grpSp>
        <p:sp>
          <p:nvSpPr>
            <p:cNvPr id="12" name="文本框 11"/>
            <p:cNvSpPr txBox="1">
              <a:spLocks noChangeArrowheads="1"/>
            </p:cNvSpPr>
            <p:nvPr/>
          </p:nvSpPr>
          <p:spPr bwMode="auto">
            <a:xfrm>
              <a:off x="5229222" y="4188246"/>
              <a:ext cx="1787129" cy="46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eaLnBrk="0" fontAlgn="base" hangingPunct="0">
                <a:lnSpc>
                  <a:spcPct val="100000"/>
                </a:lnSpc>
                <a:spcBef>
                  <a:spcPct val="0"/>
                </a:spcBef>
                <a:spcAft>
                  <a:spcPct val="0"/>
                </a:spcAft>
                <a:buFont typeface="Arial" panose="020B0604020202020204" pitchFamily="34" charset="0"/>
                <a:buNone/>
                <a:defRPr/>
              </a:pPr>
              <a:r>
                <a:rPr lang="zh-CN" altLang="en-US" sz="1418" kern="0" dirty="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710" kern="0">
                  <a:solidFill>
                    <a:prstClr val="white"/>
                  </a:solidFill>
                </a:endParaRPr>
              </a:p>
            </p:txBody>
          </p:sp>
        </p:grpSp>
        <p:sp>
          <p:nvSpPr>
            <p:cNvPr id="15" name="文本框 14"/>
            <p:cNvSpPr txBox="1">
              <a:spLocks noChangeArrowheads="1"/>
            </p:cNvSpPr>
            <p:nvPr/>
          </p:nvSpPr>
          <p:spPr bwMode="auto">
            <a:xfrm>
              <a:off x="7008019" y="4183483"/>
              <a:ext cx="757239" cy="78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eaLnBrk="0" fontAlgn="base" hangingPunct="0">
                <a:lnSpc>
                  <a:spcPct val="100000"/>
                </a:lnSpc>
                <a:spcBef>
                  <a:spcPct val="0"/>
                </a:spcBef>
                <a:spcAft>
                  <a:spcPct val="0"/>
                </a:spcAft>
                <a:buFont typeface="Arial" panose="020B0604020202020204" pitchFamily="34" charset="0"/>
                <a:buNone/>
                <a:defRPr/>
              </a:pPr>
              <a:r>
                <a:rPr lang="zh-CN" altLang="en-US" sz="1418"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912"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462857" eaLnBrk="0" fontAlgn="base" hangingPunct="0">
                  <a:spcBef>
                    <a:spcPct val="0"/>
                  </a:spcBef>
                  <a:spcAft>
                    <a:spcPct val="0"/>
                  </a:spcAft>
                  <a:defRPr/>
                </a:pPr>
                <a:endParaRPr lang="zh-CN" altLang="en-US" sz="912"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59396" cy="36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62857" fontAlgn="base">
                <a:lnSpc>
                  <a:spcPct val="100000"/>
                </a:lnSpc>
                <a:spcBef>
                  <a:spcPct val="0"/>
                </a:spcBef>
                <a:spcAft>
                  <a:spcPct val="0"/>
                </a:spcAft>
                <a:buFont typeface="Arial" panose="020B0604020202020204" pitchFamily="34" charset="0"/>
                <a:buNone/>
                <a:defRPr/>
              </a:pPr>
              <a:r>
                <a:rPr lang="zh-CN" altLang="en-US" sz="1013"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2409260" y="1728034"/>
            <a:ext cx="4325484" cy="1976438"/>
          </a:xfrm>
          <a:prstGeom prst="rect">
            <a:avLst/>
          </a:prstGeom>
          <a:noFill/>
        </p:spPr>
        <p:txBody>
          <a:bodyPr wrap="square" rtlCol="0">
            <a:spAutoFit/>
          </a:bodyPr>
          <a:lstStyle/>
          <a:p>
            <a:pPr algn="ctr"/>
            <a:r>
              <a:rPr lang="en-US" altLang="zh-CN" sz="2430" b="1" dirty="0">
                <a:solidFill>
                  <a:srgbClr val="E50515"/>
                </a:solidFill>
                <a:latin typeface="微软雅黑" panose="020B0503020204020204" pitchFamily="34" charset="-122"/>
                <a:ea typeface="微软雅黑" panose="020B0503020204020204" pitchFamily="34" charset="-122"/>
              </a:rPr>
              <a:t>#</a:t>
            </a:r>
            <a:r>
              <a:rPr lang="zh-CN" altLang="en-US" sz="2430" b="1" dirty="0">
                <a:solidFill>
                  <a:srgbClr val="E50515"/>
                </a:solidFill>
                <a:latin typeface="微软雅黑" panose="020B0503020204020204" pitchFamily="34" charset="-122"/>
                <a:ea typeface="微软雅黑" panose="020B0503020204020204" pitchFamily="34" charset="-122"/>
              </a:rPr>
              <a:t>和秋叶一起学</a:t>
            </a:r>
            <a:r>
              <a:rPr lang="en-US" altLang="zh-CN" sz="2430" b="1" dirty="0">
                <a:solidFill>
                  <a:srgbClr val="E50515"/>
                </a:solidFill>
                <a:latin typeface="微软雅黑" panose="020B0503020204020204" pitchFamily="34" charset="-122"/>
                <a:ea typeface="微软雅黑" panose="020B0503020204020204" pitchFamily="34" charset="-122"/>
              </a:rPr>
              <a:t>PPT#</a:t>
            </a:r>
          </a:p>
          <a:p>
            <a:pPr algn="ctr">
              <a:spcBef>
                <a:spcPts val="2025"/>
              </a:spcBef>
            </a:pPr>
            <a:r>
              <a:rPr lang="zh-CN" altLang="en-US" sz="2970" b="1" dirty="0">
                <a:solidFill>
                  <a:prstClr val="black"/>
                </a:solidFill>
                <a:latin typeface="微软雅黑" panose="020B0503020204020204" pitchFamily="34" charset="-122"/>
                <a:ea typeface="微软雅黑" panose="020B0503020204020204" pitchFamily="34" charset="-122"/>
              </a:rPr>
              <a:t>学员寒假读书笔记</a:t>
            </a:r>
            <a:r>
              <a:rPr lang="en-US" altLang="zh-CN" sz="2970" b="1" dirty="0" smtClean="0">
                <a:solidFill>
                  <a:prstClr val="black"/>
                </a:solidFill>
                <a:latin typeface="微软雅黑" panose="020B0503020204020204" pitchFamily="34" charset="-122"/>
                <a:ea typeface="微软雅黑" panose="020B0503020204020204" pitchFamily="34" charset="-122"/>
              </a:rPr>
              <a:t>077</a:t>
            </a:r>
            <a:r>
              <a:rPr lang="zh-CN" altLang="en-US" sz="2970" b="1" dirty="0" smtClean="0">
                <a:solidFill>
                  <a:prstClr val="black"/>
                </a:solidFill>
                <a:latin typeface="微软雅黑" panose="020B0503020204020204" pitchFamily="34" charset="-122"/>
                <a:ea typeface="微软雅黑" panose="020B0503020204020204" pitchFamily="34" charset="-122"/>
              </a:rPr>
              <a:t>号</a:t>
            </a:r>
            <a:endParaRPr lang="en-US" altLang="zh-CN" sz="2970" b="1" dirty="0">
              <a:solidFill>
                <a:prstClr val="black"/>
              </a:solidFill>
              <a:latin typeface="微软雅黑" panose="020B0503020204020204" pitchFamily="34" charset="-122"/>
              <a:ea typeface="微软雅黑" panose="020B0503020204020204" pitchFamily="34" charset="-122"/>
            </a:endParaRPr>
          </a:p>
          <a:p>
            <a:pPr algn="ctr">
              <a:spcBef>
                <a:spcPts val="2025"/>
              </a:spcBef>
            </a:pPr>
            <a:r>
              <a:rPr lang="zh-CN" altLang="en-US" sz="1890" b="1" dirty="0">
                <a:solidFill>
                  <a:prstClr val="black"/>
                </a:solidFill>
                <a:latin typeface="微软雅黑" panose="020B0503020204020204" pitchFamily="34" charset="-122"/>
                <a:ea typeface="微软雅黑" panose="020B0503020204020204" pitchFamily="34" charset="-122"/>
              </a:rPr>
              <a:t>你也想做？请马上</a:t>
            </a:r>
            <a:r>
              <a:rPr lang="en-US" altLang="zh-CN" sz="1890" b="1" dirty="0">
                <a:solidFill>
                  <a:prstClr val="black"/>
                </a:solidFill>
                <a:latin typeface="微软雅黑" panose="020B0503020204020204" pitchFamily="34" charset="-122"/>
                <a:ea typeface="微软雅黑" panose="020B0503020204020204" pitchFamily="34" charset="-122"/>
              </a:rPr>
              <a:t>@</a:t>
            </a:r>
            <a:r>
              <a:rPr lang="zh-CN" altLang="en-US" sz="1890" b="1" dirty="0">
                <a:solidFill>
                  <a:prstClr val="black"/>
                </a:solidFill>
                <a:latin typeface="微软雅黑" panose="020B0503020204020204" pitchFamily="34" charset="-122"/>
                <a:ea typeface="微软雅黑" panose="020B0503020204020204" pitchFamily="34" charset="-122"/>
              </a:rPr>
              <a:t>时间卡片 约定</a:t>
            </a:r>
            <a:endParaRPr lang="en-US" altLang="zh-CN" sz="1890" b="1" dirty="0">
              <a:solidFill>
                <a:prstClr val="black"/>
              </a:solidFill>
              <a:latin typeface="微软雅黑" panose="020B0503020204020204" pitchFamily="34" charset="-122"/>
              <a:ea typeface="微软雅黑" panose="020B0503020204020204" pitchFamily="34" charset="-122"/>
            </a:endParaRPr>
          </a:p>
          <a:p>
            <a:pPr algn="ctr"/>
            <a:r>
              <a:rPr lang="zh-CN" altLang="en-US" sz="162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620" b="1" dirty="0">
                <a:solidFill>
                  <a:prstClr val="black"/>
                </a:solidFill>
                <a:latin typeface="微软雅黑" panose="020B0503020204020204" pitchFamily="34" charset="-122"/>
                <a:ea typeface="微软雅黑" panose="020B0503020204020204" pitchFamily="34" charset="-122"/>
              </a:rPr>
              <a:t>PPT</a:t>
            </a:r>
            <a:r>
              <a:rPr lang="zh-CN" altLang="en-US" sz="162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0158213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966</TotalTime>
  <Words>1192</Words>
  <Application>Microsoft Office PowerPoint</Application>
  <PresentationFormat>全屏显示(4:3)</PresentationFormat>
  <Paragraphs>204</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20</vt:i4>
      </vt:variant>
    </vt:vector>
  </HeadingPairs>
  <TitlesOfParts>
    <vt:vector size="33" baseType="lpstr">
      <vt:lpstr>华康俪金黑W8(P)</vt:lpstr>
      <vt:lpstr>方正正中黑简体</vt:lpstr>
      <vt:lpstr>华康俪金黑W8</vt:lpstr>
      <vt:lpstr>微软雅黑</vt:lpstr>
      <vt:lpstr>Arial</vt:lpstr>
      <vt:lpstr>方正大黑简体</vt:lpstr>
      <vt:lpstr>宋体</vt:lpstr>
      <vt:lpstr>华文琥珀</vt:lpstr>
      <vt:lpstr>Calibri</vt:lpstr>
      <vt:lpstr>方正正黑简体</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小巴</cp:lastModifiedBy>
  <cp:revision>252</cp:revision>
  <dcterms:modified xsi:type="dcterms:W3CDTF">2014-04-08T16:12:02Z</dcterms:modified>
</cp:coreProperties>
</file>