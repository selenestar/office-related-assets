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15.jp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38"/>
  </p:notesMasterIdLst>
  <p:sldIdLst>
    <p:sldId id="300" r:id="rId3"/>
    <p:sldId id="304" r:id="rId4"/>
    <p:sldId id="305" r:id="rId5"/>
    <p:sldId id="285" r:id="rId6"/>
    <p:sldId id="291" r:id="rId7"/>
    <p:sldId id="261" r:id="rId8"/>
    <p:sldId id="263" r:id="rId9"/>
    <p:sldId id="262" r:id="rId10"/>
    <p:sldId id="277" r:id="rId11"/>
    <p:sldId id="278" r:id="rId12"/>
    <p:sldId id="281" r:id="rId13"/>
    <p:sldId id="265" r:id="rId14"/>
    <p:sldId id="266" r:id="rId15"/>
    <p:sldId id="267" r:id="rId16"/>
    <p:sldId id="297" r:id="rId17"/>
    <p:sldId id="269" r:id="rId18"/>
    <p:sldId id="303" r:id="rId19"/>
    <p:sldId id="271" r:id="rId20"/>
    <p:sldId id="272" r:id="rId21"/>
    <p:sldId id="273" r:id="rId22"/>
    <p:sldId id="274" r:id="rId23"/>
    <p:sldId id="275" r:id="rId24"/>
    <p:sldId id="302" r:id="rId25"/>
    <p:sldId id="264" r:id="rId26"/>
    <p:sldId id="298" r:id="rId27"/>
    <p:sldId id="295" r:id="rId28"/>
    <p:sldId id="287" r:id="rId29"/>
    <p:sldId id="289" r:id="rId30"/>
    <p:sldId id="296" r:id="rId31"/>
    <p:sldId id="290" r:id="rId32"/>
    <p:sldId id="292" r:id="rId33"/>
    <p:sldId id="293" r:id="rId34"/>
    <p:sldId id="286" r:id="rId35"/>
    <p:sldId id="306" r:id="rId36"/>
    <p:sldId id="307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890" userDrawn="1">
          <p15:clr>
            <a:srgbClr val="A4A3A4"/>
          </p15:clr>
        </p15:guide>
        <p15:guide id="3" pos="5768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E49"/>
    <a:srgbClr val="944AC2"/>
    <a:srgbClr val="B17CD2"/>
    <a:srgbClr val="652D86"/>
    <a:srgbClr val="A86ED4"/>
    <a:srgbClr val="FDC72F"/>
    <a:srgbClr val="BF8F77"/>
    <a:srgbClr val="FCC428"/>
    <a:srgbClr val="FF7B21"/>
    <a:srgbClr val="FDDB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94424" autoAdjust="0"/>
  </p:normalViewPr>
  <p:slideViewPr>
    <p:cSldViewPr snapToGrid="0">
      <p:cViewPr varScale="1">
        <p:scale>
          <a:sx n="70" d="100"/>
          <a:sy n="70" d="100"/>
        </p:scale>
        <p:origin x="732" y="66"/>
      </p:cViewPr>
      <p:guideLst>
        <p:guide pos="1890"/>
        <p:guide pos="5768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ABB67C-30BA-4D43-B4A0-A965AF188BAA}" type="datetimeFigureOut">
              <a:rPr lang="zh-CN" altLang="en-US" smtClean="0"/>
              <a:t>2014/4/8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80BFB-FB90-4DC5-B61B-78F2B0378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816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080BFB-FB90-4DC5-B61B-78F2B03780C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163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080BFB-FB90-4DC5-B61B-78F2B03780C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495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080BFB-FB90-4DC5-B61B-78F2B03780C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894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D2527-69EE-4985-BCC7-4ECCBE859E43}" type="slidenum">
              <a:rPr lang="zh-CN" altLang="zh-C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52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609CD-C352-4F48-822A-BFFBC1790961}" type="slidenum">
              <a:rPr lang="zh-CN" altLang="zh-C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542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FDDF14-AADC-4DB1-B566-B1D31B78F1D2}" type="slidenum">
              <a:rPr lang="zh-CN" altLang="zh-C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92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7A4D-7C23-4A5D-8BD9-384DB2614059}" type="slidenum">
              <a:rPr lang="zh-CN" altLang="zh-C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053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E1040-65F7-49B7-B2D7-83F94D9CC89E}" type="slidenum">
              <a:rPr lang="zh-CN" altLang="zh-C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158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7EC15F-36A3-48AF-9127-E5D64FE9BC8D}" type="slidenum">
              <a:rPr lang="zh-CN" altLang="zh-C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90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1BE3D-C6EF-48EE-AF3D-8F4E316EDEAE}" type="slidenum">
              <a:rPr lang="zh-CN" altLang="zh-C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80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6A3978-CC8A-4FBF-93F0-2D9A9A22E0B5}" type="slidenum">
              <a:rPr lang="zh-CN" altLang="zh-C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798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2447D-3D53-48AF-BB59-62A51F33FD61}" type="slidenum">
              <a:rPr lang="zh-CN" altLang="zh-C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097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4768FA-C753-43B9-9872-38DDC876A16D}" type="slidenum">
              <a:rPr lang="zh-CN" altLang="zh-C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23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D5A28-7885-4C8B-B59D-7C6A237A4253}" type="slidenum">
              <a:rPr lang="zh-CN" altLang="zh-C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862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604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182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314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159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465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6760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7309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4781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824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8891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216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0AC087F-9EA6-4428-8B1C-31A12DB56AD4}" type="slidenum">
              <a:rPr lang="zh-CN" altLang="zh-CN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20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45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A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流程图: 手动输入 2"/>
          <p:cNvSpPr/>
          <p:nvPr/>
        </p:nvSpPr>
        <p:spPr>
          <a:xfrm rot="16200000">
            <a:off x="6919053" y="1586428"/>
            <a:ext cx="6859374" cy="3686519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341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3411 h 10000"/>
              <a:gd name="connsiteX0" fmla="*/ 0 w 10000"/>
              <a:gd name="connsiteY0" fmla="*/ 6395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6395 h 10000"/>
              <a:gd name="connsiteX0" fmla="*/ 0 w 10000"/>
              <a:gd name="connsiteY0" fmla="*/ 4647 h 8252"/>
              <a:gd name="connsiteX1" fmla="*/ 9979 w 10000"/>
              <a:gd name="connsiteY1" fmla="*/ 0 h 8252"/>
              <a:gd name="connsiteX2" fmla="*/ 10000 w 10000"/>
              <a:gd name="connsiteY2" fmla="*/ 8252 h 8252"/>
              <a:gd name="connsiteX3" fmla="*/ 0 w 10000"/>
              <a:gd name="connsiteY3" fmla="*/ 8252 h 8252"/>
              <a:gd name="connsiteX4" fmla="*/ 0 w 10000"/>
              <a:gd name="connsiteY4" fmla="*/ 4647 h 8252"/>
              <a:gd name="connsiteX0" fmla="*/ 0 w 10042"/>
              <a:gd name="connsiteY0" fmla="*/ 5631 h 10000"/>
              <a:gd name="connsiteX1" fmla="*/ 10042 w 10042"/>
              <a:gd name="connsiteY1" fmla="*/ 0 h 10000"/>
              <a:gd name="connsiteX2" fmla="*/ 10000 w 10042"/>
              <a:gd name="connsiteY2" fmla="*/ 10000 h 10000"/>
              <a:gd name="connsiteX3" fmla="*/ 0 w 10042"/>
              <a:gd name="connsiteY3" fmla="*/ 10000 h 10000"/>
              <a:gd name="connsiteX4" fmla="*/ 0 w 10042"/>
              <a:gd name="connsiteY4" fmla="*/ 5631 h 10000"/>
              <a:gd name="connsiteX0" fmla="*/ 0 w 10002"/>
              <a:gd name="connsiteY0" fmla="*/ 5592 h 9961"/>
              <a:gd name="connsiteX1" fmla="*/ 10000 w 10002"/>
              <a:gd name="connsiteY1" fmla="*/ 0 h 9961"/>
              <a:gd name="connsiteX2" fmla="*/ 10000 w 10002"/>
              <a:gd name="connsiteY2" fmla="*/ 9961 h 9961"/>
              <a:gd name="connsiteX3" fmla="*/ 0 w 10002"/>
              <a:gd name="connsiteY3" fmla="*/ 9961 h 9961"/>
              <a:gd name="connsiteX4" fmla="*/ 0 w 10002"/>
              <a:gd name="connsiteY4" fmla="*/ 5592 h 9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2" h="9961">
                <a:moveTo>
                  <a:pt x="0" y="5592"/>
                </a:moveTo>
                <a:lnTo>
                  <a:pt x="10000" y="0"/>
                </a:lnTo>
                <a:cubicBezTo>
                  <a:pt x="10007" y="3334"/>
                  <a:pt x="9993" y="6627"/>
                  <a:pt x="10000" y="9961"/>
                </a:cubicBezTo>
                <a:lnTo>
                  <a:pt x="0" y="9961"/>
                </a:lnTo>
                <a:lnTo>
                  <a:pt x="0" y="5592"/>
                </a:lnTo>
                <a:close/>
              </a:path>
            </a:pathLst>
          </a:custGeom>
          <a:solidFill>
            <a:srgbClr val="FDC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流程图: 手动输入 2"/>
          <p:cNvSpPr/>
          <p:nvPr/>
        </p:nvSpPr>
        <p:spPr>
          <a:xfrm rot="16200000" flipV="1">
            <a:off x="-1586429" y="1585055"/>
            <a:ext cx="6859374" cy="3686517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341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3411 h 10000"/>
              <a:gd name="connsiteX0" fmla="*/ 0 w 10000"/>
              <a:gd name="connsiteY0" fmla="*/ 6395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6395 h 10000"/>
              <a:gd name="connsiteX0" fmla="*/ 0 w 10000"/>
              <a:gd name="connsiteY0" fmla="*/ 4647 h 8252"/>
              <a:gd name="connsiteX1" fmla="*/ 9979 w 10000"/>
              <a:gd name="connsiteY1" fmla="*/ 0 h 8252"/>
              <a:gd name="connsiteX2" fmla="*/ 10000 w 10000"/>
              <a:gd name="connsiteY2" fmla="*/ 8252 h 8252"/>
              <a:gd name="connsiteX3" fmla="*/ 0 w 10000"/>
              <a:gd name="connsiteY3" fmla="*/ 8252 h 8252"/>
              <a:gd name="connsiteX4" fmla="*/ 0 w 10000"/>
              <a:gd name="connsiteY4" fmla="*/ 4647 h 8252"/>
              <a:gd name="connsiteX0" fmla="*/ 0 w 10042"/>
              <a:gd name="connsiteY0" fmla="*/ 5631 h 10000"/>
              <a:gd name="connsiteX1" fmla="*/ 10042 w 10042"/>
              <a:gd name="connsiteY1" fmla="*/ 0 h 10000"/>
              <a:gd name="connsiteX2" fmla="*/ 10000 w 10042"/>
              <a:gd name="connsiteY2" fmla="*/ 10000 h 10000"/>
              <a:gd name="connsiteX3" fmla="*/ 0 w 10042"/>
              <a:gd name="connsiteY3" fmla="*/ 10000 h 10000"/>
              <a:gd name="connsiteX4" fmla="*/ 0 w 10042"/>
              <a:gd name="connsiteY4" fmla="*/ 5631 h 10000"/>
              <a:gd name="connsiteX0" fmla="*/ 0 w 10002"/>
              <a:gd name="connsiteY0" fmla="*/ 5592 h 9961"/>
              <a:gd name="connsiteX1" fmla="*/ 10000 w 10002"/>
              <a:gd name="connsiteY1" fmla="*/ 0 h 9961"/>
              <a:gd name="connsiteX2" fmla="*/ 10000 w 10002"/>
              <a:gd name="connsiteY2" fmla="*/ 9961 h 9961"/>
              <a:gd name="connsiteX3" fmla="*/ 0 w 10002"/>
              <a:gd name="connsiteY3" fmla="*/ 9961 h 9961"/>
              <a:gd name="connsiteX4" fmla="*/ 0 w 10002"/>
              <a:gd name="connsiteY4" fmla="*/ 5592 h 9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2" h="9961">
                <a:moveTo>
                  <a:pt x="0" y="5592"/>
                </a:moveTo>
                <a:lnTo>
                  <a:pt x="10000" y="0"/>
                </a:lnTo>
                <a:cubicBezTo>
                  <a:pt x="10007" y="3334"/>
                  <a:pt x="9993" y="6627"/>
                  <a:pt x="10000" y="9961"/>
                </a:cubicBezTo>
                <a:lnTo>
                  <a:pt x="0" y="9961"/>
                </a:lnTo>
                <a:lnTo>
                  <a:pt x="0" y="5592"/>
                </a:lnTo>
                <a:close/>
              </a:path>
            </a:pathLst>
          </a:custGeom>
          <a:solidFill>
            <a:srgbClr val="FDC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71" name="文本框 11"/>
          <p:cNvSpPr txBox="1">
            <a:spLocks noChangeArrowheads="1"/>
          </p:cNvSpPr>
          <p:nvPr/>
        </p:nvSpPr>
        <p:spPr bwMode="auto">
          <a:xfrm>
            <a:off x="2878055" y="2028380"/>
            <a:ext cx="6477222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96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11</a:t>
            </a:r>
            <a:r>
              <a:rPr lang="zh-CN" altLang="en-US" sz="96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枚戒指</a:t>
            </a:r>
            <a:endParaRPr lang="en-US" altLang="zh-CN" sz="9600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44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打造王牌团队的菲式法则</a:t>
            </a:r>
          </a:p>
        </p:txBody>
      </p:sp>
      <p:sp>
        <p:nvSpPr>
          <p:cNvPr id="3076" name="文本框 1"/>
          <p:cNvSpPr txBox="1">
            <a:spLocks noChangeArrowheads="1"/>
          </p:cNvSpPr>
          <p:nvPr/>
        </p:nvSpPr>
        <p:spPr bwMode="auto">
          <a:xfrm>
            <a:off x="3500348" y="1463219"/>
            <a:ext cx="52326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4000" dirty="0" smtClean="0">
                <a:solidFill>
                  <a:prstClr val="white"/>
                </a:solidFill>
                <a:latin typeface="Bodoni MT Black" panose="02070A03080606020203" pitchFamily="18" charset="0"/>
                <a:cs typeface="Times New Roman" panose="02020603050405020304" pitchFamily="18" charset="0"/>
              </a:rPr>
              <a:t>ELEVEN RINGS</a:t>
            </a:r>
            <a:endParaRPr lang="en-US" altLang="zh-CN" sz="4000" dirty="0">
              <a:solidFill>
                <a:prstClr val="white"/>
              </a:solidFill>
              <a:latin typeface="Bodoni MT Black" panose="02070A03080606020203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620871" y="1090087"/>
            <a:ext cx="1455737" cy="1454150"/>
            <a:chOff x="9104313" y="1254125"/>
            <a:chExt cx="1455737" cy="1454150"/>
          </a:xfrm>
        </p:grpSpPr>
        <p:sp>
          <p:nvSpPr>
            <p:cNvPr id="11" name="二十四角星 10"/>
            <p:cNvSpPr/>
            <p:nvPr/>
          </p:nvSpPr>
          <p:spPr>
            <a:xfrm>
              <a:off x="9104313" y="1254125"/>
              <a:ext cx="1455737" cy="1454150"/>
            </a:xfrm>
            <a:prstGeom prst="star24">
              <a:avLst>
                <a:gd name="adj" fmla="val 4116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7174" name="文本框 11"/>
            <p:cNvSpPr txBox="1">
              <a:spLocks noChangeArrowheads="1"/>
            </p:cNvSpPr>
            <p:nvPr/>
          </p:nvSpPr>
          <p:spPr bwMode="auto">
            <a:xfrm rot="19951994">
              <a:off x="9318834" y="1459841"/>
              <a:ext cx="1155282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zh-CN" altLang="en-US" sz="3200" dirty="0" smtClean="0">
                  <a:solidFill>
                    <a:prstClr val="white">
                      <a:lumMod val="95000"/>
                    </a:prstClr>
                  </a:solidFill>
                  <a:latin typeface="造字工房悦圆演示版常规体" pitchFamily="50" charset="-122"/>
                  <a:ea typeface="造字工房悦圆演示版常规体" pitchFamily="50" charset="-122"/>
                </a:rPr>
                <a:t>读书</a:t>
              </a:r>
              <a:endParaRPr lang="en-US" altLang="zh-CN" sz="3200" dirty="0" smtClean="0">
                <a:solidFill>
                  <a:prstClr val="white">
                    <a:lumMod val="95000"/>
                  </a:prstClr>
                </a:solidFill>
                <a:latin typeface="造字工房悦圆演示版常规体" pitchFamily="50" charset="-122"/>
                <a:ea typeface="造字工房悦圆演示版常规体" pitchFamily="50" charset="-122"/>
              </a:endParaRP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zh-CN" altLang="en-US" sz="3200" dirty="0" smtClean="0">
                  <a:solidFill>
                    <a:prstClr val="white">
                      <a:lumMod val="95000"/>
                    </a:prstClr>
                  </a:solidFill>
                  <a:latin typeface="造字工房悦圆演示版常规体" pitchFamily="50" charset="-122"/>
                  <a:ea typeface="造字工房悦圆演示版常规体" pitchFamily="50" charset="-122"/>
                </a:rPr>
                <a:t>笔记</a:t>
              </a:r>
            </a:p>
          </p:txBody>
        </p:sp>
      </p:grpSp>
      <p:sp>
        <p:nvSpPr>
          <p:cNvPr id="3079" name="文本框 2"/>
          <p:cNvSpPr txBox="1">
            <a:spLocks noChangeArrowheads="1"/>
          </p:cNvSpPr>
          <p:nvPr/>
        </p:nvSpPr>
        <p:spPr bwMode="auto">
          <a:xfrm>
            <a:off x="3240076" y="4387878"/>
            <a:ext cx="5711845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</a:t>
            </a:r>
            <a:r>
              <a:rPr lang="en-US" altLang="zh-CN" sz="2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菲尔</a:t>
            </a:r>
            <a:r>
              <a:rPr lang="en-US" altLang="zh-CN" sz="2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杰克逊 休</a:t>
            </a:r>
            <a:r>
              <a:rPr lang="en-US" altLang="zh-CN" sz="2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迪里汉提 著 </a:t>
            </a:r>
            <a:r>
              <a:rPr lang="en-US" altLang="zh-CN" sz="2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傅婧瑛 译   </a:t>
            </a:r>
            <a:endParaRPr lang="en-US" altLang="zh-CN" sz="2200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初梦想</a:t>
            </a:r>
            <a:r>
              <a:rPr lang="en-US" altLang="zh-CN" sz="2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 / PPT</a:t>
            </a:r>
            <a:r>
              <a:rPr lang="zh-CN" altLang="en-US" sz="2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348288" y="15670213"/>
          <a:ext cx="7920040" cy="792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005"/>
                <a:gridCol w="990005"/>
                <a:gridCol w="990005"/>
                <a:gridCol w="990005"/>
                <a:gridCol w="990005"/>
                <a:gridCol w="990005"/>
                <a:gridCol w="990005"/>
                <a:gridCol w="990005"/>
              </a:tblGrid>
              <a:tr h="99000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0005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0005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0005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0005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0005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0005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0005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5B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7766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18290"/>
            <a:ext cx="12192000" cy="843024"/>
            <a:chOff x="0" y="-18290"/>
            <a:chExt cx="12192000" cy="843024"/>
          </a:xfrm>
        </p:grpSpPr>
        <p:sp>
          <p:nvSpPr>
            <p:cNvPr id="4" name="矩形 3"/>
            <p:cNvSpPr/>
            <p:nvPr/>
          </p:nvSpPr>
          <p:spPr>
            <a:xfrm>
              <a:off x="0" y="-9525"/>
              <a:ext cx="12192000" cy="828675"/>
            </a:xfrm>
            <a:prstGeom prst="rect">
              <a:avLst/>
            </a:prstGeom>
            <a:solidFill>
              <a:srgbClr val="FDCE49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5" name="组合 18"/>
            <p:cNvGrpSpPr>
              <a:grpSpLocks/>
            </p:cNvGrpSpPr>
            <p:nvPr/>
          </p:nvGrpSpPr>
          <p:grpSpPr bwMode="auto">
            <a:xfrm>
              <a:off x="0" y="-18290"/>
              <a:ext cx="2142476" cy="843024"/>
              <a:chOff x="-859340" y="-429553"/>
              <a:chExt cx="2142027" cy="842337"/>
            </a:xfrm>
          </p:grpSpPr>
          <p:sp>
            <p:nvSpPr>
              <p:cNvPr id="11" name="五边形 10"/>
              <p:cNvSpPr/>
              <p:nvPr/>
            </p:nvSpPr>
            <p:spPr>
              <a:xfrm>
                <a:off x="-859340" y="-429553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五边形 11"/>
              <p:cNvSpPr/>
              <p:nvPr/>
            </p:nvSpPr>
            <p:spPr>
              <a:xfrm>
                <a:off x="-835248" y="-415216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五边形 12"/>
              <p:cNvSpPr/>
              <p:nvPr/>
            </p:nvSpPr>
            <p:spPr>
              <a:xfrm>
                <a:off x="-834594" y="-429553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0" y="38176"/>
              <a:ext cx="1219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快速</a:t>
              </a:r>
              <a:r>
                <a:rPr lang="zh-CN" altLang="en-US" sz="3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提升团队凝聚力、战斗力必读杰作</a:t>
              </a:r>
              <a:endPara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grpSp>
          <p:nvGrpSpPr>
            <p:cNvPr id="7" name="组合 18"/>
            <p:cNvGrpSpPr>
              <a:grpSpLocks/>
            </p:cNvGrpSpPr>
            <p:nvPr/>
          </p:nvGrpSpPr>
          <p:grpSpPr bwMode="auto">
            <a:xfrm rot="10800000">
              <a:off x="10049524" y="-18290"/>
              <a:ext cx="2142476" cy="843024"/>
              <a:chOff x="-859340" y="-429553"/>
              <a:chExt cx="2142027" cy="842337"/>
            </a:xfrm>
          </p:grpSpPr>
          <p:sp>
            <p:nvSpPr>
              <p:cNvPr id="8" name="五边形 7"/>
              <p:cNvSpPr/>
              <p:nvPr/>
            </p:nvSpPr>
            <p:spPr>
              <a:xfrm>
                <a:off x="-859340" y="-429553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五边形 8"/>
              <p:cNvSpPr/>
              <p:nvPr/>
            </p:nvSpPr>
            <p:spPr>
              <a:xfrm>
                <a:off x="-835248" y="-415216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五边形 9"/>
              <p:cNvSpPr/>
              <p:nvPr/>
            </p:nvSpPr>
            <p:spPr>
              <a:xfrm>
                <a:off x="-834594" y="-429553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sp>
        <p:nvSpPr>
          <p:cNvPr id="40" name="文本框 39"/>
          <p:cNvSpPr txBox="1"/>
          <p:nvPr/>
        </p:nvSpPr>
        <p:spPr>
          <a:xfrm>
            <a:off x="1903523" y="5756829"/>
            <a:ext cx="46987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chemeClr val="bg1">
                    <a:alpha val="20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一切尽在本书中！</a:t>
            </a:r>
            <a:endParaRPr lang="zh-CN" altLang="en-US" sz="4400" dirty="0">
              <a:solidFill>
                <a:schemeClr val="bg1">
                  <a:alpha val="20000"/>
                </a:schemeClr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454446" y="4678539"/>
            <a:ext cx="69557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400">
                <a:solidFill>
                  <a:schemeClr val="bg1">
                    <a:alpha val="30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</a:lstStyle>
          <a:p>
            <a:r>
              <a:rPr lang="zh-CN" altLang="en-US" dirty="0">
                <a:solidFill>
                  <a:schemeClr val="bg1">
                    <a:alpha val="20000"/>
                  </a:schemeClr>
                </a:solidFill>
              </a:rPr>
              <a:t>想知道乔丹、科比谁更强？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1600701" y="1127999"/>
            <a:ext cx="46987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chemeClr val="bg1">
                    <a:alpha val="10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一切尽在本书中！</a:t>
            </a:r>
            <a:endParaRPr lang="zh-CN" altLang="en-US" sz="4400" dirty="0">
              <a:solidFill>
                <a:schemeClr val="bg1">
                  <a:alpha val="10000"/>
                </a:schemeClr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535794" y="3361412"/>
            <a:ext cx="101329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400">
                <a:solidFill>
                  <a:schemeClr val="bg1">
                    <a:alpha val="30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</a:lstStyle>
          <a:p>
            <a:r>
              <a:rPr lang="zh-CN" altLang="en-US" sz="4800" dirty="0">
                <a:solidFill>
                  <a:schemeClr val="bg1">
                    <a:alpha val="20000"/>
                  </a:schemeClr>
                </a:solidFill>
              </a:rPr>
              <a:t>想知道</a:t>
            </a:r>
            <a:r>
              <a:rPr lang="en-US" altLang="zh-CN" sz="4800" dirty="0">
                <a:solidFill>
                  <a:schemeClr val="bg1">
                    <a:alpha val="20000"/>
                  </a:schemeClr>
                </a:solidFill>
              </a:rPr>
              <a:t>NBA</a:t>
            </a:r>
            <a:r>
              <a:rPr lang="zh-CN" altLang="en-US" sz="4800" dirty="0">
                <a:solidFill>
                  <a:schemeClr val="bg1">
                    <a:alpha val="20000"/>
                  </a:schemeClr>
                </a:solidFill>
              </a:rPr>
              <a:t>中不曾知道的有趣秘密？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6681277" y="1345292"/>
            <a:ext cx="7802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>
                    <a:alpha val="20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</a:lstStyle>
          <a:p>
            <a:r>
              <a:rPr lang="zh-CN" altLang="en-US" sz="5400" dirty="0"/>
              <a:t>想知道禅师的团队哲学？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483378" y="1761767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想知道禅师的</a:t>
            </a:r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团队哲学？</a:t>
            </a: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-954744" y="2160007"/>
            <a:ext cx="69557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400">
                <a:solidFill>
                  <a:schemeClr val="bg1">
                    <a:alpha val="30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</a:lstStyle>
          <a:p>
            <a:r>
              <a:rPr lang="zh-CN" altLang="en-US" dirty="0">
                <a:solidFill>
                  <a:schemeClr val="bg1">
                    <a:alpha val="20000"/>
                  </a:schemeClr>
                </a:solidFill>
              </a:rPr>
              <a:t>想知道乔丹、科比谁更强？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2" y="2177265"/>
            <a:ext cx="2438623" cy="3058033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3122835" y="2875284"/>
            <a:ext cx="91069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想</a:t>
            </a:r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知道</a:t>
            </a:r>
            <a:r>
              <a:rPr lang="en-US" altLang="zh-CN" sz="4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NBA</a:t>
            </a:r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中不曾知道的</a:t>
            </a:r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有趣秘密</a:t>
            </a:r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？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729187" y="4055291"/>
            <a:ext cx="6853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想</a:t>
            </a:r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知道</a:t>
            </a:r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乔丹、科比</a:t>
            </a:r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谁更强？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492903" y="5341331"/>
            <a:ext cx="46987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一切尽在</a:t>
            </a:r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本书中！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8388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-18290"/>
            <a:ext cx="12192000" cy="843024"/>
            <a:chOff x="0" y="-18290"/>
            <a:chExt cx="12192000" cy="843024"/>
          </a:xfrm>
        </p:grpSpPr>
        <p:sp>
          <p:nvSpPr>
            <p:cNvPr id="2" name="矩形 1"/>
            <p:cNvSpPr/>
            <p:nvPr/>
          </p:nvSpPr>
          <p:spPr>
            <a:xfrm>
              <a:off x="0" y="-9525"/>
              <a:ext cx="12192000" cy="828675"/>
            </a:xfrm>
            <a:prstGeom prst="rect">
              <a:avLst/>
            </a:prstGeom>
            <a:solidFill>
              <a:srgbClr val="FDCE49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3" name="组合 18"/>
            <p:cNvGrpSpPr>
              <a:grpSpLocks/>
            </p:cNvGrpSpPr>
            <p:nvPr/>
          </p:nvGrpSpPr>
          <p:grpSpPr bwMode="auto">
            <a:xfrm>
              <a:off x="0" y="-18290"/>
              <a:ext cx="2142476" cy="843024"/>
              <a:chOff x="-859340" y="-429553"/>
              <a:chExt cx="2142027" cy="842337"/>
            </a:xfrm>
          </p:grpSpPr>
          <p:sp>
            <p:nvSpPr>
              <p:cNvPr id="4" name="五边形 3"/>
              <p:cNvSpPr/>
              <p:nvPr/>
            </p:nvSpPr>
            <p:spPr>
              <a:xfrm>
                <a:off x="-859340" y="-429553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五边形 4"/>
              <p:cNvSpPr/>
              <p:nvPr/>
            </p:nvSpPr>
            <p:spPr>
              <a:xfrm>
                <a:off x="-835248" y="-415216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五边形 5"/>
              <p:cNvSpPr/>
              <p:nvPr/>
            </p:nvSpPr>
            <p:spPr>
              <a:xfrm>
                <a:off x="-834594" y="-429553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0" y="38176"/>
              <a:ext cx="1219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曾经的牧师之子，现在的传奇教头</a:t>
              </a:r>
              <a:endPara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grpSp>
          <p:nvGrpSpPr>
            <p:cNvPr id="21" name="组合 18"/>
            <p:cNvGrpSpPr>
              <a:grpSpLocks/>
            </p:cNvGrpSpPr>
            <p:nvPr/>
          </p:nvGrpSpPr>
          <p:grpSpPr bwMode="auto">
            <a:xfrm rot="10800000">
              <a:off x="10049524" y="-18290"/>
              <a:ext cx="2142476" cy="843024"/>
              <a:chOff x="-859340" y="-429553"/>
              <a:chExt cx="2142027" cy="842337"/>
            </a:xfrm>
          </p:grpSpPr>
          <p:sp>
            <p:nvSpPr>
              <p:cNvPr id="22" name="五边形 21"/>
              <p:cNvSpPr/>
              <p:nvPr/>
            </p:nvSpPr>
            <p:spPr>
              <a:xfrm>
                <a:off x="-859340" y="-429553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五边形 22"/>
              <p:cNvSpPr/>
              <p:nvPr/>
            </p:nvSpPr>
            <p:spPr>
              <a:xfrm>
                <a:off x="-835248" y="-415216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五边形 23"/>
              <p:cNvSpPr/>
              <p:nvPr/>
            </p:nvSpPr>
            <p:spPr>
              <a:xfrm>
                <a:off x="-834594" y="-429553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3" r="6551"/>
          <a:stretch/>
        </p:blipFill>
        <p:spPr>
          <a:xfrm>
            <a:off x="807041" y="2144088"/>
            <a:ext cx="3546965" cy="2716857"/>
          </a:xfrm>
          <a:prstGeom prst="rect">
            <a:avLst/>
          </a:prstGeom>
          <a:solidFill>
            <a:srgbClr val="FFFFFF">
              <a:shade val="85000"/>
            </a:srgbClr>
          </a:solidFill>
          <a:ln w="5715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9" name="文本框 8"/>
          <p:cNvSpPr txBox="1"/>
          <p:nvPr/>
        </p:nvSpPr>
        <p:spPr>
          <a:xfrm>
            <a:off x="5110221" y="2280566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“禅师”菲尔</a:t>
            </a:r>
            <a:r>
              <a:rPr lang="en-US" altLang="zh-CN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·</a:t>
            </a:r>
            <a:r>
              <a:rPr lang="zh-CN" altLang="en-US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杰克逊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30433" y="3368240"/>
            <a:ext cx="64475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次带队站在世界篮球之巅，职业生涯胜率高达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为了强化领导力，总在不停地寻找思想配方：基督教仪式、老子无为、宗教冥想、印第安部落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成就了乔丹、科比，缔造了公牛、湖人两代王朝</a:t>
            </a:r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5330433" y="3185170"/>
            <a:ext cx="6270164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587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18290"/>
            <a:ext cx="12192000" cy="843024"/>
            <a:chOff x="0" y="-18290"/>
            <a:chExt cx="12192000" cy="843024"/>
          </a:xfrm>
        </p:grpSpPr>
        <p:sp>
          <p:nvSpPr>
            <p:cNvPr id="3" name="矩形 2"/>
            <p:cNvSpPr/>
            <p:nvPr/>
          </p:nvSpPr>
          <p:spPr>
            <a:xfrm>
              <a:off x="0" y="-9525"/>
              <a:ext cx="12192000" cy="828675"/>
            </a:xfrm>
            <a:prstGeom prst="rect">
              <a:avLst/>
            </a:prstGeom>
            <a:solidFill>
              <a:srgbClr val="FDCE49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4" name="组合 18"/>
            <p:cNvGrpSpPr>
              <a:grpSpLocks/>
            </p:cNvGrpSpPr>
            <p:nvPr/>
          </p:nvGrpSpPr>
          <p:grpSpPr bwMode="auto">
            <a:xfrm>
              <a:off x="0" y="-18290"/>
              <a:ext cx="2142476" cy="843024"/>
              <a:chOff x="-859340" y="-429553"/>
              <a:chExt cx="2142027" cy="842337"/>
            </a:xfrm>
          </p:grpSpPr>
          <p:sp>
            <p:nvSpPr>
              <p:cNvPr id="10" name="五边形 9"/>
              <p:cNvSpPr/>
              <p:nvPr/>
            </p:nvSpPr>
            <p:spPr>
              <a:xfrm>
                <a:off x="-859340" y="-429553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五边形 10"/>
              <p:cNvSpPr/>
              <p:nvPr/>
            </p:nvSpPr>
            <p:spPr>
              <a:xfrm>
                <a:off x="-835248" y="-415216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五边形 11"/>
              <p:cNvSpPr/>
              <p:nvPr/>
            </p:nvSpPr>
            <p:spPr>
              <a:xfrm>
                <a:off x="-834594" y="-429553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0" y="38176"/>
              <a:ext cx="1219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曾经的辉煌</a:t>
              </a:r>
              <a:endPara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grpSp>
          <p:nvGrpSpPr>
            <p:cNvPr id="6" name="组合 18"/>
            <p:cNvGrpSpPr>
              <a:grpSpLocks/>
            </p:cNvGrpSpPr>
            <p:nvPr/>
          </p:nvGrpSpPr>
          <p:grpSpPr bwMode="auto">
            <a:xfrm rot="10800000">
              <a:off x="10049524" y="-18290"/>
              <a:ext cx="2142476" cy="843024"/>
              <a:chOff x="-859340" y="-429553"/>
              <a:chExt cx="2142027" cy="842337"/>
            </a:xfrm>
          </p:grpSpPr>
          <p:sp>
            <p:nvSpPr>
              <p:cNvPr id="7" name="五边形 6"/>
              <p:cNvSpPr/>
              <p:nvPr/>
            </p:nvSpPr>
            <p:spPr>
              <a:xfrm>
                <a:off x="-859340" y="-429553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五边形 7"/>
              <p:cNvSpPr/>
              <p:nvPr/>
            </p:nvSpPr>
            <p:spPr>
              <a:xfrm>
                <a:off x="-835248" y="-415216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五边形 8"/>
              <p:cNvSpPr/>
              <p:nvPr/>
            </p:nvSpPr>
            <p:spPr>
              <a:xfrm>
                <a:off x="-834594" y="-429553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sp>
        <p:nvSpPr>
          <p:cNvPr id="16" name="文本框 15"/>
          <p:cNvSpPr txBox="1"/>
          <p:nvPr/>
        </p:nvSpPr>
        <p:spPr>
          <a:xfrm>
            <a:off x="1307144" y="1583630"/>
            <a:ext cx="3813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1996—1998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年公牛王朝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594416" y="1583630"/>
            <a:ext cx="3813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2000—2002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年紫金王朝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35" y="2485622"/>
            <a:ext cx="4776082" cy="3163888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85622"/>
            <a:ext cx="4810699" cy="316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795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18290"/>
            <a:ext cx="12192000" cy="843024"/>
            <a:chOff x="0" y="-18290"/>
            <a:chExt cx="12192000" cy="843024"/>
          </a:xfrm>
        </p:grpSpPr>
        <p:sp>
          <p:nvSpPr>
            <p:cNvPr id="3" name="矩形 2"/>
            <p:cNvSpPr/>
            <p:nvPr/>
          </p:nvSpPr>
          <p:spPr>
            <a:xfrm>
              <a:off x="0" y="-9525"/>
              <a:ext cx="12192000" cy="828675"/>
            </a:xfrm>
            <a:prstGeom prst="rect">
              <a:avLst/>
            </a:prstGeom>
            <a:solidFill>
              <a:srgbClr val="FDCE49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4" name="组合 18"/>
            <p:cNvGrpSpPr>
              <a:grpSpLocks/>
            </p:cNvGrpSpPr>
            <p:nvPr/>
          </p:nvGrpSpPr>
          <p:grpSpPr bwMode="auto">
            <a:xfrm>
              <a:off x="0" y="-18290"/>
              <a:ext cx="2142476" cy="843024"/>
              <a:chOff x="-859340" y="-429553"/>
              <a:chExt cx="2142027" cy="842337"/>
            </a:xfrm>
          </p:grpSpPr>
          <p:sp>
            <p:nvSpPr>
              <p:cNvPr id="10" name="五边形 9"/>
              <p:cNvSpPr/>
              <p:nvPr/>
            </p:nvSpPr>
            <p:spPr>
              <a:xfrm>
                <a:off x="-859340" y="-429553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五边形 10"/>
              <p:cNvSpPr/>
              <p:nvPr/>
            </p:nvSpPr>
            <p:spPr>
              <a:xfrm>
                <a:off x="-835248" y="-415216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五边形 11"/>
              <p:cNvSpPr/>
              <p:nvPr/>
            </p:nvSpPr>
            <p:spPr>
              <a:xfrm>
                <a:off x="-834594" y="-429553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0" y="38176"/>
              <a:ext cx="1219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禅师眼中的</a:t>
              </a:r>
              <a:r>
                <a:rPr lang="zh-CN" altLang="en-US" sz="3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球星</a:t>
              </a:r>
            </a:p>
          </p:txBody>
        </p:sp>
        <p:grpSp>
          <p:nvGrpSpPr>
            <p:cNvPr id="6" name="组合 18"/>
            <p:cNvGrpSpPr>
              <a:grpSpLocks/>
            </p:cNvGrpSpPr>
            <p:nvPr/>
          </p:nvGrpSpPr>
          <p:grpSpPr bwMode="auto">
            <a:xfrm rot="10800000">
              <a:off x="10049524" y="-18290"/>
              <a:ext cx="2142476" cy="843024"/>
              <a:chOff x="-859340" y="-429553"/>
              <a:chExt cx="2142027" cy="842337"/>
            </a:xfrm>
          </p:grpSpPr>
          <p:sp>
            <p:nvSpPr>
              <p:cNvPr id="7" name="五边形 6"/>
              <p:cNvSpPr/>
              <p:nvPr/>
            </p:nvSpPr>
            <p:spPr>
              <a:xfrm>
                <a:off x="-859340" y="-429553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五边形 7"/>
              <p:cNvSpPr/>
              <p:nvPr/>
            </p:nvSpPr>
            <p:spPr>
              <a:xfrm>
                <a:off x="-835248" y="-415216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五边形 8"/>
              <p:cNvSpPr/>
              <p:nvPr/>
            </p:nvSpPr>
            <p:spPr>
              <a:xfrm>
                <a:off x="-834594" y="-429553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612" y="1446619"/>
            <a:ext cx="9106777" cy="489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304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A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" y="0"/>
            <a:ext cx="12192000" cy="3429000"/>
          </a:xfrm>
          <a:prstGeom prst="rect">
            <a:avLst/>
          </a:prstGeom>
          <a:solidFill>
            <a:srgbClr val="FDC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15999" y="308766"/>
            <a:ext cx="2443298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1</a:t>
            </a:r>
            <a:endParaRPr lang="zh-CN" altLang="en-US" sz="3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20599" y="1859339"/>
            <a:ext cx="610936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禅师是如何</a:t>
            </a:r>
            <a:endParaRPr lang="en-US" altLang="zh-CN" sz="6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6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打造</a:t>
            </a:r>
            <a:r>
              <a:rPr lang="zh-CN" alt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无敌</a:t>
            </a:r>
            <a:r>
              <a:rPr lang="zh-CN" altLang="en-US" sz="6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团队的</a:t>
            </a:r>
            <a:endParaRPr lang="zh-CN" altLang="en-US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 rot="20470787">
            <a:off x="9391052" y="1711774"/>
            <a:ext cx="2736647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99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？</a:t>
            </a:r>
            <a:endParaRPr lang="zh-CN" altLang="en-US" sz="199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anose="04040905080B020205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0427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A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 34"/>
          <p:cNvSpPr/>
          <p:nvPr/>
        </p:nvSpPr>
        <p:spPr>
          <a:xfrm rot="5400000">
            <a:off x="2531001" y="3512238"/>
            <a:ext cx="338138" cy="288925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655023" y="2746340"/>
            <a:ext cx="10852765" cy="1838292"/>
            <a:chOff x="655023" y="2746340"/>
            <a:chExt cx="10852765" cy="1838292"/>
          </a:xfrm>
        </p:grpSpPr>
        <p:grpSp>
          <p:nvGrpSpPr>
            <p:cNvPr id="2" name="组合 1"/>
            <p:cNvGrpSpPr/>
            <p:nvPr/>
          </p:nvGrpSpPr>
          <p:grpSpPr>
            <a:xfrm>
              <a:off x="655023" y="2746340"/>
              <a:ext cx="1820724" cy="1820724"/>
              <a:chOff x="504991" y="2759822"/>
              <a:chExt cx="1820724" cy="1820724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25" name="流程图: 联系 24"/>
              <p:cNvSpPr/>
              <p:nvPr/>
            </p:nvSpPr>
            <p:spPr>
              <a:xfrm>
                <a:off x="504991" y="2759822"/>
                <a:ext cx="1820724" cy="1820724"/>
              </a:xfrm>
              <a:prstGeom prst="flowChartConnector">
                <a:avLst/>
              </a:prstGeom>
              <a:solidFill>
                <a:srgbClr val="652D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流程图: 联系 25"/>
              <p:cNvSpPr/>
              <p:nvPr/>
            </p:nvSpPr>
            <p:spPr>
              <a:xfrm>
                <a:off x="624308" y="2879139"/>
                <a:ext cx="1582089" cy="1582089"/>
              </a:xfrm>
              <a:prstGeom prst="flowChartConnector">
                <a:avLst/>
              </a:prstGeom>
              <a:solidFill>
                <a:srgbClr val="FFF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701953" y="3162351"/>
                <a:ext cx="141577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3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rPr>
                  <a:t>生活</a:t>
                </a:r>
                <a:endParaRPr lang="en-US" altLang="zh-CN" sz="3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endParaRPr>
              </a:p>
              <a:p>
                <a:pPr algn="ctr"/>
                <a:r>
                  <a:rPr lang="zh-CN" altLang="en-US" sz="3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rPr>
                  <a:t>真糟糕</a:t>
                </a:r>
                <a:endParaRPr lang="zh-CN" altLang="en-US" sz="3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2913033" y="2763908"/>
              <a:ext cx="1820724" cy="1820724"/>
              <a:chOff x="504991" y="2759822"/>
              <a:chExt cx="1820724" cy="1820724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6" name="流程图: 联系 45"/>
              <p:cNvSpPr/>
              <p:nvPr/>
            </p:nvSpPr>
            <p:spPr>
              <a:xfrm>
                <a:off x="504991" y="2759822"/>
                <a:ext cx="1820724" cy="1820724"/>
              </a:xfrm>
              <a:prstGeom prst="flowChartConnector">
                <a:avLst/>
              </a:prstGeom>
              <a:solidFill>
                <a:srgbClr val="652D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流程图: 联系 46"/>
              <p:cNvSpPr/>
              <p:nvPr/>
            </p:nvSpPr>
            <p:spPr>
              <a:xfrm>
                <a:off x="624308" y="2879139"/>
                <a:ext cx="1582089" cy="1582089"/>
              </a:xfrm>
              <a:prstGeom prst="flowChartConnector">
                <a:avLst/>
              </a:prstGeom>
              <a:solidFill>
                <a:srgbClr val="FFF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543812" y="3181327"/>
                <a:ext cx="174307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3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rPr>
                  <a:t>我的</a:t>
                </a:r>
                <a:r>
                  <a:rPr lang="zh-CN" altLang="en-US" sz="3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rPr>
                  <a:t>生活</a:t>
                </a:r>
                <a:endParaRPr lang="en-US" altLang="zh-CN" sz="3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endParaRPr>
              </a:p>
              <a:p>
                <a:pPr algn="ctr"/>
                <a:r>
                  <a:rPr lang="zh-CN" altLang="en-US" sz="3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rPr>
                  <a:t>真糟糕</a:t>
                </a:r>
                <a:endParaRPr lang="en-US" altLang="zh-CN" sz="3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endParaRPr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5171043" y="2763908"/>
              <a:ext cx="1820724" cy="1820724"/>
              <a:chOff x="504991" y="2759822"/>
              <a:chExt cx="1820724" cy="1820724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56" name="流程图: 联系 55"/>
              <p:cNvSpPr/>
              <p:nvPr/>
            </p:nvSpPr>
            <p:spPr>
              <a:xfrm>
                <a:off x="504991" y="2759822"/>
                <a:ext cx="1820724" cy="1820724"/>
              </a:xfrm>
              <a:prstGeom prst="flowChartConnector">
                <a:avLst/>
              </a:prstGeom>
              <a:solidFill>
                <a:srgbClr val="652D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流程图: 联系 56"/>
              <p:cNvSpPr/>
              <p:nvPr/>
            </p:nvSpPr>
            <p:spPr>
              <a:xfrm>
                <a:off x="624308" y="2879139"/>
                <a:ext cx="1582089" cy="1582089"/>
              </a:xfrm>
              <a:prstGeom prst="flowChartConnector">
                <a:avLst/>
              </a:prstGeom>
              <a:solidFill>
                <a:srgbClr val="FFF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543812" y="3167955"/>
                <a:ext cx="174307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3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rPr>
                  <a:t>我</a:t>
                </a:r>
                <a:r>
                  <a:rPr lang="zh-CN" altLang="en-US" sz="3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rPr>
                  <a:t>很</a:t>
                </a:r>
                <a:endParaRPr lang="en-US" altLang="zh-CN" sz="3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endParaRPr>
              </a:p>
              <a:p>
                <a:pPr algn="ctr"/>
                <a:r>
                  <a:rPr lang="zh-CN" altLang="en-US" sz="3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rPr>
                  <a:t>伟大</a:t>
                </a:r>
                <a:endParaRPr lang="en-US" altLang="zh-CN" sz="3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endParaRPr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7429053" y="2763908"/>
              <a:ext cx="1820724" cy="1820724"/>
              <a:chOff x="504991" y="2759822"/>
              <a:chExt cx="1820724" cy="1820724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60" name="流程图: 联系 59"/>
              <p:cNvSpPr/>
              <p:nvPr/>
            </p:nvSpPr>
            <p:spPr>
              <a:xfrm>
                <a:off x="504991" y="2759822"/>
                <a:ext cx="1820724" cy="1820724"/>
              </a:xfrm>
              <a:prstGeom prst="flowChartConnector">
                <a:avLst/>
              </a:prstGeom>
              <a:solidFill>
                <a:srgbClr val="652D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流程图: 联系 60"/>
              <p:cNvSpPr/>
              <p:nvPr/>
            </p:nvSpPr>
            <p:spPr>
              <a:xfrm>
                <a:off x="624308" y="2879139"/>
                <a:ext cx="1582089" cy="1582089"/>
              </a:xfrm>
              <a:prstGeom prst="flowChartConnector">
                <a:avLst/>
              </a:prstGeom>
              <a:solidFill>
                <a:srgbClr val="FFF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543812" y="3155682"/>
                <a:ext cx="174307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3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rPr>
                  <a:t>我们</a:t>
                </a:r>
                <a:endParaRPr lang="en-US" altLang="zh-CN" sz="3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endParaRPr>
              </a:p>
              <a:p>
                <a:pPr algn="ctr"/>
                <a:r>
                  <a:rPr lang="zh-CN" altLang="en-US" sz="3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rPr>
                  <a:t>很伟大</a:t>
                </a:r>
                <a:endParaRPr lang="en-US" altLang="zh-CN" sz="3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9687064" y="2763908"/>
              <a:ext cx="1820724" cy="1820724"/>
              <a:chOff x="504991" y="2759822"/>
              <a:chExt cx="1820724" cy="1820724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64" name="流程图: 联系 63"/>
              <p:cNvSpPr/>
              <p:nvPr/>
            </p:nvSpPr>
            <p:spPr>
              <a:xfrm>
                <a:off x="504991" y="2759822"/>
                <a:ext cx="1820724" cy="1820724"/>
              </a:xfrm>
              <a:prstGeom prst="flowChartConnector">
                <a:avLst/>
              </a:prstGeom>
              <a:solidFill>
                <a:srgbClr val="652D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流程图: 联系 64"/>
              <p:cNvSpPr/>
              <p:nvPr/>
            </p:nvSpPr>
            <p:spPr>
              <a:xfrm>
                <a:off x="624308" y="2879139"/>
                <a:ext cx="1582089" cy="1582089"/>
              </a:xfrm>
              <a:prstGeom prst="flowChartConnector">
                <a:avLst/>
              </a:prstGeom>
              <a:solidFill>
                <a:srgbClr val="FFF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543812" y="3144785"/>
                <a:ext cx="174307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3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rPr>
                  <a:t>生活</a:t>
                </a:r>
                <a:endParaRPr lang="en-US" altLang="zh-CN" sz="3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endParaRPr>
              </a:p>
              <a:p>
                <a:pPr algn="ctr"/>
                <a:r>
                  <a:rPr lang="zh-CN" altLang="en-US" sz="3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rPr>
                  <a:t>很美好</a:t>
                </a:r>
                <a:endParaRPr lang="en-US" altLang="zh-CN" sz="3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endParaRPr>
              </a:p>
            </p:txBody>
          </p:sp>
        </p:grpSp>
      </p:grpSp>
      <p:sp>
        <p:nvSpPr>
          <p:cNvPr id="67" name="任意多边形 66"/>
          <p:cNvSpPr/>
          <p:nvPr/>
        </p:nvSpPr>
        <p:spPr>
          <a:xfrm rot="5400000">
            <a:off x="4771322" y="3512239"/>
            <a:ext cx="338138" cy="288925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8" name="任意多边形 67"/>
          <p:cNvSpPr/>
          <p:nvPr/>
        </p:nvSpPr>
        <p:spPr>
          <a:xfrm rot="5400000">
            <a:off x="7023942" y="3512239"/>
            <a:ext cx="338138" cy="288925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9" name="任意多边形 68"/>
          <p:cNvSpPr/>
          <p:nvPr/>
        </p:nvSpPr>
        <p:spPr>
          <a:xfrm rot="5400000">
            <a:off x="9257364" y="3512239"/>
            <a:ext cx="338138" cy="288925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-29248" y="-36451"/>
            <a:ext cx="12221248" cy="882527"/>
            <a:chOff x="-29248" y="-36451"/>
            <a:chExt cx="12221248" cy="882527"/>
          </a:xfrm>
        </p:grpSpPr>
        <p:sp>
          <p:nvSpPr>
            <p:cNvPr id="5" name="矩形 4"/>
            <p:cNvSpPr/>
            <p:nvPr/>
          </p:nvSpPr>
          <p:spPr>
            <a:xfrm>
              <a:off x="0" y="-9525"/>
              <a:ext cx="12192000" cy="828675"/>
            </a:xfrm>
            <a:prstGeom prst="rect">
              <a:avLst/>
            </a:prstGeom>
            <a:solidFill>
              <a:srgbClr val="944AC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8" name="组合 18"/>
            <p:cNvGrpSpPr>
              <a:grpSpLocks/>
            </p:cNvGrpSpPr>
            <p:nvPr/>
          </p:nvGrpSpPr>
          <p:grpSpPr bwMode="auto">
            <a:xfrm>
              <a:off x="0" y="-9525"/>
              <a:ext cx="2117724" cy="855601"/>
              <a:chOff x="915906" y="-1850794"/>
              <a:chExt cx="2117281" cy="854904"/>
            </a:xfrm>
          </p:grpSpPr>
          <p:sp>
            <p:nvSpPr>
              <p:cNvPr id="9" name="五边形 8"/>
              <p:cNvSpPr/>
              <p:nvPr/>
            </p:nvSpPr>
            <p:spPr>
              <a:xfrm>
                <a:off x="922440" y="-1823890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五边形 9"/>
              <p:cNvSpPr/>
              <p:nvPr/>
            </p:nvSpPr>
            <p:spPr>
              <a:xfrm>
                <a:off x="921946" y="-1837342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五边形 10"/>
              <p:cNvSpPr/>
              <p:nvPr/>
            </p:nvSpPr>
            <p:spPr>
              <a:xfrm>
                <a:off x="915906" y="-1850794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文本框 19"/>
            <p:cNvSpPr txBox="1"/>
            <p:nvPr/>
          </p:nvSpPr>
          <p:spPr>
            <a:xfrm>
              <a:off x="-29248" y="75044"/>
              <a:ext cx="1219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一</a:t>
              </a:r>
              <a:r>
                <a:rPr lang="zh-CN" altLang="en-US" sz="3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个</a:t>
              </a:r>
              <a:r>
                <a:rPr lang="zh-CN" altLang="en-US" sz="3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无敌</a:t>
              </a:r>
              <a:r>
                <a:rPr lang="zh-CN" altLang="en-US" sz="3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团队的演变</a:t>
              </a:r>
              <a:r>
                <a:rPr lang="en-US" altLang="zh-CN" sz="3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——</a:t>
              </a:r>
              <a:r>
                <a:rPr lang="zh-CN" altLang="en-US" sz="3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部落发展</a:t>
              </a:r>
              <a:endPara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grpSp>
          <p:nvGrpSpPr>
            <p:cNvPr id="37" name="组合 18"/>
            <p:cNvGrpSpPr>
              <a:grpSpLocks/>
            </p:cNvGrpSpPr>
            <p:nvPr/>
          </p:nvGrpSpPr>
          <p:grpSpPr bwMode="auto">
            <a:xfrm rot="10800000">
              <a:off x="10074276" y="-36451"/>
              <a:ext cx="2117724" cy="842138"/>
              <a:chOff x="915906" y="-1837342"/>
              <a:chExt cx="2117281" cy="841452"/>
            </a:xfrm>
          </p:grpSpPr>
          <p:sp>
            <p:nvSpPr>
              <p:cNvPr id="38" name="五边形 37"/>
              <p:cNvSpPr/>
              <p:nvPr/>
            </p:nvSpPr>
            <p:spPr>
              <a:xfrm>
                <a:off x="922440" y="-1823890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五边形 38"/>
              <p:cNvSpPr/>
              <p:nvPr/>
            </p:nvSpPr>
            <p:spPr>
              <a:xfrm>
                <a:off x="921946" y="-1837342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五边形 39"/>
              <p:cNvSpPr/>
              <p:nvPr/>
            </p:nvSpPr>
            <p:spPr>
              <a:xfrm>
                <a:off x="915906" y="-1835291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103017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A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1716282" y="3952989"/>
            <a:ext cx="8759436" cy="1728651"/>
            <a:chOff x="1716282" y="805517"/>
            <a:chExt cx="8759436" cy="1728651"/>
          </a:xfrm>
        </p:grpSpPr>
        <p:sp>
          <p:nvSpPr>
            <p:cNvPr id="15" name="矩形 14"/>
            <p:cNvSpPr/>
            <p:nvPr/>
          </p:nvSpPr>
          <p:spPr>
            <a:xfrm>
              <a:off x="3046602" y="1377505"/>
              <a:ext cx="6101519" cy="584775"/>
            </a:xfrm>
            <a:prstGeom prst="rect">
              <a:avLst/>
            </a:prstGeom>
            <a:solidFill>
              <a:srgbClr val="FDCE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DCE49"/>
                </a:solidFill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1716282" y="805517"/>
              <a:ext cx="8759436" cy="1728651"/>
              <a:chOff x="1548352" y="801361"/>
              <a:chExt cx="8759436" cy="1728651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8657997" y="880221"/>
                <a:ext cx="1649791" cy="1649791"/>
                <a:chOff x="4963884" y="3573154"/>
                <a:chExt cx="1649791" cy="1649791"/>
              </a:xfrm>
            </p:grpSpPr>
            <p:grpSp>
              <p:nvGrpSpPr>
                <p:cNvPr id="23" name="组合 22"/>
                <p:cNvGrpSpPr/>
                <p:nvPr/>
              </p:nvGrpSpPr>
              <p:grpSpPr>
                <a:xfrm>
                  <a:off x="4963884" y="3573154"/>
                  <a:ext cx="1649791" cy="1649791"/>
                  <a:chOff x="6125028" y="2365829"/>
                  <a:chExt cx="2307772" cy="2307772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22" name="流程图: 联系 21"/>
                  <p:cNvSpPr/>
                  <p:nvPr/>
                </p:nvSpPr>
                <p:spPr>
                  <a:xfrm>
                    <a:off x="6125028" y="2365829"/>
                    <a:ext cx="2307772" cy="2307772"/>
                  </a:xfrm>
                  <a:prstGeom prst="flowChartConnector">
                    <a:avLst/>
                  </a:prstGeom>
                  <a:solidFill>
                    <a:srgbClr val="652D8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" name="流程图: 联系 3"/>
                  <p:cNvSpPr/>
                  <p:nvPr/>
                </p:nvSpPr>
                <p:spPr>
                  <a:xfrm>
                    <a:off x="6284685" y="2525486"/>
                    <a:ext cx="1988458" cy="1988457"/>
                  </a:xfrm>
                  <a:prstGeom prst="flowChartConnector">
                    <a:avLst/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46" name="文本框 45"/>
                <p:cNvSpPr txBox="1"/>
                <p:nvPr/>
              </p:nvSpPr>
              <p:spPr>
                <a:xfrm>
                  <a:off x="5286078" y="3859440"/>
                  <a:ext cx="1005403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3200" dirty="0" smtClean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华康俪金黑W8" panose="020B0809000000000000" pitchFamily="49" charset="-122"/>
                      <a:ea typeface="华康俪金黑W8" panose="020B0809000000000000" pitchFamily="49" charset="-122"/>
                    </a:rPr>
                    <a:t>团队</a:t>
                  </a:r>
                  <a:endParaRPr lang="en-US" altLang="zh-CN" sz="32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endParaRPr>
                </a:p>
                <a:p>
                  <a:r>
                    <a:rPr lang="zh-CN" altLang="en-US" sz="3200" dirty="0" smtClean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华康俪金黑W8" panose="020B0809000000000000" pitchFamily="49" charset="-122"/>
                      <a:ea typeface="华康俪金黑W8" panose="020B0809000000000000" pitchFamily="49" charset="-122"/>
                    </a:rPr>
                    <a:t>之爱</a:t>
                  </a:r>
                  <a:endParaRPr lang="zh-CN" altLang="en-US" sz="3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endParaRPr>
                </a:p>
              </p:txBody>
            </p:sp>
          </p:grpSp>
          <p:grpSp>
            <p:nvGrpSpPr>
              <p:cNvPr id="2" name="组合 1"/>
              <p:cNvGrpSpPr/>
              <p:nvPr/>
            </p:nvGrpSpPr>
            <p:grpSpPr>
              <a:xfrm>
                <a:off x="3918234" y="821506"/>
                <a:ext cx="1649791" cy="1649791"/>
                <a:chOff x="4963885" y="1210623"/>
                <a:chExt cx="1649791" cy="1649791"/>
              </a:xfrm>
            </p:grpSpPr>
            <p:grpSp>
              <p:nvGrpSpPr>
                <p:cNvPr id="24" name="组合 23"/>
                <p:cNvGrpSpPr/>
                <p:nvPr/>
              </p:nvGrpSpPr>
              <p:grpSpPr>
                <a:xfrm>
                  <a:off x="4963885" y="1210623"/>
                  <a:ext cx="1649791" cy="1649791"/>
                  <a:chOff x="6125028" y="2365829"/>
                  <a:chExt cx="2307772" cy="2307772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25" name="流程图: 联系 24"/>
                  <p:cNvSpPr/>
                  <p:nvPr/>
                </p:nvSpPr>
                <p:spPr>
                  <a:xfrm>
                    <a:off x="6125028" y="2365829"/>
                    <a:ext cx="2307772" cy="2307772"/>
                  </a:xfrm>
                  <a:prstGeom prst="flowChartConnector">
                    <a:avLst/>
                  </a:prstGeom>
                  <a:solidFill>
                    <a:srgbClr val="652D8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" name="流程图: 联系 25"/>
                  <p:cNvSpPr/>
                  <p:nvPr/>
                </p:nvSpPr>
                <p:spPr>
                  <a:xfrm>
                    <a:off x="6284685" y="2525486"/>
                    <a:ext cx="1988458" cy="1988458"/>
                  </a:xfrm>
                  <a:prstGeom prst="flowChartConnector">
                    <a:avLst/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47" name="文本框 46"/>
                <p:cNvSpPr txBox="1"/>
                <p:nvPr/>
              </p:nvSpPr>
              <p:spPr>
                <a:xfrm>
                  <a:off x="5286077" y="1496908"/>
                  <a:ext cx="1005403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3200" dirty="0" smtClean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华康俪金黑W8" panose="020B0809000000000000" pitchFamily="49" charset="-122"/>
                      <a:ea typeface="华康俪金黑W8" panose="020B0809000000000000" pitchFamily="49" charset="-122"/>
                    </a:rPr>
                    <a:t>高度</a:t>
                  </a:r>
                  <a:endParaRPr lang="en-US" altLang="zh-CN" sz="32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endParaRPr>
                </a:p>
                <a:p>
                  <a:r>
                    <a:rPr lang="zh-CN" altLang="en-US" sz="32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华康俪金黑W8" panose="020B0809000000000000" pitchFamily="49" charset="-122"/>
                      <a:ea typeface="华康俪金黑W8" panose="020B0809000000000000" pitchFamily="49" charset="-122"/>
                    </a:rPr>
                    <a:t>专注</a:t>
                  </a:r>
                  <a:endParaRPr lang="en-US" altLang="zh-CN" sz="32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endParaRPr>
                </a:p>
              </p:txBody>
            </p:sp>
          </p:grpSp>
          <p:grpSp>
            <p:nvGrpSpPr>
              <p:cNvPr id="3" name="组合 2"/>
              <p:cNvGrpSpPr/>
              <p:nvPr/>
            </p:nvGrpSpPr>
            <p:grpSpPr>
              <a:xfrm>
                <a:off x="1548352" y="801361"/>
                <a:ext cx="1649791" cy="1649791"/>
                <a:chOff x="1828055" y="4753429"/>
                <a:chExt cx="1649791" cy="1649791"/>
              </a:xfrm>
            </p:grpSpPr>
            <p:grpSp>
              <p:nvGrpSpPr>
                <p:cNvPr id="27" name="组合 26"/>
                <p:cNvGrpSpPr/>
                <p:nvPr/>
              </p:nvGrpSpPr>
              <p:grpSpPr>
                <a:xfrm>
                  <a:off x="1828055" y="4753429"/>
                  <a:ext cx="1649791" cy="1649791"/>
                  <a:chOff x="5153143" y="2365828"/>
                  <a:chExt cx="2307772" cy="2307772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28" name="流程图: 联系 27"/>
                  <p:cNvSpPr/>
                  <p:nvPr/>
                </p:nvSpPr>
                <p:spPr>
                  <a:xfrm>
                    <a:off x="5153143" y="2365828"/>
                    <a:ext cx="2307772" cy="2307772"/>
                  </a:xfrm>
                  <a:prstGeom prst="flowChartConnector">
                    <a:avLst/>
                  </a:prstGeom>
                  <a:solidFill>
                    <a:srgbClr val="652D8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9" name="流程图: 联系 28"/>
                  <p:cNvSpPr/>
                  <p:nvPr/>
                </p:nvSpPr>
                <p:spPr>
                  <a:xfrm>
                    <a:off x="5305833" y="2523389"/>
                    <a:ext cx="1988456" cy="1988458"/>
                  </a:xfrm>
                  <a:prstGeom prst="flowChartConnector">
                    <a:avLst/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48" name="文本框 47"/>
                <p:cNvSpPr txBox="1"/>
                <p:nvPr/>
              </p:nvSpPr>
              <p:spPr>
                <a:xfrm>
                  <a:off x="2133736" y="5038217"/>
                  <a:ext cx="1024639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3200" dirty="0" smtClean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华康俪金黑W8" panose="020B0809000000000000" pitchFamily="49" charset="-122"/>
                      <a:ea typeface="华康俪金黑W8" panose="020B0809000000000000" pitchFamily="49" charset="-122"/>
                    </a:rPr>
                    <a:t>100%</a:t>
                  </a:r>
                </a:p>
                <a:p>
                  <a:r>
                    <a:rPr lang="zh-CN" altLang="en-US" sz="32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华康俪金黑W8" panose="020B0809000000000000" pitchFamily="49" charset="-122"/>
                      <a:ea typeface="华康俪金黑W8" panose="020B0809000000000000" pitchFamily="49" charset="-122"/>
                    </a:rPr>
                    <a:t>热情</a:t>
                  </a:r>
                  <a:endParaRPr lang="en-US" altLang="zh-CN" sz="32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endParaRPr>
                </a:p>
              </p:txBody>
            </p:sp>
          </p:grpSp>
          <p:grpSp>
            <p:nvGrpSpPr>
              <p:cNvPr id="6" name="组合 5"/>
              <p:cNvGrpSpPr/>
              <p:nvPr/>
            </p:nvGrpSpPr>
            <p:grpSpPr>
              <a:xfrm>
                <a:off x="6288116" y="844998"/>
                <a:ext cx="1649791" cy="1649791"/>
                <a:chOff x="7404927" y="4753430"/>
                <a:chExt cx="1649791" cy="1649791"/>
              </a:xfrm>
            </p:grpSpPr>
            <p:grpSp>
              <p:nvGrpSpPr>
                <p:cNvPr id="30" name="组合 29"/>
                <p:cNvGrpSpPr/>
                <p:nvPr/>
              </p:nvGrpSpPr>
              <p:grpSpPr>
                <a:xfrm>
                  <a:off x="7404927" y="4753430"/>
                  <a:ext cx="1649791" cy="1649791"/>
                  <a:chOff x="6125028" y="2365829"/>
                  <a:chExt cx="2307772" cy="2307772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31" name="流程图: 联系 30"/>
                  <p:cNvSpPr/>
                  <p:nvPr/>
                </p:nvSpPr>
                <p:spPr>
                  <a:xfrm>
                    <a:off x="6125028" y="2365829"/>
                    <a:ext cx="2307772" cy="2307772"/>
                  </a:xfrm>
                  <a:prstGeom prst="flowChartConnector">
                    <a:avLst/>
                  </a:prstGeom>
                  <a:solidFill>
                    <a:srgbClr val="652D8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2" name="流程图: 联系 31"/>
                  <p:cNvSpPr/>
                  <p:nvPr/>
                </p:nvSpPr>
                <p:spPr>
                  <a:xfrm>
                    <a:off x="6284685" y="2525486"/>
                    <a:ext cx="1988458" cy="1988458"/>
                  </a:xfrm>
                  <a:prstGeom prst="flowChartConnector">
                    <a:avLst/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49" name="文本框 48"/>
                <p:cNvSpPr txBox="1"/>
                <p:nvPr/>
              </p:nvSpPr>
              <p:spPr>
                <a:xfrm>
                  <a:off x="7727120" y="5285937"/>
                  <a:ext cx="100540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32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华康俪金黑W8" panose="020B0809000000000000" pitchFamily="49" charset="-122"/>
                      <a:ea typeface="华康俪金黑W8" panose="020B0809000000000000" pitchFamily="49" charset="-122"/>
                    </a:rPr>
                    <a:t>勇气</a:t>
                  </a:r>
                  <a:endParaRPr lang="en-US" altLang="zh-CN" sz="32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endParaRPr>
                </a:p>
              </p:txBody>
            </p:sp>
          </p:grpSp>
        </p:grpSp>
      </p:grpSp>
      <p:sp>
        <p:nvSpPr>
          <p:cNvPr id="21" name="矩形 20"/>
          <p:cNvSpPr/>
          <p:nvPr/>
        </p:nvSpPr>
        <p:spPr>
          <a:xfrm>
            <a:off x="0" y="-10324"/>
            <a:ext cx="12192000" cy="3429000"/>
          </a:xfrm>
          <a:prstGeom prst="rect">
            <a:avLst/>
          </a:prstGeom>
          <a:solidFill>
            <a:srgbClr val="FDC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2824584" y="1153273"/>
            <a:ext cx="6389555" cy="1693428"/>
            <a:chOff x="1716282" y="805517"/>
            <a:chExt cx="6389555" cy="1693428"/>
          </a:xfrm>
        </p:grpSpPr>
        <p:sp>
          <p:nvSpPr>
            <p:cNvPr id="45" name="矩形 44"/>
            <p:cNvSpPr/>
            <p:nvPr/>
          </p:nvSpPr>
          <p:spPr>
            <a:xfrm>
              <a:off x="3046602" y="1377505"/>
              <a:ext cx="4036369" cy="584775"/>
            </a:xfrm>
            <a:prstGeom prst="rect">
              <a:avLst/>
            </a:prstGeom>
            <a:solidFill>
              <a:srgbClr val="944A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DCE49"/>
                </a:solidFill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1716282" y="805517"/>
              <a:ext cx="6389555" cy="1693428"/>
              <a:chOff x="1548352" y="801361"/>
              <a:chExt cx="6389555" cy="1693428"/>
            </a:xfrm>
          </p:grpSpPr>
          <p:grpSp>
            <p:nvGrpSpPr>
              <p:cNvPr id="52" name="组合 51"/>
              <p:cNvGrpSpPr/>
              <p:nvPr/>
            </p:nvGrpSpPr>
            <p:grpSpPr>
              <a:xfrm>
                <a:off x="3918234" y="821506"/>
                <a:ext cx="1649791" cy="1649791"/>
                <a:chOff x="4963885" y="1210623"/>
                <a:chExt cx="1649791" cy="1649791"/>
              </a:xfrm>
            </p:grpSpPr>
            <p:grpSp>
              <p:nvGrpSpPr>
                <p:cNvPr id="63" name="组合 62"/>
                <p:cNvGrpSpPr/>
                <p:nvPr/>
              </p:nvGrpSpPr>
              <p:grpSpPr>
                <a:xfrm>
                  <a:off x="4963885" y="1210623"/>
                  <a:ext cx="1649791" cy="1649791"/>
                  <a:chOff x="6125028" y="2365829"/>
                  <a:chExt cx="2307772" cy="2307772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65" name="流程图: 联系 64"/>
                  <p:cNvSpPr/>
                  <p:nvPr/>
                </p:nvSpPr>
                <p:spPr>
                  <a:xfrm>
                    <a:off x="6125028" y="2365829"/>
                    <a:ext cx="2307772" cy="2307772"/>
                  </a:xfrm>
                  <a:prstGeom prst="flowChartConnector">
                    <a:avLst/>
                  </a:prstGeom>
                  <a:solidFill>
                    <a:srgbClr val="FCC42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" name="流程图: 联系 65"/>
                  <p:cNvSpPr/>
                  <p:nvPr/>
                </p:nvSpPr>
                <p:spPr>
                  <a:xfrm>
                    <a:off x="6284685" y="2525486"/>
                    <a:ext cx="1988458" cy="1988458"/>
                  </a:xfrm>
                  <a:prstGeom prst="flowChartConnector">
                    <a:avLst/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64" name="文本框 63"/>
                <p:cNvSpPr txBox="1"/>
                <p:nvPr/>
              </p:nvSpPr>
              <p:spPr>
                <a:xfrm>
                  <a:off x="5140836" y="1700970"/>
                  <a:ext cx="1415772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32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华康俪金黑W8" panose="020B0809000000000000" pitchFamily="49" charset="-122"/>
                      <a:ea typeface="华康俪金黑W8" panose="020B0809000000000000" pitchFamily="49" charset="-122"/>
                    </a:rPr>
                    <a:t>不统一</a:t>
                  </a:r>
                  <a:endParaRPr lang="en-US" altLang="zh-CN" sz="32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endParaRPr>
                </a:p>
              </p:txBody>
            </p:sp>
          </p:grpSp>
          <p:grpSp>
            <p:nvGrpSpPr>
              <p:cNvPr id="53" name="组合 52"/>
              <p:cNvGrpSpPr/>
              <p:nvPr/>
            </p:nvGrpSpPr>
            <p:grpSpPr>
              <a:xfrm>
                <a:off x="1548352" y="801361"/>
                <a:ext cx="1649791" cy="1649791"/>
                <a:chOff x="1828055" y="4753429"/>
                <a:chExt cx="1649791" cy="1649791"/>
              </a:xfrm>
            </p:grpSpPr>
            <p:grpSp>
              <p:nvGrpSpPr>
                <p:cNvPr id="59" name="组合 58"/>
                <p:cNvGrpSpPr/>
                <p:nvPr/>
              </p:nvGrpSpPr>
              <p:grpSpPr>
                <a:xfrm>
                  <a:off x="1828055" y="4753429"/>
                  <a:ext cx="1649791" cy="1649791"/>
                  <a:chOff x="5153143" y="2365828"/>
                  <a:chExt cx="2307772" cy="2307772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61" name="流程图: 联系 60"/>
                  <p:cNvSpPr/>
                  <p:nvPr/>
                </p:nvSpPr>
                <p:spPr>
                  <a:xfrm>
                    <a:off x="5153143" y="2365828"/>
                    <a:ext cx="2307772" cy="2307772"/>
                  </a:xfrm>
                  <a:prstGeom prst="flowChartConnector">
                    <a:avLst/>
                  </a:prstGeom>
                  <a:solidFill>
                    <a:srgbClr val="FCC42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" name="流程图: 联系 61"/>
                  <p:cNvSpPr/>
                  <p:nvPr/>
                </p:nvSpPr>
                <p:spPr>
                  <a:xfrm>
                    <a:off x="5305833" y="2523389"/>
                    <a:ext cx="1988456" cy="1988458"/>
                  </a:xfrm>
                  <a:prstGeom prst="flowChartConnector">
                    <a:avLst/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60" name="文本框 59"/>
                <p:cNvSpPr txBox="1"/>
                <p:nvPr/>
              </p:nvSpPr>
              <p:spPr>
                <a:xfrm>
                  <a:off x="2152972" y="5269950"/>
                  <a:ext cx="100540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32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华康俪金黑W8" panose="020B0809000000000000" pitchFamily="49" charset="-122"/>
                      <a:ea typeface="华康俪金黑W8" panose="020B0809000000000000" pitchFamily="49" charset="-122"/>
                    </a:rPr>
                    <a:t>松散</a:t>
                  </a:r>
                  <a:endParaRPr lang="en-US" altLang="zh-CN" sz="32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endParaRPr>
                </a:p>
              </p:txBody>
            </p:sp>
          </p:grpSp>
          <p:grpSp>
            <p:nvGrpSpPr>
              <p:cNvPr id="54" name="组合 53"/>
              <p:cNvGrpSpPr/>
              <p:nvPr/>
            </p:nvGrpSpPr>
            <p:grpSpPr>
              <a:xfrm>
                <a:off x="6288116" y="844998"/>
                <a:ext cx="1649791" cy="1649791"/>
                <a:chOff x="7404927" y="4753430"/>
                <a:chExt cx="1649791" cy="1649791"/>
              </a:xfrm>
            </p:grpSpPr>
            <p:grpSp>
              <p:nvGrpSpPr>
                <p:cNvPr id="55" name="组合 54"/>
                <p:cNvGrpSpPr/>
                <p:nvPr/>
              </p:nvGrpSpPr>
              <p:grpSpPr>
                <a:xfrm>
                  <a:off x="7404927" y="4753430"/>
                  <a:ext cx="1649791" cy="1649791"/>
                  <a:chOff x="6125028" y="2365829"/>
                  <a:chExt cx="2307772" cy="2307772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57" name="流程图: 联系 56"/>
                  <p:cNvSpPr/>
                  <p:nvPr/>
                </p:nvSpPr>
                <p:spPr>
                  <a:xfrm>
                    <a:off x="6125028" y="2365829"/>
                    <a:ext cx="2307772" cy="2307772"/>
                  </a:xfrm>
                  <a:prstGeom prst="flowChartConnector">
                    <a:avLst/>
                  </a:prstGeom>
                  <a:solidFill>
                    <a:srgbClr val="FCC42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" name="流程图: 联系 57"/>
                  <p:cNvSpPr/>
                  <p:nvPr/>
                </p:nvSpPr>
                <p:spPr>
                  <a:xfrm>
                    <a:off x="6284685" y="2525486"/>
                    <a:ext cx="1988458" cy="1988458"/>
                  </a:xfrm>
                  <a:prstGeom prst="flowChartConnector">
                    <a:avLst/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56" name="文本框 55"/>
                <p:cNvSpPr txBox="1"/>
                <p:nvPr/>
              </p:nvSpPr>
              <p:spPr>
                <a:xfrm>
                  <a:off x="7727120" y="5040918"/>
                  <a:ext cx="1005403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3200" dirty="0" smtClean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华康俪金黑W8" panose="020B0809000000000000" pitchFamily="49" charset="-122"/>
                      <a:ea typeface="华康俪金黑W8" panose="020B0809000000000000" pitchFamily="49" charset="-122"/>
                    </a:rPr>
                    <a:t>无纪</a:t>
                  </a:r>
                  <a:endParaRPr lang="en-US" altLang="zh-CN" sz="32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endParaRPr>
                </a:p>
                <a:p>
                  <a:r>
                    <a:rPr lang="zh-CN" altLang="en-US" sz="3200" dirty="0" smtClean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华康俪金黑W8" panose="020B0809000000000000" pitchFamily="49" charset="-122"/>
                      <a:ea typeface="华康俪金黑W8" panose="020B0809000000000000" pitchFamily="49" charset="-122"/>
                    </a:rPr>
                    <a:t>律性</a:t>
                  </a:r>
                  <a:endParaRPr lang="en-US" altLang="zh-CN" sz="32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endParaRPr>
                </a:p>
              </p:txBody>
            </p:sp>
          </p:grpSp>
        </p:grpSp>
      </p:grpSp>
      <p:sp>
        <p:nvSpPr>
          <p:cNvPr id="36" name="文本框 35"/>
          <p:cNvSpPr txBox="1"/>
          <p:nvPr/>
        </p:nvSpPr>
        <p:spPr>
          <a:xfrm>
            <a:off x="4798515" y="5786620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无敌团队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4798515" y="95585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普通</a:t>
            </a:r>
            <a:r>
              <a:rPr lang="zh-CN" altLang="en-US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团队</a:t>
            </a:r>
            <a:endParaRPr lang="zh-CN" altLang="en-US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5294338" y="2767280"/>
            <a:ext cx="16033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 smtClean="0">
                <a:solidFill>
                  <a:srgbClr val="944AC2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VS</a:t>
            </a:r>
            <a:endParaRPr lang="zh-CN" altLang="en-US" sz="8000" dirty="0">
              <a:solidFill>
                <a:srgbClr val="944AC2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 rotWithShape="1">
          <a:blip r:embed="rId2"/>
          <a:srcRect t="43726"/>
          <a:stretch/>
        </p:blipFill>
        <p:spPr>
          <a:xfrm>
            <a:off x="4779150" y="3425371"/>
            <a:ext cx="2633700" cy="120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3768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 rot="5400000">
            <a:off x="4463143" y="-4477657"/>
            <a:ext cx="3265714" cy="12192000"/>
          </a:xfrm>
          <a:prstGeom prst="rtTriangle">
            <a:avLst/>
          </a:prstGeom>
          <a:solidFill>
            <a:srgbClr val="944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/>
        </p:nvSpPr>
        <p:spPr>
          <a:xfrm rot="16200000">
            <a:off x="4463143" y="-870857"/>
            <a:ext cx="3265714" cy="12192000"/>
          </a:xfrm>
          <a:prstGeom prst="rtTriangle">
            <a:avLst/>
          </a:prstGeom>
          <a:solidFill>
            <a:srgbClr val="944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19199" y="329555"/>
            <a:ext cx="2443298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2</a:t>
            </a:r>
            <a:endParaRPr lang="zh-CN" altLang="en-US" sz="3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62497" y="2259394"/>
            <a:ext cx="7859844" cy="3083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打造无敌团队要面临的</a:t>
            </a:r>
            <a:endParaRPr lang="en-US" altLang="zh-CN" sz="4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6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   ——</a:t>
            </a:r>
            <a:r>
              <a:rPr lang="zh-CN" altLang="en-US" sz="6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三</a:t>
            </a:r>
            <a:r>
              <a:rPr lang="zh-CN" alt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大阻力</a:t>
            </a:r>
            <a:endParaRPr lang="en-US" altLang="zh-CN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4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51033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A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93121" y="5111536"/>
            <a:ext cx="3095626" cy="3095626"/>
            <a:chOff x="5277984" y="1330071"/>
            <a:chExt cx="3095626" cy="3095626"/>
          </a:xfrm>
        </p:grpSpPr>
        <p:sp>
          <p:nvSpPr>
            <p:cNvPr id="35" name="流程图: 联系 34"/>
            <p:cNvSpPr/>
            <p:nvPr/>
          </p:nvSpPr>
          <p:spPr>
            <a:xfrm>
              <a:off x="5277984" y="1330071"/>
              <a:ext cx="3095626" cy="3095626"/>
            </a:xfrm>
            <a:prstGeom prst="flowChartConnector">
              <a:avLst/>
            </a:prstGeom>
            <a:solidFill>
              <a:srgbClr val="944AC2"/>
            </a:solidFill>
            <a:ln w="285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" name="直接连接符 14"/>
            <p:cNvCxnSpPr/>
            <p:nvPr/>
          </p:nvCxnSpPr>
          <p:spPr>
            <a:xfrm flipV="1">
              <a:off x="6521744" y="2598359"/>
              <a:ext cx="608106" cy="571867"/>
            </a:xfrm>
            <a:prstGeom prst="line">
              <a:avLst/>
            </a:prstGeom>
            <a:ln w="1016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组合 44"/>
            <p:cNvGrpSpPr/>
            <p:nvPr/>
          </p:nvGrpSpPr>
          <p:grpSpPr>
            <a:xfrm>
              <a:off x="6899675" y="1658674"/>
              <a:ext cx="1149535" cy="1169108"/>
              <a:chOff x="6899675" y="1658674"/>
              <a:chExt cx="1149535" cy="1169108"/>
            </a:xfrm>
          </p:grpSpPr>
          <p:sp>
            <p:nvSpPr>
              <p:cNvPr id="36" name="流程图: 联系 35"/>
              <p:cNvSpPr/>
              <p:nvPr/>
            </p:nvSpPr>
            <p:spPr>
              <a:xfrm>
                <a:off x="6899675" y="1658674"/>
                <a:ext cx="1149535" cy="1149535"/>
              </a:xfrm>
              <a:prstGeom prst="flowChartConnector">
                <a:avLst/>
              </a:prstGeom>
              <a:solidFill>
                <a:srgbClr val="FFF2CC"/>
              </a:solidFill>
              <a:ln w="38100">
                <a:solidFill>
                  <a:srgbClr val="652D86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6971740" y="1750564"/>
                <a:ext cx="1005403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32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方正大黑简体" panose="02010601030101010101" pitchFamily="2" charset="-122"/>
                    <a:ea typeface="方正大黑简体" panose="02010601030101010101" pitchFamily="2" charset="-122"/>
                  </a:rPr>
                  <a:t>创造</a:t>
                </a:r>
                <a:endParaRPr lang="en-US" altLang="zh-CN" sz="3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endParaRPr>
              </a:p>
              <a:p>
                <a:pPr algn="ctr"/>
                <a:r>
                  <a:rPr lang="zh-CN" altLang="en-US" sz="32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方正大黑简体" panose="02010601030101010101" pitchFamily="2" charset="-122"/>
                    <a:ea typeface="方正大黑简体" panose="02010601030101010101" pitchFamily="2" charset="-122"/>
                  </a:rPr>
                  <a:t>力</a:t>
                </a:r>
                <a:endParaRPr lang="en-US" altLang="zh-CN" sz="3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endParaRPr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5573669" y="2940572"/>
              <a:ext cx="1149535" cy="1149535"/>
              <a:chOff x="5573669" y="2940572"/>
              <a:chExt cx="1149535" cy="1149535"/>
            </a:xfrm>
          </p:grpSpPr>
          <p:sp>
            <p:nvSpPr>
              <p:cNvPr id="41" name="流程图: 联系 40"/>
              <p:cNvSpPr/>
              <p:nvPr/>
            </p:nvSpPr>
            <p:spPr>
              <a:xfrm>
                <a:off x="5573669" y="2940572"/>
                <a:ext cx="1149535" cy="1149535"/>
              </a:xfrm>
              <a:prstGeom prst="flowChartConnector">
                <a:avLst/>
              </a:prstGeom>
              <a:solidFill>
                <a:srgbClr val="FFF2CC"/>
              </a:solidFill>
              <a:ln w="38100">
                <a:solidFill>
                  <a:srgbClr val="652D86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5638110" y="3240289"/>
                <a:ext cx="100540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3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方正大黑简体" panose="02010601030101010101" pitchFamily="2" charset="-122"/>
                    <a:ea typeface="方正大黑简体" panose="02010601030101010101" pitchFamily="2" charset="-122"/>
                  </a:rPr>
                  <a:t>愤怒</a:t>
                </a:r>
                <a:endParaRPr lang="en-US" altLang="zh-CN" sz="3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endParaRPr>
              </a:p>
            </p:txBody>
          </p:sp>
        </p:grpSp>
        <p:sp>
          <p:nvSpPr>
            <p:cNvPr id="47" name="文本框 46"/>
            <p:cNvSpPr txBox="1"/>
            <p:nvPr/>
          </p:nvSpPr>
          <p:spPr>
            <a:xfrm rot="18920803">
              <a:off x="6266515" y="2615577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solidFill>
                    <a:schemeClr val="bg1"/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存在联系</a:t>
              </a:r>
              <a:endParaRPr lang="zh-CN" altLang="en-US" sz="14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endParaRPr>
            </a:p>
          </p:txBody>
        </p:sp>
      </p:grpSp>
      <p:sp>
        <p:nvSpPr>
          <p:cNvPr id="13" name="矩形 67"/>
          <p:cNvSpPr>
            <a:spLocks noChangeArrowheads="1"/>
          </p:cNvSpPr>
          <p:nvPr/>
        </p:nvSpPr>
        <p:spPr bwMode="auto">
          <a:xfrm>
            <a:off x="703263" y="1128713"/>
            <a:ext cx="228620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NO.1 </a:t>
            </a:r>
            <a:r>
              <a:rPr lang="zh-CN" altLang="en-US" sz="36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矛盾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03263" y="1775044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把矛盾冲突转变为疗伤的手段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流程图: 联系 15"/>
          <p:cNvSpPr/>
          <p:nvPr/>
        </p:nvSpPr>
        <p:spPr>
          <a:xfrm>
            <a:off x="2364641" y="2421375"/>
            <a:ext cx="3095626" cy="3095626"/>
          </a:xfrm>
          <a:prstGeom prst="flowChartConnector">
            <a:avLst/>
          </a:prstGeom>
          <a:solidFill>
            <a:srgbClr val="944AC2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流程图: 联系 16"/>
          <p:cNvSpPr/>
          <p:nvPr/>
        </p:nvSpPr>
        <p:spPr>
          <a:xfrm>
            <a:off x="2760435" y="2730938"/>
            <a:ext cx="969736" cy="969736"/>
          </a:xfrm>
          <a:prstGeom prst="flowChartConnector">
            <a:avLst/>
          </a:prstGeom>
          <a:solidFill>
            <a:srgbClr val="FFF2CC"/>
          </a:solidFill>
          <a:ln w="38100">
            <a:solidFill>
              <a:srgbClr val="652D8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流程图: 联系 17"/>
          <p:cNvSpPr/>
          <p:nvPr/>
        </p:nvSpPr>
        <p:spPr>
          <a:xfrm>
            <a:off x="3730171" y="3969188"/>
            <a:ext cx="1349828" cy="1349828"/>
          </a:xfrm>
          <a:prstGeom prst="flowChartConnector">
            <a:avLst/>
          </a:prstGeom>
          <a:solidFill>
            <a:srgbClr val="FFF2CC"/>
          </a:solidFill>
          <a:ln w="38100">
            <a:solidFill>
              <a:srgbClr val="652D8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 rot="19357400">
            <a:off x="3573479" y="3594488"/>
            <a:ext cx="354322" cy="531262"/>
          </a:xfrm>
          <a:prstGeom prst="downArrow">
            <a:avLst/>
          </a:prstGeom>
          <a:solidFill>
            <a:srgbClr val="944AC2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896489" y="2877884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矛盾</a:t>
            </a:r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冲突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817592" y="4290159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疗伤</a:t>
            </a:r>
            <a:endParaRPr lang="en-US" altLang="zh-CN" sz="4000" dirty="0" smtClean="0">
              <a:solidFill>
                <a:schemeClr val="tx1">
                  <a:lumMod val="85000"/>
                  <a:lumOff val="15000"/>
                </a:schemeClr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22" name="矩形 67"/>
          <p:cNvSpPr>
            <a:spLocks noChangeArrowheads="1"/>
          </p:cNvSpPr>
          <p:nvPr/>
        </p:nvSpPr>
        <p:spPr bwMode="auto">
          <a:xfrm>
            <a:off x="6436529" y="3652565"/>
            <a:ext cx="228620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NO.2 </a:t>
            </a:r>
            <a:r>
              <a:rPr lang="zh-CN" altLang="en-US" sz="36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怒火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436529" y="4330537"/>
            <a:ext cx="5116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学会控制并运用怒火是每个领导人需要面对的最艰巨的任务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-29248" y="-14357"/>
            <a:ext cx="12221248" cy="855601"/>
            <a:chOff x="-29248" y="-9525"/>
            <a:chExt cx="12221248" cy="855601"/>
          </a:xfrm>
        </p:grpSpPr>
        <p:sp>
          <p:nvSpPr>
            <p:cNvPr id="24" name="矩形 23"/>
            <p:cNvSpPr/>
            <p:nvPr/>
          </p:nvSpPr>
          <p:spPr>
            <a:xfrm>
              <a:off x="0" y="-9525"/>
              <a:ext cx="12192000" cy="828675"/>
            </a:xfrm>
            <a:prstGeom prst="rect">
              <a:avLst/>
            </a:prstGeom>
            <a:solidFill>
              <a:srgbClr val="944AC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25" name="组合 18"/>
            <p:cNvGrpSpPr>
              <a:grpSpLocks/>
            </p:cNvGrpSpPr>
            <p:nvPr/>
          </p:nvGrpSpPr>
          <p:grpSpPr bwMode="auto">
            <a:xfrm>
              <a:off x="0" y="-9525"/>
              <a:ext cx="2117724" cy="855601"/>
              <a:chOff x="915906" y="-1850794"/>
              <a:chExt cx="2117281" cy="854904"/>
            </a:xfrm>
          </p:grpSpPr>
          <p:sp>
            <p:nvSpPr>
              <p:cNvPr id="31" name="五边形 30"/>
              <p:cNvSpPr/>
              <p:nvPr/>
            </p:nvSpPr>
            <p:spPr>
              <a:xfrm>
                <a:off x="922440" y="-1823890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五边形 32"/>
              <p:cNvSpPr/>
              <p:nvPr/>
            </p:nvSpPr>
            <p:spPr>
              <a:xfrm>
                <a:off x="921946" y="-1837342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五边形 33"/>
              <p:cNvSpPr/>
              <p:nvPr/>
            </p:nvSpPr>
            <p:spPr>
              <a:xfrm>
                <a:off x="915906" y="-1850794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" name="文本框 25"/>
            <p:cNvSpPr txBox="1"/>
            <p:nvPr/>
          </p:nvSpPr>
          <p:spPr>
            <a:xfrm>
              <a:off x="-29248" y="75044"/>
              <a:ext cx="1219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如何</a:t>
              </a:r>
              <a:r>
                <a:rPr lang="zh-CN" altLang="en-US" sz="3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化解三大阻力</a:t>
              </a:r>
              <a:endPara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grpSp>
          <p:nvGrpSpPr>
            <p:cNvPr id="27" name="组合 18"/>
            <p:cNvGrpSpPr>
              <a:grpSpLocks/>
            </p:cNvGrpSpPr>
            <p:nvPr/>
          </p:nvGrpSpPr>
          <p:grpSpPr bwMode="auto">
            <a:xfrm rot="10800000">
              <a:off x="10067740" y="3936"/>
              <a:ext cx="2117724" cy="829571"/>
              <a:chOff x="922441" y="-1865140"/>
              <a:chExt cx="2117281" cy="828895"/>
            </a:xfrm>
          </p:grpSpPr>
          <p:sp>
            <p:nvSpPr>
              <p:cNvPr id="28" name="五边形 27"/>
              <p:cNvSpPr/>
              <p:nvPr/>
            </p:nvSpPr>
            <p:spPr>
              <a:xfrm>
                <a:off x="928974" y="-1865140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五边形 28"/>
              <p:cNvSpPr/>
              <p:nvPr/>
            </p:nvSpPr>
            <p:spPr>
              <a:xfrm>
                <a:off x="922441" y="-1864245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五边形 29"/>
              <p:cNvSpPr/>
              <p:nvPr/>
            </p:nvSpPr>
            <p:spPr>
              <a:xfrm>
                <a:off x="922441" y="-1865138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68185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A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630" y="-1864633"/>
            <a:ext cx="3322608" cy="3316511"/>
          </a:xfrm>
          <a:prstGeom prst="rect">
            <a:avLst/>
          </a:prstGeom>
        </p:spPr>
      </p:pic>
      <p:sp>
        <p:nvSpPr>
          <p:cNvPr id="13" name="矩形 67"/>
          <p:cNvSpPr>
            <a:spLocks noChangeArrowheads="1"/>
          </p:cNvSpPr>
          <p:nvPr/>
        </p:nvSpPr>
        <p:spPr bwMode="auto">
          <a:xfrm>
            <a:off x="775834" y="805547"/>
            <a:ext cx="228620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NO.3 </a:t>
            </a:r>
            <a:r>
              <a:rPr lang="zh-CN" altLang="en-US" sz="36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危机</a:t>
            </a:r>
            <a:endParaRPr lang="zh-CN" altLang="en-US" sz="3600" dirty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75834" y="1451878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面对危机，冷静看待，危机即机遇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流程图: 联系 32"/>
          <p:cNvSpPr/>
          <p:nvPr/>
        </p:nvSpPr>
        <p:spPr>
          <a:xfrm>
            <a:off x="2515052" y="2034841"/>
            <a:ext cx="3493861" cy="3493861"/>
          </a:xfrm>
          <a:prstGeom prst="flowChartConnector">
            <a:avLst/>
          </a:prstGeom>
          <a:solidFill>
            <a:srgbClr val="944AC2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H="1" flipV="1">
            <a:off x="2589565" y="3310483"/>
            <a:ext cx="801123" cy="139524"/>
          </a:xfrm>
          <a:prstGeom prst="line">
            <a:avLst/>
          </a:prstGeom>
          <a:ln w="196850">
            <a:solidFill>
              <a:srgbClr val="652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 flipV="1">
            <a:off x="2529397" y="3782055"/>
            <a:ext cx="805567" cy="44729"/>
          </a:xfrm>
          <a:prstGeom prst="line">
            <a:avLst/>
          </a:prstGeom>
          <a:ln w="196850">
            <a:solidFill>
              <a:srgbClr val="652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2589270" y="4148622"/>
            <a:ext cx="787604" cy="111341"/>
          </a:xfrm>
          <a:prstGeom prst="line">
            <a:avLst/>
          </a:prstGeom>
          <a:ln w="196850">
            <a:solidFill>
              <a:srgbClr val="652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H="1">
            <a:off x="2786573" y="4383169"/>
            <a:ext cx="674790" cy="307394"/>
          </a:xfrm>
          <a:prstGeom prst="line">
            <a:avLst/>
          </a:prstGeom>
          <a:ln w="196850">
            <a:solidFill>
              <a:srgbClr val="652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H="1">
            <a:off x="3096657" y="4606045"/>
            <a:ext cx="531814" cy="458367"/>
          </a:xfrm>
          <a:prstGeom prst="line">
            <a:avLst/>
          </a:prstGeom>
          <a:ln w="196850">
            <a:solidFill>
              <a:srgbClr val="652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>
            <a:off x="3495360" y="4678667"/>
            <a:ext cx="413178" cy="658630"/>
          </a:xfrm>
          <a:prstGeom prst="line">
            <a:avLst/>
          </a:prstGeom>
          <a:ln w="196850">
            <a:solidFill>
              <a:srgbClr val="652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 flipV="1">
            <a:off x="2802522" y="2814767"/>
            <a:ext cx="542235" cy="270024"/>
          </a:xfrm>
          <a:prstGeom prst="line">
            <a:avLst/>
          </a:prstGeom>
          <a:ln w="196850">
            <a:solidFill>
              <a:srgbClr val="652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 flipV="1">
            <a:off x="3163199" y="2433186"/>
            <a:ext cx="398730" cy="494552"/>
          </a:xfrm>
          <a:prstGeom prst="line">
            <a:avLst/>
          </a:prstGeom>
          <a:ln w="196850">
            <a:solidFill>
              <a:srgbClr val="652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 flipV="1">
            <a:off x="3641055" y="2146181"/>
            <a:ext cx="183433" cy="668586"/>
          </a:xfrm>
          <a:prstGeom prst="line">
            <a:avLst/>
          </a:prstGeom>
          <a:ln w="196850">
            <a:solidFill>
              <a:srgbClr val="652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 flipV="1">
            <a:off x="4177357" y="2034841"/>
            <a:ext cx="32719" cy="779926"/>
          </a:xfrm>
          <a:prstGeom prst="line">
            <a:avLst/>
          </a:prstGeom>
          <a:ln w="196850">
            <a:solidFill>
              <a:srgbClr val="652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3987268" y="4690563"/>
            <a:ext cx="115298" cy="804669"/>
          </a:xfrm>
          <a:prstGeom prst="line">
            <a:avLst/>
          </a:prstGeom>
          <a:ln w="196850">
            <a:solidFill>
              <a:srgbClr val="652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 flipH="1">
            <a:off x="4553735" y="2454781"/>
            <a:ext cx="1427541" cy="2908276"/>
            <a:chOff x="3428566" y="2235093"/>
            <a:chExt cx="1379141" cy="2908276"/>
          </a:xfrm>
        </p:grpSpPr>
        <p:cxnSp>
          <p:nvCxnSpPr>
            <p:cNvPr id="64" name="直接连接符 63"/>
            <p:cNvCxnSpPr/>
            <p:nvPr/>
          </p:nvCxnSpPr>
          <p:spPr>
            <a:xfrm flipH="1" flipV="1">
              <a:off x="3488734" y="3116555"/>
              <a:ext cx="801123" cy="139524"/>
            </a:xfrm>
            <a:prstGeom prst="line">
              <a:avLst/>
            </a:prstGeom>
            <a:ln w="196850">
              <a:solidFill>
                <a:srgbClr val="652D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 flipV="1">
              <a:off x="3428566" y="3588127"/>
              <a:ext cx="805567" cy="44729"/>
            </a:xfrm>
            <a:prstGeom prst="line">
              <a:avLst/>
            </a:prstGeom>
            <a:ln w="196850">
              <a:solidFill>
                <a:srgbClr val="652D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3488439" y="3954694"/>
              <a:ext cx="787604" cy="111341"/>
            </a:xfrm>
            <a:prstGeom prst="line">
              <a:avLst/>
            </a:prstGeom>
            <a:ln w="196850">
              <a:solidFill>
                <a:srgbClr val="652D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3685742" y="4189241"/>
              <a:ext cx="674790" cy="307394"/>
            </a:xfrm>
            <a:prstGeom prst="line">
              <a:avLst/>
            </a:prstGeom>
            <a:ln w="196850">
              <a:solidFill>
                <a:srgbClr val="652D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3995826" y="4412117"/>
              <a:ext cx="531814" cy="458367"/>
            </a:xfrm>
            <a:prstGeom prst="line">
              <a:avLst/>
            </a:prstGeom>
            <a:ln w="196850">
              <a:solidFill>
                <a:srgbClr val="652D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394529" y="4484739"/>
              <a:ext cx="413178" cy="658630"/>
            </a:xfrm>
            <a:prstGeom prst="line">
              <a:avLst/>
            </a:prstGeom>
            <a:ln w="196850">
              <a:solidFill>
                <a:srgbClr val="652D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 flipV="1">
              <a:off x="3701691" y="2620839"/>
              <a:ext cx="542235" cy="270024"/>
            </a:xfrm>
            <a:prstGeom prst="line">
              <a:avLst/>
            </a:prstGeom>
            <a:ln w="196850">
              <a:solidFill>
                <a:srgbClr val="652D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 flipV="1">
              <a:off x="4034117" y="2235093"/>
              <a:ext cx="426981" cy="498717"/>
            </a:xfrm>
            <a:prstGeom prst="line">
              <a:avLst/>
            </a:prstGeom>
            <a:ln w="196850">
              <a:solidFill>
                <a:srgbClr val="652D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71"/>
          <p:cNvCxnSpPr/>
          <p:nvPr/>
        </p:nvCxnSpPr>
        <p:spPr>
          <a:xfrm flipV="1">
            <a:off x="4560655" y="2146181"/>
            <a:ext cx="276131" cy="581596"/>
          </a:xfrm>
          <a:prstGeom prst="line">
            <a:avLst/>
          </a:prstGeom>
          <a:ln w="196850">
            <a:solidFill>
              <a:srgbClr val="652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 flipV="1">
            <a:off x="4384456" y="4728225"/>
            <a:ext cx="54218" cy="767007"/>
          </a:xfrm>
          <a:prstGeom prst="line">
            <a:avLst/>
          </a:prstGeom>
          <a:ln w="196850">
            <a:solidFill>
              <a:srgbClr val="652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 bwMode="auto">
          <a:xfrm>
            <a:off x="3049132" y="2522676"/>
            <a:ext cx="2425700" cy="242887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rgbClr val="652D86"/>
            </a:solidFill>
          </a:ln>
          <a:effectLst>
            <a:outerShdw blurRad="1397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4800"/>
          </a:p>
        </p:txBody>
      </p:sp>
      <p:sp>
        <p:nvSpPr>
          <p:cNvPr id="42" name="文本框 41"/>
          <p:cNvSpPr txBox="1"/>
          <p:nvPr/>
        </p:nvSpPr>
        <p:spPr>
          <a:xfrm>
            <a:off x="3367764" y="3136906"/>
            <a:ext cx="187743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dirty="0">
                <a:solidFill>
                  <a:schemeClr val="tx1">
                    <a:lumMod val="85000"/>
                    <a:lumOff val="15000"/>
                    <a:alpha val="40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危机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3629047" y="2808026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危险</a:t>
            </a: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3629047" y="3851956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机遇</a:t>
            </a:r>
          </a:p>
        </p:txBody>
      </p:sp>
      <p:grpSp>
        <p:nvGrpSpPr>
          <p:cNvPr id="44" name="组合 43"/>
          <p:cNvGrpSpPr/>
          <p:nvPr/>
        </p:nvGrpSpPr>
        <p:grpSpPr>
          <a:xfrm>
            <a:off x="-29248" y="6016537"/>
            <a:ext cx="12221248" cy="855601"/>
            <a:chOff x="-29248" y="-9525"/>
            <a:chExt cx="12221248" cy="855601"/>
          </a:xfrm>
        </p:grpSpPr>
        <p:sp>
          <p:nvSpPr>
            <p:cNvPr id="48" name="矩形 47"/>
            <p:cNvSpPr/>
            <p:nvPr/>
          </p:nvSpPr>
          <p:spPr>
            <a:xfrm>
              <a:off x="0" y="-9525"/>
              <a:ext cx="12192000" cy="828675"/>
            </a:xfrm>
            <a:prstGeom prst="rect">
              <a:avLst/>
            </a:prstGeom>
            <a:solidFill>
              <a:srgbClr val="944AC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49" name="组合 18"/>
            <p:cNvGrpSpPr>
              <a:grpSpLocks/>
            </p:cNvGrpSpPr>
            <p:nvPr/>
          </p:nvGrpSpPr>
          <p:grpSpPr bwMode="auto">
            <a:xfrm>
              <a:off x="0" y="-9525"/>
              <a:ext cx="2117724" cy="855601"/>
              <a:chOff x="915906" y="-1850794"/>
              <a:chExt cx="2117281" cy="854904"/>
            </a:xfrm>
          </p:grpSpPr>
          <p:sp>
            <p:nvSpPr>
              <p:cNvPr id="55" name="五边形 54"/>
              <p:cNvSpPr/>
              <p:nvPr/>
            </p:nvSpPr>
            <p:spPr>
              <a:xfrm>
                <a:off x="922440" y="-1823890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五边形 55"/>
              <p:cNvSpPr/>
              <p:nvPr/>
            </p:nvSpPr>
            <p:spPr>
              <a:xfrm>
                <a:off x="921946" y="-1837342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五边形 56"/>
              <p:cNvSpPr/>
              <p:nvPr/>
            </p:nvSpPr>
            <p:spPr>
              <a:xfrm>
                <a:off x="915906" y="-1850794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0" name="文本框 49"/>
            <p:cNvSpPr txBox="1"/>
            <p:nvPr/>
          </p:nvSpPr>
          <p:spPr>
            <a:xfrm>
              <a:off x="-29248" y="75044"/>
              <a:ext cx="1219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阻力 </a:t>
              </a:r>
              <a:r>
                <a:rPr lang="en-US" altLang="zh-CN" sz="3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= </a:t>
              </a:r>
              <a:r>
                <a:rPr lang="zh-CN" altLang="en-US" sz="3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动力</a:t>
              </a:r>
              <a:endPara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grpSp>
          <p:nvGrpSpPr>
            <p:cNvPr id="51" name="组合 18"/>
            <p:cNvGrpSpPr>
              <a:grpSpLocks/>
            </p:cNvGrpSpPr>
            <p:nvPr/>
          </p:nvGrpSpPr>
          <p:grpSpPr bwMode="auto">
            <a:xfrm rot="10800000">
              <a:off x="10067740" y="3936"/>
              <a:ext cx="2117724" cy="829571"/>
              <a:chOff x="922441" y="-1865140"/>
              <a:chExt cx="2117281" cy="828895"/>
            </a:xfrm>
          </p:grpSpPr>
          <p:sp>
            <p:nvSpPr>
              <p:cNvPr id="52" name="五边形 51"/>
              <p:cNvSpPr/>
              <p:nvPr/>
            </p:nvSpPr>
            <p:spPr>
              <a:xfrm>
                <a:off x="928974" y="-1865140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五边形 52"/>
              <p:cNvSpPr/>
              <p:nvPr/>
            </p:nvSpPr>
            <p:spPr>
              <a:xfrm>
                <a:off x="922441" y="-1864245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五边形 53"/>
              <p:cNvSpPr/>
              <p:nvPr/>
            </p:nvSpPr>
            <p:spPr>
              <a:xfrm>
                <a:off x="922441" y="-1865138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89030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 rot="5400000">
            <a:off x="2667000" y="-2681515"/>
            <a:ext cx="6858000" cy="12192002"/>
          </a:xfrm>
          <a:prstGeom prst="rtTriangle">
            <a:avLst/>
          </a:prstGeom>
          <a:solidFill>
            <a:srgbClr val="944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19199" y="329555"/>
            <a:ext cx="2443298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3</a:t>
            </a:r>
            <a:endParaRPr lang="zh-CN" altLang="en-US" sz="3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91471" y="1951672"/>
            <a:ext cx="7019870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破解</a:t>
            </a:r>
            <a:r>
              <a:rPr lang="zh-CN" altLang="en-US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菲式法则</a:t>
            </a:r>
            <a:endParaRPr lang="en-US" altLang="zh-CN" sz="6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r>
              <a:rPr lang="zh-CN" altLang="en-US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 </a:t>
            </a:r>
            <a:r>
              <a:rPr lang="en-US" altLang="zh-CN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——</a:t>
            </a:r>
            <a:r>
              <a:rPr lang="zh-CN" altLang="en-US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最佳的方式</a:t>
            </a:r>
            <a:endParaRPr lang="en-US" altLang="zh-CN" sz="4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r>
              <a:rPr lang="en-US" altLang="zh-CN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     </a:t>
            </a:r>
            <a:r>
              <a:rPr lang="zh-CN" altLang="en-US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即最简单的方式</a:t>
            </a:r>
            <a:endParaRPr lang="zh-CN" altLang="en-US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51471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 48"/>
          <p:cNvSpPr/>
          <p:nvPr/>
        </p:nvSpPr>
        <p:spPr>
          <a:xfrm rot="10800000">
            <a:off x="2085975" y="7072313"/>
            <a:ext cx="149225" cy="127000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 rot="8100000">
            <a:off x="2108200" y="7227888"/>
            <a:ext cx="149225" cy="128587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63" name="组合 62"/>
          <p:cNvGrpSpPr/>
          <p:nvPr/>
        </p:nvGrpSpPr>
        <p:grpSpPr>
          <a:xfrm>
            <a:off x="2085975" y="2119313"/>
            <a:ext cx="149225" cy="4903787"/>
            <a:chOff x="2085975" y="2119313"/>
            <a:chExt cx="149225" cy="4903787"/>
          </a:xfrm>
        </p:grpSpPr>
        <p:sp>
          <p:nvSpPr>
            <p:cNvPr id="26" name="任意多边形 25"/>
            <p:cNvSpPr/>
            <p:nvPr/>
          </p:nvSpPr>
          <p:spPr>
            <a:xfrm rot="10800000">
              <a:off x="2085975" y="3003550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 rot="10800000">
              <a:off x="2085975" y="3179763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8" name="任意多边形 27"/>
            <p:cNvSpPr/>
            <p:nvPr/>
          </p:nvSpPr>
          <p:spPr>
            <a:xfrm rot="10800000">
              <a:off x="2085975" y="3355975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 rot="10800000">
              <a:off x="2085975" y="3532188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 rot="10800000">
              <a:off x="2085975" y="3708400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" name="任意多边形 30"/>
            <p:cNvSpPr/>
            <p:nvPr/>
          </p:nvSpPr>
          <p:spPr>
            <a:xfrm rot="10800000">
              <a:off x="2085975" y="3884613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2" name="任意多边形 31"/>
            <p:cNvSpPr/>
            <p:nvPr/>
          </p:nvSpPr>
          <p:spPr>
            <a:xfrm rot="10800000">
              <a:off x="2085975" y="407987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3" name="任意多边形 32"/>
            <p:cNvSpPr/>
            <p:nvPr/>
          </p:nvSpPr>
          <p:spPr>
            <a:xfrm rot="10800000">
              <a:off x="2085975" y="42560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4" name="任意多边形 33"/>
            <p:cNvSpPr/>
            <p:nvPr/>
          </p:nvSpPr>
          <p:spPr>
            <a:xfrm rot="10800000">
              <a:off x="2085975" y="44323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5" name="任意多边形 34"/>
            <p:cNvSpPr/>
            <p:nvPr/>
          </p:nvSpPr>
          <p:spPr>
            <a:xfrm rot="10800000">
              <a:off x="2085975" y="460692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6" name="任意多边形 35"/>
            <p:cNvSpPr/>
            <p:nvPr/>
          </p:nvSpPr>
          <p:spPr>
            <a:xfrm rot="10800000">
              <a:off x="2085975" y="4783138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7" name="任意多边形 36"/>
            <p:cNvSpPr/>
            <p:nvPr/>
          </p:nvSpPr>
          <p:spPr>
            <a:xfrm rot="10800000">
              <a:off x="2085975" y="49593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8" name="任意多边形 37"/>
            <p:cNvSpPr/>
            <p:nvPr/>
          </p:nvSpPr>
          <p:spPr>
            <a:xfrm rot="10800000">
              <a:off x="2085975" y="513556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9" name="任意多边形 38"/>
            <p:cNvSpPr/>
            <p:nvPr/>
          </p:nvSpPr>
          <p:spPr>
            <a:xfrm rot="10800000">
              <a:off x="2085975" y="531177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0" name="任意多边形 39"/>
            <p:cNvSpPr/>
            <p:nvPr/>
          </p:nvSpPr>
          <p:spPr>
            <a:xfrm rot="10800000">
              <a:off x="2085975" y="54879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1" name="任意多边形 40"/>
            <p:cNvSpPr/>
            <p:nvPr/>
          </p:nvSpPr>
          <p:spPr>
            <a:xfrm rot="10800000">
              <a:off x="2085975" y="56642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2" name="任意多边形 41"/>
            <p:cNvSpPr/>
            <p:nvPr/>
          </p:nvSpPr>
          <p:spPr>
            <a:xfrm rot="10800000">
              <a:off x="2085975" y="584041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3" name="任意多边形 42"/>
            <p:cNvSpPr/>
            <p:nvPr/>
          </p:nvSpPr>
          <p:spPr>
            <a:xfrm rot="10800000">
              <a:off x="2085975" y="60166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4" name="任意多边形 43"/>
            <p:cNvSpPr/>
            <p:nvPr/>
          </p:nvSpPr>
          <p:spPr>
            <a:xfrm rot="10800000">
              <a:off x="2085975" y="61912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10800000">
              <a:off x="2085975" y="6367463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6" name="任意多边形 45"/>
            <p:cNvSpPr/>
            <p:nvPr/>
          </p:nvSpPr>
          <p:spPr>
            <a:xfrm rot="10800000">
              <a:off x="2085975" y="654367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7" name="任意多边形 46"/>
            <p:cNvSpPr/>
            <p:nvPr/>
          </p:nvSpPr>
          <p:spPr>
            <a:xfrm rot="10800000">
              <a:off x="2085975" y="67198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8" name="任意多边形 47"/>
            <p:cNvSpPr/>
            <p:nvPr/>
          </p:nvSpPr>
          <p:spPr>
            <a:xfrm rot="10800000">
              <a:off x="2085975" y="68961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1" name="任意多边形 50"/>
            <p:cNvSpPr/>
            <p:nvPr/>
          </p:nvSpPr>
          <p:spPr>
            <a:xfrm rot="10800000">
              <a:off x="2085975" y="2119313"/>
              <a:ext cx="149225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2" name="任意多边形 51"/>
            <p:cNvSpPr/>
            <p:nvPr/>
          </p:nvSpPr>
          <p:spPr>
            <a:xfrm rot="10800000">
              <a:off x="2085975" y="2295525"/>
              <a:ext cx="149225" cy="131763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3" name="任意多边形 52"/>
            <p:cNvSpPr/>
            <p:nvPr/>
          </p:nvSpPr>
          <p:spPr>
            <a:xfrm rot="10800000">
              <a:off x="2085975" y="2471738"/>
              <a:ext cx="149225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4" name="任意多边形 53"/>
            <p:cNvSpPr/>
            <p:nvPr/>
          </p:nvSpPr>
          <p:spPr>
            <a:xfrm rot="10800000">
              <a:off x="2085975" y="2646363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5" name="任意多边形 54"/>
            <p:cNvSpPr/>
            <p:nvPr/>
          </p:nvSpPr>
          <p:spPr>
            <a:xfrm rot="10800000">
              <a:off x="2085975" y="2822575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14330" y="325539"/>
            <a:ext cx="2114740" cy="2114740"/>
            <a:chOff x="6125028" y="2365829"/>
            <a:chExt cx="2307772" cy="230777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8" name="流程图: 联系 17"/>
            <p:cNvSpPr/>
            <p:nvPr/>
          </p:nvSpPr>
          <p:spPr>
            <a:xfrm>
              <a:off x="6125028" y="2365829"/>
              <a:ext cx="2307772" cy="2307772"/>
            </a:xfrm>
            <a:prstGeom prst="flowChartConnector">
              <a:avLst/>
            </a:prstGeom>
            <a:solidFill>
              <a:srgbClr val="FDCE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流程图: 联系 18"/>
            <p:cNvSpPr/>
            <p:nvPr/>
          </p:nvSpPr>
          <p:spPr>
            <a:xfrm>
              <a:off x="6284683" y="2525486"/>
              <a:ext cx="1988457" cy="1988458"/>
            </a:xfrm>
            <a:prstGeom prst="flowChartConnector">
              <a:avLst/>
            </a:prstGeom>
            <a:solidFill>
              <a:srgbClr val="FFF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1397982" y="708626"/>
            <a:ext cx="156966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NO.1</a:t>
            </a:r>
          </a:p>
          <a:p>
            <a:pPr algn="ctr"/>
            <a:r>
              <a: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内心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3439887" y="432430"/>
            <a:ext cx="75344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由内而外的领导</a:t>
            </a:r>
            <a:endParaRPr lang="en-US" altLang="zh-CN" sz="4800" dirty="0" smtClean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r>
              <a:rPr lang="en-US" altLang="zh-CN" sz="480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 </a:t>
            </a:r>
            <a:r>
              <a:rPr lang="en-US" altLang="zh-CN" sz="4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 </a:t>
            </a:r>
            <a:r>
              <a:rPr lang="en-US" altLang="zh-CN" sz="44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 </a:t>
            </a:r>
            <a:r>
              <a:rPr lang="en-US" altLang="zh-CN" sz="40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——</a:t>
            </a:r>
            <a:r>
              <a:rPr lang="zh-CN" altLang="en-US" sz="40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发自内心的表达</a:t>
            </a:r>
            <a:endParaRPr lang="zh-CN" altLang="en-US" sz="4000" dirty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9" t="4525" r="19725" b="3469"/>
          <a:stretch/>
        </p:blipFill>
        <p:spPr>
          <a:xfrm>
            <a:off x="2817177" y="2692948"/>
            <a:ext cx="849352" cy="83924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0" name="文本框 59"/>
          <p:cNvSpPr txBox="1"/>
          <p:nvPr/>
        </p:nvSpPr>
        <p:spPr>
          <a:xfrm>
            <a:off x="3666529" y="2675209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禅师说：</a:t>
            </a: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3775712" y="3983037"/>
            <a:ext cx="6692122" cy="1600201"/>
          </a:xfrm>
          <a:prstGeom prst="roundRect">
            <a:avLst/>
          </a:prstGeom>
          <a:solidFill>
            <a:srgbClr val="FDDB7B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4035063" y="4238625"/>
            <a:ext cx="6562446" cy="1082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越从心底里表达自己，团队成员们就越愿意聆听，进而在我的整套想法中获益</a:t>
            </a:r>
          </a:p>
        </p:txBody>
      </p:sp>
    </p:spTree>
    <p:extLst>
      <p:ext uri="{BB962C8B-B14F-4D97-AF65-F5344CB8AC3E}">
        <p14:creationId xmlns:p14="http://schemas.microsoft.com/office/powerpoint/2010/main" val="5801158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 48"/>
          <p:cNvSpPr/>
          <p:nvPr/>
        </p:nvSpPr>
        <p:spPr>
          <a:xfrm rot="10800000">
            <a:off x="2085975" y="7072313"/>
            <a:ext cx="149225" cy="127000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 rot="8100000">
            <a:off x="2108200" y="7227888"/>
            <a:ext cx="149225" cy="128587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3254507" y="176568"/>
            <a:ext cx="612379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自我设</a:t>
            </a:r>
            <a:r>
              <a:rPr lang="zh-CN" altLang="en-US" sz="4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限</a:t>
            </a:r>
            <a:endParaRPr lang="en-US" altLang="zh-CN" sz="4800" dirty="0" smtClean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r>
              <a:rPr lang="en-US" altLang="zh-CN" sz="2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——</a:t>
            </a:r>
            <a:r>
              <a:rPr lang="zh-CN" altLang="en-US" sz="2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分配权力，只保留最后的权威</a:t>
            </a:r>
            <a:endParaRPr lang="en-US" altLang="zh-CN" sz="2800" dirty="0" smtClean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85975" y="127944"/>
            <a:ext cx="171450" cy="1516063"/>
            <a:chOff x="2085975" y="-136525"/>
            <a:chExt cx="171450" cy="1516063"/>
          </a:xfrm>
        </p:grpSpPr>
        <p:sp>
          <p:nvSpPr>
            <p:cNvPr id="58" name="任意多边形 57"/>
            <p:cNvSpPr/>
            <p:nvPr/>
          </p:nvSpPr>
          <p:spPr>
            <a:xfrm rot="10800000">
              <a:off x="2085975" y="-1365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3" name="任意多边形 62"/>
            <p:cNvSpPr/>
            <p:nvPr/>
          </p:nvSpPr>
          <p:spPr>
            <a:xfrm rot="10800000">
              <a:off x="2085975" y="396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4" name="任意多边形 63"/>
            <p:cNvSpPr/>
            <p:nvPr/>
          </p:nvSpPr>
          <p:spPr>
            <a:xfrm rot="10800000">
              <a:off x="2085975" y="2159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 rot="10800000">
              <a:off x="2085975" y="39211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 rot="10800000">
              <a:off x="2085975" y="5683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 rot="10800000">
              <a:off x="2085975" y="7429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 rot="10800000">
              <a:off x="2085975" y="919163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 rot="10800000">
              <a:off x="2085975" y="109537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 rot="8100000">
              <a:off x="2108200" y="125253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71" name="组合 2"/>
          <p:cNvGrpSpPr>
            <a:grpSpLocks/>
          </p:cNvGrpSpPr>
          <p:nvPr/>
        </p:nvGrpSpPr>
        <p:grpSpPr bwMode="auto">
          <a:xfrm>
            <a:off x="2280473" y="1570188"/>
            <a:ext cx="7704138" cy="147637"/>
            <a:chOff x="2280164" y="6324918"/>
            <a:chExt cx="7704268" cy="148043"/>
          </a:xfrm>
        </p:grpSpPr>
        <p:grpSp>
          <p:nvGrpSpPr>
            <p:cNvPr id="72" name="组合 3"/>
            <p:cNvGrpSpPr>
              <a:grpSpLocks/>
            </p:cNvGrpSpPr>
            <p:nvPr/>
          </p:nvGrpSpPr>
          <p:grpSpPr bwMode="auto">
            <a:xfrm rot="-5400000">
              <a:off x="4118342" y="4486740"/>
              <a:ext cx="148043" cy="3824399"/>
              <a:chOff x="2239093" y="2285256"/>
              <a:chExt cx="148043" cy="3824399"/>
            </a:xfrm>
          </p:grpSpPr>
          <p:sp>
            <p:nvSpPr>
              <p:cNvPr id="96" name="任意多边形 95"/>
              <p:cNvSpPr/>
              <p:nvPr/>
            </p:nvSpPr>
            <p:spPr>
              <a:xfrm rot="10800000">
                <a:off x="2239092" y="2285255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7" name="任意多边形 96"/>
              <p:cNvSpPr/>
              <p:nvPr/>
            </p:nvSpPr>
            <p:spPr>
              <a:xfrm rot="10800000">
                <a:off x="2239092" y="2461471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 rot="10800000">
                <a:off x="2239092" y="263768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9" name="任意多边形 98"/>
              <p:cNvSpPr/>
              <p:nvPr/>
            </p:nvSpPr>
            <p:spPr>
              <a:xfrm rot="10800000">
                <a:off x="2239092" y="281390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0" name="任意多边形 99"/>
              <p:cNvSpPr/>
              <p:nvPr/>
            </p:nvSpPr>
            <p:spPr>
              <a:xfrm rot="10800000">
                <a:off x="2239092" y="2990117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1" name="任意多边形 100"/>
              <p:cNvSpPr/>
              <p:nvPr/>
            </p:nvSpPr>
            <p:spPr>
              <a:xfrm rot="10800000">
                <a:off x="2239092" y="3164745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2" name="任意多边形 101"/>
              <p:cNvSpPr/>
              <p:nvPr/>
            </p:nvSpPr>
            <p:spPr>
              <a:xfrm rot="10800000">
                <a:off x="2239092" y="3340961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 rot="10800000">
                <a:off x="2239092" y="3517176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4" name="任意多边形 103"/>
              <p:cNvSpPr/>
              <p:nvPr/>
            </p:nvSpPr>
            <p:spPr>
              <a:xfrm rot="10800000">
                <a:off x="2239092" y="369339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 rot="10800000">
                <a:off x="2239092" y="3869607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6" name="任意多边形 105"/>
              <p:cNvSpPr/>
              <p:nvPr/>
            </p:nvSpPr>
            <p:spPr>
              <a:xfrm rot="10800000">
                <a:off x="2239092" y="4045823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7" name="任意多边形 106"/>
              <p:cNvSpPr/>
              <p:nvPr/>
            </p:nvSpPr>
            <p:spPr>
              <a:xfrm rot="10800000">
                <a:off x="2239092" y="4222038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8" name="任意多边形 107"/>
              <p:cNvSpPr/>
              <p:nvPr/>
            </p:nvSpPr>
            <p:spPr>
              <a:xfrm rot="10800000">
                <a:off x="2239092" y="439825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9" name="任意多边形 108"/>
              <p:cNvSpPr/>
              <p:nvPr/>
            </p:nvSpPr>
            <p:spPr>
              <a:xfrm rot="10800000">
                <a:off x="2239092" y="457446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0" name="任意多边形 109"/>
              <p:cNvSpPr/>
              <p:nvPr/>
            </p:nvSpPr>
            <p:spPr>
              <a:xfrm rot="10800000">
                <a:off x="2239092" y="4749097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1" name="任意多边形 110"/>
              <p:cNvSpPr/>
              <p:nvPr/>
            </p:nvSpPr>
            <p:spPr>
              <a:xfrm rot="10800000">
                <a:off x="2239092" y="4925313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2" name="任意多边形 111"/>
              <p:cNvSpPr/>
              <p:nvPr/>
            </p:nvSpPr>
            <p:spPr>
              <a:xfrm rot="10800000">
                <a:off x="2239092" y="5101528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3" name="任意多边形 112"/>
              <p:cNvSpPr/>
              <p:nvPr/>
            </p:nvSpPr>
            <p:spPr>
              <a:xfrm rot="10800000">
                <a:off x="2239092" y="527774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4" name="任意多边形 113"/>
              <p:cNvSpPr/>
              <p:nvPr/>
            </p:nvSpPr>
            <p:spPr>
              <a:xfrm rot="10800000">
                <a:off x="2239092" y="545395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5" name="任意多边形 114"/>
              <p:cNvSpPr/>
              <p:nvPr/>
            </p:nvSpPr>
            <p:spPr>
              <a:xfrm rot="10800000">
                <a:off x="2239092" y="5630175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6" name="任意多边形 115"/>
              <p:cNvSpPr/>
              <p:nvPr/>
            </p:nvSpPr>
            <p:spPr>
              <a:xfrm rot="10800000">
                <a:off x="2239092" y="5806390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7" name="任意多边形 116"/>
              <p:cNvSpPr/>
              <p:nvPr/>
            </p:nvSpPr>
            <p:spPr>
              <a:xfrm rot="10800000">
                <a:off x="2239092" y="598260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73" name="组合 4"/>
            <p:cNvGrpSpPr>
              <a:grpSpLocks/>
            </p:cNvGrpSpPr>
            <p:nvPr/>
          </p:nvGrpSpPr>
          <p:grpSpPr bwMode="auto">
            <a:xfrm rot="-5400000">
              <a:off x="7998211" y="4486740"/>
              <a:ext cx="148043" cy="3824399"/>
              <a:chOff x="2239093" y="2285256"/>
              <a:chExt cx="148043" cy="3824399"/>
            </a:xfrm>
          </p:grpSpPr>
          <p:sp>
            <p:nvSpPr>
              <p:cNvPr id="74" name="任意多边形 73"/>
              <p:cNvSpPr/>
              <p:nvPr/>
            </p:nvSpPr>
            <p:spPr>
              <a:xfrm rot="10800000">
                <a:off x="2239092" y="228530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5" name="任意多边形 74"/>
              <p:cNvSpPr/>
              <p:nvPr/>
            </p:nvSpPr>
            <p:spPr>
              <a:xfrm rot="10800000">
                <a:off x="2239092" y="2461518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6" name="任意多边形 75"/>
              <p:cNvSpPr/>
              <p:nvPr/>
            </p:nvSpPr>
            <p:spPr>
              <a:xfrm rot="10800000">
                <a:off x="2239092" y="2637733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7" name="任意多边形 76"/>
              <p:cNvSpPr/>
              <p:nvPr/>
            </p:nvSpPr>
            <p:spPr>
              <a:xfrm rot="10800000">
                <a:off x="2239092" y="281394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8" name="任意多边形 77"/>
              <p:cNvSpPr/>
              <p:nvPr/>
            </p:nvSpPr>
            <p:spPr>
              <a:xfrm rot="10800000">
                <a:off x="2239092" y="299016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9" name="任意多边形 78"/>
              <p:cNvSpPr/>
              <p:nvPr/>
            </p:nvSpPr>
            <p:spPr>
              <a:xfrm rot="10800000">
                <a:off x="2239092" y="3164792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0" name="任意多边形 79"/>
              <p:cNvSpPr/>
              <p:nvPr/>
            </p:nvSpPr>
            <p:spPr>
              <a:xfrm rot="10800000">
                <a:off x="2239092" y="3341008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1" name="任意多边形 80"/>
              <p:cNvSpPr/>
              <p:nvPr/>
            </p:nvSpPr>
            <p:spPr>
              <a:xfrm rot="10800000">
                <a:off x="2239092" y="3517223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2" name="任意多边形 81"/>
              <p:cNvSpPr/>
              <p:nvPr/>
            </p:nvSpPr>
            <p:spPr>
              <a:xfrm rot="10800000">
                <a:off x="2239092" y="369343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3" name="任意多边形 82"/>
              <p:cNvSpPr/>
              <p:nvPr/>
            </p:nvSpPr>
            <p:spPr>
              <a:xfrm rot="10800000">
                <a:off x="2239092" y="386965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4" name="任意多边形 83"/>
              <p:cNvSpPr/>
              <p:nvPr/>
            </p:nvSpPr>
            <p:spPr>
              <a:xfrm rot="10800000">
                <a:off x="2239092" y="4045870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5" name="任意多边形 84"/>
              <p:cNvSpPr/>
              <p:nvPr/>
            </p:nvSpPr>
            <p:spPr>
              <a:xfrm rot="10800000">
                <a:off x="2239092" y="4222085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6" name="任意多边形 85"/>
              <p:cNvSpPr/>
              <p:nvPr/>
            </p:nvSpPr>
            <p:spPr>
              <a:xfrm rot="10800000">
                <a:off x="2239092" y="4398301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7" name="任意多边形 86"/>
              <p:cNvSpPr/>
              <p:nvPr/>
            </p:nvSpPr>
            <p:spPr>
              <a:xfrm rot="10800000">
                <a:off x="2239092" y="457451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8" name="任意多边形 87"/>
              <p:cNvSpPr/>
              <p:nvPr/>
            </p:nvSpPr>
            <p:spPr>
              <a:xfrm rot="10800000">
                <a:off x="2239092" y="4749144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9" name="任意多边形 88"/>
              <p:cNvSpPr/>
              <p:nvPr/>
            </p:nvSpPr>
            <p:spPr>
              <a:xfrm rot="10800000">
                <a:off x="2239092" y="4925360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0" name="任意多边形 89"/>
              <p:cNvSpPr/>
              <p:nvPr/>
            </p:nvSpPr>
            <p:spPr>
              <a:xfrm rot="10800000">
                <a:off x="2239092" y="5101575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1" name="任意多边形 90"/>
              <p:cNvSpPr/>
              <p:nvPr/>
            </p:nvSpPr>
            <p:spPr>
              <a:xfrm rot="10800000">
                <a:off x="2239092" y="5277791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 rot="10800000">
                <a:off x="2239092" y="545400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3" name="任意多边形 92"/>
              <p:cNvSpPr/>
              <p:nvPr/>
            </p:nvSpPr>
            <p:spPr>
              <a:xfrm rot="10800000">
                <a:off x="2239092" y="563022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4" name="任意多边形 93"/>
              <p:cNvSpPr/>
              <p:nvPr/>
            </p:nvSpPr>
            <p:spPr>
              <a:xfrm rot="10800000">
                <a:off x="2239092" y="5806437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5" name="任意多边形 94"/>
              <p:cNvSpPr/>
              <p:nvPr/>
            </p:nvSpPr>
            <p:spPr>
              <a:xfrm rot="10800000">
                <a:off x="2239092" y="5982653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10272713" y="2130425"/>
            <a:ext cx="147637" cy="5081588"/>
            <a:chOff x="10272713" y="2130425"/>
            <a:chExt cx="147637" cy="5081588"/>
          </a:xfrm>
        </p:grpSpPr>
        <p:sp>
          <p:nvSpPr>
            <p:cNvPr id="118" name="任意多边形 117"/>
            <p:cNvSpPr/>
            <p:nvPr/>
          </p:nvSpPr>
          <p:spPr>
            <a:xfrm rot="10800000">
              <a:off x="10272713" y="3016250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9" name="任意多边形 118"/>
            <p:cNvSpPr/>
            <p:nvPr/>
          </p:nvSpPr>
          <p:spPr>
            <a:xfrm rot="10800000">
              <a:off x="10272713" y="3192463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0" name="任意多边形 119"/>
            <p:cNvSpPr/>
            <p:nvPr/>
          </p:nvSpPr>
          <p:spPr>
            <a:xfrm rot="10800000">
              <a:off x="10272713" y="336867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1" name="任意多边形 120"/>
            <p:cNvSpPr/>
            <p:nvPr/>
          </p:nvSpPr>
          <p:spPr>
            <a:xfrm rot="10800000">
              <a:off x="10272713" y="3544888"/>
              <a:ext cx="147637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2" name="任意多边形 121"/>
            <p:cNvSpPr/>
            <p:nvPr/>
          </p:nvSpPr>
          <p:spPr>
            <a:xfrm rot="10800000">
              <a:off x="10272713" y="3721100"/>
              <a:ext cx="147637" cy="131763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3" name="任意多边形 122"/>
            <p:cNvSpPr/>
            <p:nvPr/>
          </p:nvSpPr>
          <p:spPr>
            <a:xfrm rot="10800000">
              <a:off x="10272713" y="3897313"/>
              <a:ext cx="147637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4" name="任意多边形 123"/>
            <p:cNvSpPr/>
            <p:nvPr/>
          </p:nvSpPr>
          <p:spPr>
            <a:xfrm rot="10800000">
              <a:off x="10272713" y="409098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5" name="任意多边形 124"/>
            <p:cNvSpPr/>
            <p:nvPr/>
          </p:nvSpPr>
          <p:spPr>
            <a:xfrm rot="10800000">
              <a:off x="10272713" y="4267200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6" name="任意多边形 125"/>
            <p:cNvSpPr/>
            <p:nvPr/>
          </p:nvSpPr>
          <p:spPr>
            <a:xfrm rot="10800000">
              <a:off x="10272713" y="4443413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7" name="任意多边形 126"/>
            <p:cNvSpPr/>
            <p:nvPr/>
          </p:nvSpPr>
          <p:spPr>
            <a:xfrm rot="10800000">
              <a:off x="10272713" y="461962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8" name="任意多边形 127"/>
            <p:cNvSpPr/>
            <p:nvPr/>
          </p:nvSpPr>
          <p:spPr>
            <a:xfrm rot="10800000">
              <a:off x="10272713" y="479583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9" name="任意多边形 128"/>
            <p:cNvSpPr/>
            <p:nvPr/>
          </p:nvSpPr>
          <p:spPr>
            <a:xfrm rot="10800000">
              <a:off x="10272713" y="497205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0" name="任意多边形 129"/>
            <p:cNvSpPr/>
            <p:nvPr/>
          </p:nvSpPr>
          <p:spPr>
            <a:xfrm rot="10800000">
              <a:off x="10272713" y="51482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1" name="任意多边形 130"/>
            <p:cNvSpPr/>
            <p:nvPr/>
          </p:nvSpPr>
          <p:spPr>
            <a:xfrm rot="10800000">
              <a:off x="10272713" y="532447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2" name="任意多边形 131"/>
            <p:cNvSpPr/>
            <p:nvPr/>
          </p:nvSpPr>
          <p:spPr>
            <a:xfrm rot="10800000">
              <a:off x="10272713" y="55006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3" name="任意多边形 132"/>
            <p:cNvSpPr/>
            <p:nvPr/>
          </p:nvSpPr>
          <p:spPr>
            <a:xfrm rot="10800000">
              <a:off x="10272713" y="5675313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4" name="任意多边形 133"/>
            <p:cNvSpPr/>
            <p:nvPr/>
          </p:nvSpPr>
          <p:spPr>
            <a:xfrm rot="10800000">
              <a:off x="10272713" y="5851525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5" name="任意多边形 134"/>
            <p:cNvSpPr/>
            <p:nvPr/>
          </p:nvSpPr>
          <p:spPr>
            <a:xfrm rot="10800000">
              <a:off x="10272713" y="602773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6" name="任意多边形 135"/>
            <p:cNvSpPr/>
            <p:nvPr/>
          </p:nvSpPr>
          <p:spPr>
            <a:xfrm rot="10800000">
              <a:off x="10272713" y="620395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7" name="任意多边形 136"/>
            <p:cNvSpPr/>
            <p:nvPr/>
          </p:nvSpPr>
          <p:spPr>
            <a:xfrm rot="10800000">
              <a:off x="10272713" y="63801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8" name="任意多边形 137"/>
            <p:cNvSpPr/>
            <p:nvPr/>
          </p:nvSpPr>
          <p:spPr>
            <a:xfrm rot="10800000">
              <a:off x="10272713" y="655637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9" name="任意多边形 138"/>
            <p:cNvSpPr/>
            <p:nvPr/>
          </p:nvSpPr>
          <p:spPr>
            <a:xfrm rot="10800000">
              <a:off x="10272713" y="67325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0" name="任意多边形 139"/>
            <p:cNvSpPr/>
            <p:nvPr/>
          </p:nvSpPr>
          <p:spPr>
            <a:xfrm rot="10800000">
              <a:off x="10272713" y="690880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1" name="任意多边形 140"/>
            <p:cNvSpPr/>
            <p:nvPr/>
          </p:nvSpPr>
          <p:spPr>
            <a:xfrm rot="10800000">
              <a:off x="10272713" y="708501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2" name="任意多边形 141"/>
            <p:cNvSpPr/>
            <p:nvPr/>
          </p:nvSpPr>
          <p:spPr>
            <a:xfrm rot="10800000">
              <a:off x="10272713" y="213042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3" name="任意多边形 142"/>
            <p:cNvSpPr/>
            <p:nvPr/>
          </p:nvSpPr>
          <p:spPr>
            <a:xfrm rot="10800000">
              <a:off x="10272713" y="2306638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4" name="任意多边形 143"/>
            <p:cNvSpPr/>
            <p:nvPr/>
          </p:nvSpPr>
          <p:spPr>
            <a:xfrm rot="10800000">
              <a:off x="10272713" y="2482850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5" name="任意多边形 144"/>
            <p:cNvSpPr/>
            <p:nvPr/>
          </p:nvSpPr>
          <p:spPr>
            <a:xfrm rot="10800000">
              <a:off x="10272713" y="2659063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6" name="任意多边形 145"/>
            <p:cNvSpPr/>
            <p:nvPr/>
          </p:nvSpPr>
          <p:spPr>
            <a:xfrm rot="10800000">
              <a:off x="10272713" y="283527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2081089" y="-1265111"/>
            <a:ext cx="149225" cy="1360488"/>
            <a:chOff x="2085975" y="-136525"/>
            <a:chExt cx="149225" cy="1360488"/>
          </a:xfrm>
        </p:grpSpPr>
        <p:sp>
          <p:nvSpPr>
            <p:cNvPr id="160" name="任意多边形 159"/>
            <p:cNvSpPr/>
            <p:nvPr/>
          </p:nvSpPr>
          <p:spPr>
            <a:xfrm rot="10800000">
              <a:off x="2085975" y="-1365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1" name="任意多边形 160"/>
            <p:cNvSpPr/>
            <p:nvPr/>
          </p:nvSpPr>
          <p:spPr>
            <a:xfrm rot="10800000">
              <a:off x="2085975" y="396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2" name="任意多边形 161"/>
            <p:cNvSpPr/>
            <p:nvPr/>
          </p:nvSpPr>
          <p:spPr>
            <a:xfrm rot="10800000">
              <a:off x="2085975" y="2159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3" name="任意多边形 162"/>
            <p:cNvSpPr/>
            <p:nvPr/>
          </p:nvSpPr>
          <p:spPr>
            <a:xfrm rot="10800000">
              <a:off x="2085975" y="39211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4" name="任意多边形 163"/>
            <p:cNvSpPr/>
            <p:nvPr/>
          </p:nvSpPr>
          <p:spPr>
            <a:xfrm rot="10800000">
              <a:off x="2085975" y="5683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5" name="任意多边形 164"/>
            <p:cNvSpPr/>
            <p:nvPr/>
          </p:nvSpPr>
          <p:spPr>
            <a:xfrm rot="10800000">
              <a:off x="2085975" y="7429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6" name="任意多边形 165"/>
            <p:cNvSpPr/>
            <p:nvPr/>
          </p:nvSpPr>
          <p:spPr>
            <a:xfrm rot="10800000">
              <a:off x="2085975" y="919163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7" name="任意多边形 166"/>
            <p:cNvSpPr/>
            <p:nvPr/>
          </p:nvSpPr>
          <p:spPr>
            <a:xfrm rot="10800000">
              <a:off x="2085975" y="109537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pic>
        <p:nvPicPr>
          <p:cNvPr id="169" name="图片 16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9" t="4525" r="19725" b="3469"/>
          <a:stretch/>
        </p:blipFill>
        <p:spPr>
          <a:xfrm>
            <a:off x="1629440" y="2418581"/>
            <a:ext cx="849352" cy="83924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70" name="文本框 169"/>
          <p:cNvSpPr txBox="1"/>
          <p:nvPr/>
        </p:nvSpPr>
        <p:spPr>
          <a:xfrm>
            <a:off x="2478792" y="2400842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禅师说：</a:t>
            </a: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71" name="圆角矩形 170"/>
          <p:cNvSpPr/>
          <p:nvPr/>
        </p:nvSpPr>
        <p:spPr>
          <a:xfrm>
            <a:off x="2581881" y="3660608"/>
            <a:ext cx="6677908" cy="2054943"/>
          </a:xfrm>
          <a:prstGeom prst="roundRect">
            <a:avLst/>
          </a:prstGeom>
          <a:solidFill>
            <a:srgbClr val="FDDB7B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文本框 171"/>
          <p:cNvSpPr txBox="1"/>
          <p:nvPr/>
        </p:nvSpPr>
        <p:spPr>
          <a:xfrm>
            <a:off x="2962091" y="3910382"/>
            <a:ext cx="6562446" cy="1599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这样做反而强化了我对于球队的控制，因为他把我从琐碎的小事中解放出来，能够专注于团队的整体规划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9289161" y="588798"/>
            <a:ext cx="2114740" cy="2114740"/>
            <a:chOff x="6125028" y="2365829"/>
            <a:chExt cx="2307772" cy="230777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8" name="流程图: 联系 147"/>
            <p:cNvSpPr/>
            <p:nvPr/>
          </p:nvSpPr>
          <p:spPr>
            <a:xfrm>
              <a:off x="6125028" y="2365829"/>
              <a:ext cx="2307772" cy="2307772"/>
            </a:xfrm>
            <a:prstGeom prst="flowChartConnector">
              <a:avLst/>
            </a:prstGeom>
            <a:solidFill>
              <a:srgbClr val="FDCE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流程图: 联系 148"/>
            <p:cNvSpPr/>
            <p:nvPr/>
          </p:nvSpPr>
          <p:spPr>
            <a:xfrm>
              <a:off x="6284683" y="2525486"/>
              <a:ext cx="1988457" cy="1988458"/>
            </a:xfrm>
            <a:prstGeom prst="flowChartConnector">
              <a:avLst/>
            </a:prstGeom>
            <a:solidFill>
              <a:srgbClr val="FFF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9589913" y="986749"/>
            <a:ext cx="156966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NO.2</a:t>
            </a:r>
          </a:p>
          <a:p>
            <a:pPr algn="ctr"/>
            <a:r>
              <a: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设限</a:t>
            </a:r>
          </a:p>
        </p:txBody>
      </p:sp>
    </p:spTree>
    <p:extLst>
      <p:ext uri="{BB962C8B-B14F-4D97-AF65-F5344CB8AC3E}">
        <p14:creationId xmlns:p14="http://schemas.microsoft.com/office/powerpoint/2010/main" val="19301597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流程图: 联系 13"/>
          <p:cNvSpPr/>
          <p:nvPr/>
        </p:nvSpPr>
        <p:spPr>
          <a:xfrm>
            <a:off x="3845509" y="1118130"/>
            <a:ext cx="4518976" cy="4518976"/>
          </a:xfrm>
          <a:prstGeom prst="flowChartConnector">
            <a:avLst/>
          </a:prstGeom>
          <a:noFill/>
          <a:ln w="2540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 rot="10800000">
            <a:off x="2085975" y="7072313"/>
            <a:ext cx="149225" cy="127000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 rot="8100000">
            <a:off x="2108200" y="7227888"/>
            <a:ext cx="149225" cy="128587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0272713" y="2130425"/>
            <a:ext cx="147637" cy="5081588"/>
            <a:chOff x="10272713" y="2130425"/>
            <a:chExt cx="147637" cy="5081588"/>
          </a:xfrm>
        </p:grpSpPr>
        <p:sp>
          <p:nvSpPr>
            <p:cNvPr id="118" name="任意多边形 117"/>
            <p:cNvSpPr/>
            <p:nvPr/>
          </p:nvSpPr>
          <p:spPr>
            <a:xfrm rot="10800000">
              <a:off x="10272713" y="3016250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9" name="任意多边形 118"/>
            <p:cNvSpPr/>
            <p:nvPr/>
          </p:nvSpPr>
          <p:spPr>
            <a:xfrm rot="10800000">
              <a:off x="10272713" y="3192463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0" name="任意多边形 119"/>
            <p:cNvSpPr/>
            <p:nvPr/>
          </p:nvSpPr>
          <p:spPr>
            <a:xfrm rot="10800000">
              <a:off x="10272713" y="336867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1" name="任意多边形 120"/>
            <p:cNvSpPr/>
            <p:nvPr/>
          </p:nvSpPr>
          <p:spPr>
            <a:xfrm rot="10800000">
              <a:off x="10272713" y="3544888"/>
              <a:ext cx="147637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2" name="任意多边形 121"/>
            <p:cNvSpPr/>
            <p:nvPr/>
          </p:nvSpPr>
          <p:spPr>
            <a:xfrm rot="10800000">
              <a:off x="10272713" y="3721100"/>
              <a:ext cx="147637" cy="131763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3" name="任意多边形 122"/>
            <p:cNvSpPr/>
            <p:nvPr/>
          </p:nvSpPr>
          <p:spPr>
            <a:xfrm rot="10800000">
              <a:off x="10272713" y="3897313"/>
              <a:ext cx="147637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4" name="任意多边形 123"/>
            <p:cNvSpPr/>
            <p:nvPr/>
          </p:nvSpPr>
          <p:spPr>
            <a:xfrm rot="10800000">
              <a:off x="10272713" y="409098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5" name="任意多边形 124"/>
            <p:cNvSpPr/>
            <p:nvPr/>
          </p:nvSpPr>
          <p:spPr>
            <a:xfrm rot="10800000">
              <a:off x="10272713" y="4267200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6" name="任意多边形 125"/>
            <p:cNvSpPr/>
            <p:nvPr/>
          </p:nvSpPr>
          <p:spPr>
            <a:xfrm rot="10800000">
              <a:off x="10272713" y="4443413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7" name="任意多边形 126"/>
            <p:cNvSpPr/>
            <p:nvPr/>
          </p:nvSpPr>
          <p:spPr>
            <a:xfrm rot="10800000">
              <a:off x="10272713" y="461962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8" name="任意多边形 127"/>
            <p:cNvSpPr/>
            <p:nvPr/>
          </p:nvSpPr>
          <p:spPr>
            <a:xfrm rot="10800000">
              <a:off x="10272713" y="479583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9" name="任意多边形 128"/>
            <p:cNvSpPr/>
            <p:nvPr/>
          </p:nvSpPr>
          <p:spPr>
            <a:xfrm rot="10800000">
              <a:off x="10272713" y="497205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0" name="任意多边形 129"/>
            <p:cNvSpPr/>
            <p:nvPr/>
          </p:nvSpPr>
          <p:spPr>
            <a:xfrm rot="10800000">
              <a:off x="10272713" y="51482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1" name="任意多边形 130"/>
            <p:cNvSpPr/>
            <p:nvPr/>
          </p:nvSpPr>
          <p:spPr>
            <a:xfrm rot="10800000">
              <a:off x="10272713" y="532447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2" name="任意多边形 131"/>
            <p:cNvSpPr/>
            <p:nvPr/>
          </p:nvSpPr>
          <p:spPr>
            <a:xfrm rot="10800000">
              <a:off x="10272713" y="55006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3" name="任意多边形 132"/>
            <p:cNvSpPr/>
            <p:nvPr/>
          </p:nvSpPr>
          <p:spPr>
            <a:xfrm rot="10800000">
              <a:off x="10272713" y="5675313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4" name="任意多边形 133"/>
            <p:cNvSpPr/>
            <p:nvPr/>
          </p:nvSpPr>
          <p:spPr>
            <a:xfrm rot="10800000">
              <a:off x="10272713" y="5851525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5" name="任意多边形 134"/>
            <p:cNvSpPr/>
            <p:nvPr/>
          </p:nvSpPr>
          <p:spPr>
            <a:xfrm rot="10800000">
              <a:off x="10272713" y="602773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6" name="任意多边形 135"/>
            <p:cNvSpPr/>
            <p:nvPr/>
          </p:nvSpPr>
          <p:spPr>
            <a:xfrm rot="10800000">
              <a:off x="10272713" y="620395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7" name="任意多边形 136"/>
            <p:cNvSpPr/>
            <p:nvPr/>
          </p:nvSpPr>
          <p:spPr>
            <a:xfrm rot="10800000">
              <a:off x="10272713" y="63801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8" name="任意多边形 137"/>
            <p:cNvSpPr/>
            <p:nvPr/>
          </p:nvSpPr>
          <p:spPr>
            <a:xfrm rot="10800000">
              <a:off x="10272713" y="655637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9" name="任意多边形 138"/>
            <p:cNvSpPr/>
            <p:nvPr/>
          </p:nvSpPr>
          <p:spPr>
            <a:xfrm rot="10800000">
              <a:off x="10272713" y="67325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0" name="任意多边形 139"/>
            <p:cNvSpPr/>
            <p:nvPr/>
          </p:nvSpPr>
          <p:spPr>
            <a:xfrm rot="10800000">
              <a:off x="10272713" y="690880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1" name="任意多边形 140"/>
            <p:cNvSpPr/>
            <p:nvPr/>
          </p:nvSpPr>
          <p:spPr>
            <a:xfrm rot="10800000">
              <a:off x="10272713" y="708501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2" name="任意多边形 141"/>
            <p:cNvSpPr/>
            <p:nvPr/>
          </p:nvSpPr>
          <p:spPr>
            <a:xfrm rot="10800000">
              <a:off x="10272713" y="213042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3" name="任意多边形 142"/>
            <p:cNvSpPr/>
            <p:nvPr/>
          </p:nvSpPr>
          <p:spPr>
            <a:xfrm rot="10800000">
              <a:off x="10272713" y="2306638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4" name="任意多边形 143"/>
            <p:cNvSpPr/>
            <p:nvPr/>
          </p:nvSpPr>
          <p:spPr>
            <a:xfrm rot="10800000">
              <a:off x="10272713" y="2482850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5" name="任意多边形 144"/>
            <p:cNvSpPr/>
            <p:nvPr/>
          </p:nvSpPr>
          <p:spPr>
            <a:xfrm rot="10800000">
              <a:off x="10272713" y="2659063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6" name="任意多边形 145"/>
            <p:cNvSpPr/>
            <p:nvPr/>
          </p:nvSpPr>
          <p:spPr>
            <a:xfrm rot="10800000">
              <a:off x="10272713" y="283527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10272713" y="-3013076"/>
            <a:ext cx="147637" cy="5081588"/>
            <a:chOff x="10272713" y="2130425"/>
            <a:chExt cx="147637" cy="5081588"/>
          </a:xfrm>
        </p:grpSpPr>
        <p:sp>
          <p:nvSpPr>
            <p:cNvPr id="148" name="任意多边形 147"/>
            <p:cNvSpPr/>
            <p:nvPr/>
          </p:nvSpPr>
          <p:spPr>
            <a:xfrm rot="10800000">
              <a:off x="10272713" y="3016250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9" name="任意多边形 148"/>
            <p:cNvSpPr/>
            <p:nvPr/>
          </p:nvSpPr>
          <p:spPr>
            <a:xfrm rot="10800000">
              <a:off x="10272713" y="3192463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0" name="任意多边形 149"/>
            <p:cNvSpPr/>
            <p:nvPr/>
          </p:nvSpPr>
          <p:spPr>
            <a:xfrm rot="10800000">
              <a:off x="10272713" y="336867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1" name="任意多边形 150"/>
            <p:cNvSpPr/>
            <p:nvPr/>
          </p:nvSpPr>
          <p:spPr>
            <a:xfrm rot="10800000">
              <a:off x="10272713" y="3544888"/>
              <a:ext cx="147637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2" name="任意多边形 151"/>
            <p:cNvSpPr/>
            <p:nvPr/>
          </p:nvSpPr>
          <p:spPr>
            <a:xfrm rot="10800000">
              <a:off x="10272713" y="3721100"/>
              <a:ext cx="147637" cy="131763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3" name="任意多边形 152"/>
            <p:cNvSpPr/>
            <p:nvPr/>
          </p:nvSpPr>
          <p:spPr>
            <a:xfrm rot="10800000">
              <a:off x="10272713" y="3897313"/>
              <a:ext cx="147637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4" name="任意多边形 153"/>
            <p:cNvSpPr/>
            <p:nvPr/>
          </p:nvSpPr>
          <p:spPr>
            <a:xfrm rot="10800000">
              <a:off x="10272713" y="409098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5" name="任意多边形 154"/>
            <p:cNvSpPr/>
            <p:nvPr/>
          </p:nvSpPr>
          <p:spPr>
            <a:xfrm rot="10800000">
              <a:off x="10272713" y="4267200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6" name="任意多边形 155"/>
            <p:cNvSpPr/>
            <p:nvPr/>
          </p:nvSpPr>
          <p:spPr>
            <a:xfrm rot="10800000">
              <a:off x="10272713" y="4443413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7" name="任意多边形 156"/>
            <p:cNvSpPr/>
            <p:nvPr/>
          </p:nvSpPr>
          <p:spPr>
            <a:xfrm rot="10800000">
              <a:off x="10272713" y="461962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8" name="任意多边形 157"/>
            <p:cNvSpPr/>
            <p:nvPr/>
          </p:nvSpPr>
          <p:spPr>
            <a:xfrm rot="10800000">
              <a:off x="10272713" y="479583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8" name="任意多边形 167"/>
            <p:cNvSpPr/>
            <p:nvPr/>
          </p:nvSpPr>
          <p:spPr>
            <a:xfrm rot="10800000">
              <a:off x="10272713" y="497205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3" name="任意多边形 172"/>
            <p:cNvSpPr/>
            <p:nvPr/>
          </p:nvSpPr>
          <p:spPr>
            <a:xfrm rot="10800000">
              <a:off x="10272713" y="51482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4" name="任意多边形 173"/>
            <p:cNvSpPr/>
            <p:nvPr/>
          </p:nvSpPr>
          <p:spPr>
            <a:xfrm rot="10800000">
              <a:off x="10272713" y="532447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5" name="任意多边形 174"/>
            <p:cNvSpPr/>
            <p:nvPr/>
          </p:nvSpPr>
          <p:spPr>
            <a:xfrm rot="10800000">
              <a:off x="10272713" y="55006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6" name="任意多边形 175"/>
            <p:cNvSpPr/>
            <p:nvPr/>
          </p:nvSpPr>
          <p:spPr>
            <a:xfrm rot="10800000">
              <a:off x="10272713" y="5675313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7" name="任意多边形 176"/>
            <p:cNvSpPr/>
            <p:nvPr/>
          </p:nvSpPr>
          <p:spPr>
            <a:xfrm rot="10800000">
              <a:off x="10272713" y="5851525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8" name="任意多边形 177"/>
            <p:cNvSpPr/>
            <p:nvPr/>
          </p:nvSpPr>
          <p:spPr>
            <a:xfrm rot="10800000">
              <a:off x="10272713" y="602773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9" name="任意多边形 178"/>
            <p:cNvSpPr/>
            <p:nvPr/>
          </p:nvSpPr>
          <p:spPr>
            <a:xfrm rot="10800000">
              <a:off x="10272713" y="620395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0" name="任意多边形 179"/>
            <p:cNvSpPr/>
            <p:nvPr/>
          </p:nvSpPr>
          <p:spPr>
            <a:xfrm rot="10800000">
              <a:off x="10272713" y="63801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1" name="任意多边形 180"/>
            <p:cNvSpPr/>
            <p:nvPr/>
          </p:nvSpPr>
          <p:spPr>
            <a:xfrm rot="10800000">
              <a:off x="10272713" y="655637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2" name="任意多边形 181"/>
            <p:cNvSpPr/>
            <p:nvPr/>
          </p:nvSpPr>
          <p:spPr>
            <a:xfrm rot="10800000">
              <a:off x="10272713" y="67325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3" name="任意多边形 182"/>
            <p:cNvSpPr/>
            <p:nvPr/>
          </p:nvSpPr>
          <p:spPr>
            <a:xfrm rot="10800000">
              <a:off x="10272713" y="690880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4" name="任意多边形 183"/>
            <p:cNvSpPr/>
            <p:nvPr/>
          </p:nvSpPr>
          <p:spPr>
            <a:xfrm rot="10800000">
              <a:off x="10272713" y="708501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5" name="任意多边形 184"/>
            <p:cNvSpPr/>
            <p:nvPr/>
          </p:nvSpPr>
          <p:spPr>
            <a:xfrm rot="10800000">
              <a:off x="10272713" y="213042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6" name="任意多边形 185"/>
            <p:cNvSpPr/>
            <p:nvPr/>
          </p:nvSpPr>
          <p:spPr>
            <a:xfrm rot="10800000">
              <a:off x="10272713" y="2306638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7" name="任意多边形 186"/>
            <p:cNvSpPr/>
            <p:nvPr/>
          </p:nvSpPr>
          <p:spPr>
            <a:xfrm rot="10800000">
              <a:off x="10272713" y="2482850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8" name="任意多边形 187"/>
            <p:cNvSpPr/>
            <p:nvPr/>
          </p:nvSpPr>
          <p:spPr>
            <a:xfrm rot="10800000">
              <a:off x="10272713" y="2659063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9" name="任意多边形 188"/>
            <p:cNvSpPr/>
            <p:nvPr/>
          </p:nvSpPr>
          <p:spPr>
            <a:xfrm rot="10800000">
              <a:off x="10272713" y="283527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591892" y="861350"/>
            <a:ext cx="3026210" cy="1004626"/>
            <a:chOff x="4619177" y="994656"/>
            <a:chExt cx="3026210" cy="1004626"/>
          </a:xfrm>
        </p:grpSpPr>
        <p:sp>
          <p:nvSpPr>
            <p:cNvPr id="92" name="圆角矩形 91"/>
            <p:cNvSpPr/>
            <p:nvPr/>
          </p:nvSpPr>
          <p:spPr bwMode="auto">
            <a:xfrm>
              <a:off x="4619177" y="994656"/>
              <a:ext cx="3026210" cy="100462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76200">
              <a:noFill/>
            </a:ln>
            <a:effectLst>
              <a:outerShdw blurRad="1397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1" name="文本框 210"/>
            <p:cNvSpPr txBox="1"/>
            <p:nvPr/>
          </p:nvSpPr>
          <p:spPr>
            <a:xfrm>
              <a:off x="4764994" y="1008907"/>
              <a:ext cx="273457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放下手中权力</a:t>
              </a:r>
              <a:endPara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8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保留最后的权威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646772" y="3968635"/>
            <a:ext cx="2821299" cy="1012164"/>
            <a:chOff x="2147238" y="2916344"/>
            <a:chExt cx="2821299" cy="1012164"/>
          </a:xfrm>
        </p:grpSpPr>
        <p:sp>
          <p:nvSpPr>
            <p:cNvPr id="100" name="圆角矩形 99"/>
            <p:cNvSpPr/>
            <p:nvPr/>
          </p:nvSpPr>
          <p:spPr bwMode="auto">
            <a:xfrm>
              <a:off x="2147238" y="2916344"/>
              <a:ext cx="2821299" cy="101216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76200">
              <a:noFill/>
            </a:ln>
            <a:effectLst>
              <a:outerShdw blurRad="1397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4" name="文本框 213"/>
            <p:cNvSpPr txBox="1"/>
            <p:nvPr/>
          </p:nvSpPr>
          <p:spPr>
            <a:xfrm>
              <a:off x="2360552" y="2958295"/>
              <a:ext cx="247610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强化</a:t>
              </a:r>
              <a:r>
                <a:rPr lang="zh-CN" altLang="en-US" dirty="0" smtClean="0"/>
                <a:t>领导能力</a:t>
              </a:r>
              <a:endParaRPr lang="en-US" altLang="zh-CN" dirty="0" smtClean="0"/>
            </a:p>
            <a:p>
              <a:r>
                <a:rPr lang="zh-CN" altLang="en-US" dirty="0" smtClean="0"/>
                <a:t>加强球队团结</a:t>
              </a:r>
              <a:endParaRPr lang="zh-CN" altLang="en-US" dirty="0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289758" y="2048541"/>
            <a:ext cx="923330" cy="255454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4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少即是多</a:t>
            </a:r>
          </a:p>
        </p:txBody>
      </p:sp>
      <p:sp>
        <p:nvSpPr>
          <p:cNvPr id="16" name="文本框 15"/>
          <p:cNvSpPr txBox="1"/>
          <p:nvPr/>
        </p:nvSpPr>
        <p:spPr>
          <a:xfrm rot="3971981">
            <a:off x="7701001" y="1378470"/>
            <a:ext cx="1143262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0" dirty="0">
                <a:solidFill>
                  <a:schemeClr val="bg1">
                    <a:alpha val="50000"/>
                  </a:schemeClr>
                </a:solidFill>
              </a:rPr>
              <a:t>&gt;</a:t>
            </a:r>
            <a:endParaRPr lang="zh-CN" altLang="en-US" sz="1500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103" name="文本框 102"/>
          <p:cNvSpPr txBox="1"/>
          <p:nvPr/>
        </p:nvSpPr>
        <p:spPr>
          <a:xfrm rot="10274294">
            <a:off x="5649180" y="4516479"/>
            <a:ext cx="1143262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0" dirty="0">
                <a:solidFill>
                  <a:schemeClr val="bg1">
                    <a:alpha val="50000"/>
                  </a:schemeClr>
                </a:solidFill>
              </a:rPr>
              <a:t>&gt;</a:t>
            </a:r>
            <a:endParaRPr lang="zh-CN" altLang="en-US" sz="1500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104" name="文本框 103"/>
          <p:cNvSpPr txBox="1"/>
          <p:nvPr/>
        </p:nvSpPr>
        <p:spPr>
          <a:xfrm rot="17941238">
            <a:off x="3291987" y="1457161"/>
            <a:ext cx="1143262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0" dirty="0">
                <a:solidFill>
                  <a:schemeClr val="bg1">
                    <a:alpha val="50000"/>
                  </a:schemeClr>
                </a:solidFill>
              </a:rPr>
              <a:t>&gt;</a:t>
            </a:r>
            <a:endParaRPr lang="zh-CN" altLang="en-US" sz="15000" dirty="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67" t="16521" r="22468" b="33802"/>
          <a:stretch/>
        </p:blipFill>
        <p:spPr>
          <a:xfrm>
            <a:off x="4905830" y="2699657"/>
            <a:ext cx="2264228" cy="15385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5" name="组合 4"/>
          <p:cNvGrpSpPr/>
          <p:nvPr/>
        </p:nvGrpSpPr>
        <p:grpSpPr>
          <a:xfrm>
            <a:off x="6932710" y="3544887"/>
            <a:ext cx="2597801" cy="1004626"/>
            <a:chOff x="6088202" y="3028716"/>
            <a:chExt cx="2597801" cy="1004626"/>
          </a:xfrm>
        </p:grpSpPr>
        <p:sp>
          <p:nvSpPr>
            <p:cNvPr id="84" name="圆角矩形 83"/>
            <p:cNvSpPr/>
            <p:nvPr/>
          </p:nvSpPr>
          <p:spPr bwMode="auto">
            <a:xfrm>
              <a:off x="6088202" y="3028716"/>
              <a:ext cx="2597801" cy="100462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76200">
              <a:noFill/>
            </a:ln>
            <a:effectLst>
              <a:outerShdw blurRad="1397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3" name="文本框 212"/>
            <p:cNvSpPr txBox="1"/>
            <p:nvPr/>
          </p:nvSpPr>
          <p:spPr>
            <a:xfrm>
              <a:off x="6416533" y="3053975"/>
              <a:ext cx="199892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培养每个人的领导能力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14286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 48"/>
          <p:cNvSpPr/>
          <p:nvPr/>
        </p:nvSpPr>
        <p:spPr>
          <a:xfrm rot="10800000">
            <a:off x="2085975" y="7072313"/>
            <a:ext cx="149225" cy="127000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 rot="8100000">
            <a:off x="2108200" y="7227888"/>
            <a:ext cx="149225" cy="128587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9" name="任意多边形 78"/>
          <p:cNvSpPr/>
          <p:nvPr/>
        </p:nvSpPr>
        <p:spPr>
          <a:xfrm rot="10800000" flipH="1">
            <a:off x="10272713" y="-211138"/>
            <a:ext cx="147637" cy="127000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0247517" y="133140"/>
            <a:ext cx="186531" cy="1350169"/>
            <a:chOff x="10233819" y="-34925"/>
            <a:chExt cx="186531" cy="1350169"/>
          </a:xfrm>
        </p:grpSpPr>
        <p:sp>
          <p:nvSpPr>
            <p:cNvPr id="80" name="任意多边形 79"/>
            <p:cNvSpPr/>
            <p:nvPr/>
          </p:nvSpPr>
          <p:spPr>
            <a:xfrm rot="10800000" flipH="1">
              <a:off x="10272713" y="-3492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1" name="任意多边形 80"/>
            <p:cNvSpPr/>
            <p:nvPr/>
          </p:nvSpPr>
          <p:spPr>
            <a:xfrm rot="10800000" flipH="1">
              <a:off x="10272713" y="1412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2" name="任意多边形 81"/>
            <p:cNvSpPr/>
            <p:nvPr/>
          </p:nvSpPr>
          <p:spPr>
            <a:xfrm rot="10800000" flipH="1">
              <a:off x="10272713" y="31750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3" name="任意多边形 82"/>
            <p:cNvSpPr/>
            <p:nvPr/>
          </p:nvSpPr>
          <p:spPr>
            <a:xfrm rot="10800000" flipH="1">
              <a:off x="10272713" y="492125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4" name="任意多边形 83"/>
            <p:cNvSpPr/>
            <p:nvPr/>
          </p:nvSpPr>
          <p:spPr>
            <a:xfrm rot="10800000" flipH="1">
              <a:off x="10272713" y="66833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5" name="任意多边形 84"/>
            <p:cNvSpPr/>
            <p:nvPr/>
          </p:nvSpPr>
          <p:spPr>
            <a:xfrm rot="10800000" flipH="1">
              <a:off x="10272713" y="844550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6" name="任意多边形 85"/>
            <p:cNvSpPr/>
            <p:nvPr/>
          </p:nvSpPr>
          <p:spPr>
            <a:xfrm rot="10800000" flipH="1">
              <a:off x="10272713" y="10207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7" name="任意多边形 86"/>
            <p:cNvSpPr/>
            <p:nvPr/>
          </p:nvSpPr>
          <p:spPr>
            <a:xfrm rot="13500000" flipH="1">
              <a:off x="10223500" y="1176338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8" name="组合 34"/>
          <p:cNvGrpSpPr>
            <a:grpSpLocks/>
          </p:cNvGrpSpPr>
          <p:nvPr/>
        </p:nvGrpSpPr>
        <p:grpSpPr bwMode="auto">
          <a:xfrm flipH="1">
            <a:off x="2497341" y="1424332"/>
            <a:ext cx="7702550" cy="147638"/>
            <a:chOff x="2280164" y="6324917"/>
            <a:chExt cx="7702680" cy="148044"/>
          </a:xfrm>
        </p:grpSpPr>
        <p:grpSp>
          <p:nvGrpSpPr>
            <p:cNvPr id="89" name="组合 35"/>
            <p:cNvGrpSpPr>
              <a:grpSpLocks/>
            </p:cNvGrpSpPr>
            <p:nvPr/>
          </p:nvGrpSpPr>
          <p:grpSpPr bwMode="auto">
            <a:xfrm rot="-5400000">
              <a:off x="4118342" y="4486740"/>
              <a:ext cx="148043" cy="3824399"/>
              <a:chOff x="2239093" y="2285256"/>
              <a:chExt cx="148043" cy="3824399"/>
            </a:xfrm>
          </p:grpSpPr>
          <p:sp>
            <p:nvSpPr>
              <p:cNvPr id="112" name="任意多边形 111"/>
              <p:cNvSpPr/>
              <p:nvPr/>
            </p:nvSpPr>
            <p:spPr>
              <a:xfrm rot="10800000">
                <a:off x="2239092" y="2277318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3" name="任意多边形 112"/>
              <p:cNvSpPr/>
              <p:nvPr/>
            </p:nvSpPr>
            <p:spPr>
              <a:xfrm rot="10800000">
                <a:off x="2239092" y="2453533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4" name="任意多边形 113"/>
              <p:cNvSpPr/>
              <p:nvPr/>
            </p:nvSpPr>
            <p:spPr>
              <a:xfrm rot="10800000">
                <a:off x="2239092" y="2629749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5" name="任意多边形 114"/>
              <p:cNvSpPr/>
              <p:nvPr/>
            </p:nvSpPr>
            <p:spPr>
              <a:xfrm rot="10800000">
                <a:off x="2239092" y="2805964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6" name="任意多边形 115"/>
              <p:cNvSpPr/>
              <p:nvPr/>
            </p:nvSpPr>
            <p:spPr>
              <a:xfrm rot="10800000">
                <a:off x="2239092" y="2982180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7" name="任意多边形 116"/>
              <p:cNvSpPr/>
              <p:nvPr/>
            </p:nvSpPr>
            <p:spPr>
              <a:xfrm rot="10800000">
                <a:off x="2239092" y="3164745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59" name="任意多边形 158"/>
              <p:cNvSpPr/>
              <p:nvPr/>
            </p:nvSpPr>
            <p:spPr>
              <a:xfrm rot="10800000">
                <a:off x="2239093" y="3340961"/>
                <a:ext cx="148044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0" name="任意多边形 159"/>
              <p:cNvSpPr/>
              <p:nvPr/>
            </p:nvSpPr>
            <p:spPr>
              <a:xfrm rot="10800000">
                <a:off x="2239092" y="3517176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1" name="任意多边形 160"/>
              <p:cNvSpPr/>
              <p:nvPr/>
            </p:nvSpPr>
            <p:spPr>
              <a:xfrm rot="10800000">
                <a:off x="2239092" y="3685454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2" name="任意多边形 161"/>
              <p:cNvSpPr/>
              <p:nvPr/>
            </p:nvSpPr>
            <p:spPr>
              <a:xfrm rot="10800000">
                <a:off x="2239092" y="3861670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3" name="任意多边形 162"/>
              <p:cNvSpPr/>
              <p:nvPr/>
            </p:nvSpPr>
            <p:spPr>
              <a:xfrm rot="10800000">
                <a:off x="2239092" y="4037885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4" name="任意多边形 163"/>
              <p:cNvSpPr/>
              <p:nvPr/>
            </p:nvSpPr>
            <p:spPr>
              <a:xfrm rot="10800000">
                <a:off x="2239092" y="4214101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5" name="任意多边形 164"/>
              <p:cNvSpPr/>
              <p:nvPr/>
            </p:nvSpPr>
            <p:spPr>
              <a:xfrm rot="10800000">
                <a:off x="2239092" y="4390316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6" name="任意多边形 165"/>
              <p:cNvSpPr/>
              <p:nvPr/>
            </p:nvSpPr>
            <p:spPr>
              <a:xfrm rot="10800000">
                <a:off x="2239092" y="4566532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7" name="任意多边形 166"/>
              <p:cNvSpPr/>
              <p:nvPr/>
            </p:nvSpPr>
            <p:spPr>
              <a:xfrm rot="10800000">
                <a:off x="2239092" y="4749097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9" name="任意多边形 168"/>
              <p:cNvSpPr/>
              <p:nvPr/>
            </p:nvSpPr>
            <p:spPr>
              <a:xfrm rot="10800000">
                <a:off x="2239093" y="4925313"/>
                <a:ext cx="148044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70" name="任意多边形 169"/>
              <p:cNvSpPr/>
              <p:nvPr/>
            </p:nvSpPr>
            <p:spPr>
              <a:xfrm rot="10800000">
                <a:off x="2239092" y="5101528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71" name="任意多边形 170"/>
              <p:cNvSpPr/>
              <p:nvPr/>
            </p:nvSpPr>
            <p:spPr>
              <a:xfrm rot="10800000">
                <a:off x="2239092" y="5269806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72" name="任意多边形 171"/>
              <p:cNvSpPr/>
              <p:nvPr/>
            </p:nvSpPr>
            <p:spPr>
              <a:xfrm rot="10800000">
                <a:off x="2239092" y="5446022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2" name="任意多边形 191"/>
              <p:cNvSpPr/>
              <p:nvPr/>
            </p:nvSpPr>
            <p:spPr>
              <a:xfrm rot="10800000">
                <a:off x="2239092" y="5622237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3" name="任意多边形 192"/>
              <p:cNvSpPr/>
              <p:nvPr/>
            </p:nvSpPr>
            <p:spPr>
              <a:xfrm rot="10800000">
                <a:off x="2239092" y="5798453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4" name="任意多边形 193"/>
              <p:cNvSpPr/>
              <p:nvPr/>
            </p:nvSpPr>
            <p:spPr>
              <a:xfrm rot="10800000">
                <a:off x="2239092" y="5974668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90" name="组合 36"/>
            <p:cNvGrpSpPr>
              <a:grpSpLocks/>
            </p:cNvGrpSpPr>
            <p:nvPr/>
          </p:nvGrpSpPr>
          <p:grpSpPr bwMode="auto">
            <a:xfrm rot="-5400000">
              <a:off x="7996646" y="4486763"/>
              <a:ext cx="148044" cy="3824352"/>
              <a:chOff x="2239093" y="2283715"/>
              <a:chExt cx="148044" cy="3824352"/>
            </a:xfrm>
          </p:grpSpPr>
          <p:sp>
            <p:nvSpPr>
              <p:cNvPr id="91" name="任意多边形 90"/>
              <p:cNvSpPr/>
              <p:nvPr/>
            </p:nvSpPr>
            <p:spPr>
              <a:xfrm rot="10800000">
                <a:off x="2239092" y="2277365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 rot="10800000">
                <a:off x="2239092" y="2453580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3" name="任意多边形 92"/>
              <p:cNvSpPr/>
              <p:nvPr/>
            </p:nvSpPr>
            <p:spPr>
              <a:xfrm rot="10800000">
                <a:off x="2239092" y="2629796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4" name="任意多边形 93"/>
              <p:cNvSpPr/>
              <p:nvPr/>
            </p:nvSpPr>
            <p:spPr>
              <a:xfrm rot="10800000">
                <a:off x="2239092" y="2806011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5" name="任意多边形 94"/>
              <p:cNvSpPr/>
              <p:nvPr/>
            </p:nvSpPr>
            <p:spPr>
              <a:xfrm rot="10800000">
                <a:off x="2239092" y="2982227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6" name="任意多边形 95"/>
              <p:cNvSpPr/>
              <p:nvPr/>
            </p:nvSpPr>
            <p:spPr>
              <a:xfrm rot="10800000">
                <a:off x="2239092" y="3164792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7" name="任意多边形 96"/>
              <p:cNvSpPr/>
              <p:nvPr/>
            </p:nvSpPr>
            <p:spPr>
              <a:xfrm rot="10800000">
                <a:off x="2239093" y="3341008"/>
                <a:ext cx="148044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 rot="10800000">
                <a:off x="2239092" y="3517223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9" name="任意多边形 98"/>
              <p:cNvSpPr/>
              <p:nvPr/>
            </p:nvSpPr>
            <p:spPr>
              <a:xfrm rot="10800000">
                <a:off x="2239092" y="3685501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0" name="任意多边形 99"/>
              <p:cNvSpPr/>
              <p:nvPr/>
            </p:nvSpPr>
            <p:spPr>
              <a:xfrm rot="10800000">
                <a:off x="2239092" y="3861717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1" name="任意多边形 100"/>
              <p:cNvSpPr/>
              <p:nvPr/>
            </p:nvSpPr>
            <p:spPr>
              <a:xfrm rot="10800000">
                <a:off x="2239092" y="4037932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2" name="任意多边形 101"/>
              <p:cNvSpPr/>
              <p:nvPr/>
            </p:nvSpPr>
            <p:spPr>
              <a:xfrm rot="10800000">
                <a:off x="2239092" y="4214148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 rot="10800000">
                <a:off x="2239092" y="4390363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4" name="任意多边形 103"/>
              <p:cNvSpPr/>
              <p:nvPr/>
            </p:nvSpPr>
            <p:spPr>
              <a:xfrm rot="10800000">
                <a:off x="2239092" y="4566579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 rot="10800000">
                <a:off x="2239092" y="4749144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6" name="任意多边形 105"/>
              <p:cNvSpPr/>
              <p:nvPr/>
            </p:nvSpPr>
            <p:spPr>
              <a:xfrm rot="10800000">
                <a:off x="2239093" y="4925360"/>
                <a:ext cx="148044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7" name="任意多边形 106"/>
              <p:cNvSpPr/>
              <p:nvPr/>
            </p:nvSpPr>
            <p:spPr>
              <a:xfrm rot="10800000">
                <a:off x="2239092" y="5101575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8" name="任意多边形 107"/>
              <p:cNvSpPr/>
              <p:nvPr/>
            </p:nvSpPr>
            <p:spPr>
              <a:xfrm rot="10800000">
                <a:off x="2239092" y="5269853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9" name="任意多边形 108"/>
              <p:cNvSpPr/>
              <p:nvPr/>
            </p:nvSpPr>
            <p:spPr>
              <a:xfrm rot="10800000">
                <a:off x="2239092" y="5446069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0" name="任意多边形 109"/>
              <p:cNvSpPr/>
              <p:nvPr/>
            </p:nvSpPr>
            <p:spPr>
              <a:xfrm rot="10800000">
                <a:off x="2239092" y="5798500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1" name="任意多边形 110"/>
              <p:cNvSpPr/>
              <p:nvPr/>
            </p:nvSpPr>
            <p:spPr>
              <a:xfrm rot="10800000">
                <a:off x="2239092" y="5974715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2085975" y="2119313"/>
            <a:ext cx="149225" cy="4903787"/>
            <a:chOff x="2085975" y="2119313"/>
            <a:chExt cx="149225" cy="4903787"/>
          </a:xfrm>
        </p:grpSpPr>
        <p:sp>
          <p:nvSpPr>
            <p:cNvPr id="199" name="任意多边形 198"/>
            <p:cNvSpPr/>
            <p:nvPr/>
          </p:nvSpPr>
          <p:spPr>
            <a:xfrm rot="10800000">
              <a:off x="2085975" y="3003550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0" name="任意多边形 199"/>
            <p:cNvSpPr/>
            <p:nvPr/>
          </p:nvSpPr>
          <p:spPr>
            <a:xfrm rot="10800000">
              <a:off x="2085975" y="3179763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1" name="任意多边形 200"/>
            <p:cNvSpPr/>
            <p:nvPr/>
          </p:nvSpPr>
          <p:spPr>
            <a:xfrm rot="10800000">
              <a:off x="2085975" y="3355975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2" name="任意多边形 201"/>
            <p:cNvSpPr/>
            <p:nvPr/>
          </p:nvSpPr>
          <p:spPr>
            <a:xfrm rot="10800000">
              <a:off x="2085975" y="3532188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3" name="任意多边形 202"/>
            <p:cNvSpPr/>
            <p:nvPr/>
          </p:nvSpPr>
          <p:spPr>
            <a:xfrm rot="10800000">
              <a:off x="2085975" y="3708400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4" name="任意多边形 203"/>
            <p:cNvSpPr/>
            <p:nvPr/>
          </p:nvSpPr>
          <p:spPr>
            <a:xfrm rot="10800000">
              <a:off x="2085975" y="3884613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5" name="任意多边形 204"/>
            <p:cNvSpPr/>
            <p:nvPr/>
          </p:nvSpPr>
          <p:spPr>
            <a:xfrm rot="10800000">
              <a:off x="2085975" y="407987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6" name="任意多边形 205"/>
            <p:cNvSpPr/>
            <p:nvPr/>
          </p:nvSpPr>
          <p:spPr>
            <a:xfrm rot="10800000">
              <a:off x="2085975" y="42560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7" name="任意多边形 206"/>
            <p:cNvSpPr/>
            <p:nvPr/>
          </p:nvSpPr>
          <p:spPr>
            <a:xfrm rot="10800000">
              <a:off x="2085975" y="44323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8" name="任意多边形 207"/>
            <p:cNvSpPr/>
            <p:nvPr/>
          </p:nvSpPr>
          <p:spPr>
            <a:xfrm rot="10800000">
              <a:off x="2085975" y="460692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9" name="任意多边形 208"/>
            <p:cNvSpPr/>
            <p:nvPr/>
          </p:nvSpPr>
          <p:spPr>
            <a:xfrm rot="10800000">
              <a:off x="2085975" y="4783138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0" name="任意多边形 209"/>
            <p:cNvSpPr/>
            <p:nvPr/>
          </p:nvSpPr>
          <p:spPr>
            <a:xfrm rot="10800000">
              <a:off x="2085975" y="49593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8" name="任意多边形 217"/>
            <p:cNvSpPr/>
            <p:nvPr/>
          </p:nvSpPr>
          <p:spPr>
            <a:xfrm rot="10800000">
              <a:off x="2085975" y="513556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9" name="任意多边形 218"/>
            <p:cNvSpPr/>
            <p:nvPr/>
          </p:nvSpPr>
          <p:spPr>
            <a:xfrm rot="10800000">
              <a:off x="2085975" y="531177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0" name="任意多边形 219"/>
            <p:cNvSpPr/>
            <p:nvPr/>
          </p:nvSpPr>
          <p:spPr>
            <a:xfrm rot="10800000">
              <a:off x="2085975" y="54879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1" name="任意多边形 220"/>
            <p:cNvSpPr/>
            <p:nvPr/>
          </p:nvSpPr>
          <p:spPr>
            <a:xfrm rot="10800000">
              <a:off x="2085975" y="56642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3" name="任意多边形 222"/>
            <p:cNvSpPr/>
            <p:nvPr/>
          </p:nvSpPr>
          <p:spPr>
            <a:xfrm rot="10800000">
              <a:off x="2085975" y="584041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4" name="任意多边形 223"/>
            <p:cNvSpPr/>
            <p:nvPr/>
          </p:nvSpPr>
          <p:spPr>
            <a:xfrm rot="10800000">
              <a:off x="2085975" y="60166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5" name="任意多边形 224"/>
            <p:cNvSpPr/>
            <p:nvPr/>
          </p:nvSpPr>
          <p:spPr>
            <a:xfrm rot="10800000">
              <a:off x="2085975" y="61912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6" name="任意多边形 225"/>
            <p:cNvSpPr/>
            <p:nvPr/>
          </p:nvSpPr>
          <p:spPr>
            <a:xfrm rot="10800000">
              <a:off x="2085975" y="6367463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7" name="任意多边形 226"/>
            <p:cNvSpPr/>
            <p:nvPr/>
          </p:nvSpPr>
          <p:spPr>
            <a:xfrm rot="10800000">
              <a:off x="2085975" y="654367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1" name="任意多边形 230"/>
            <p:cNvSpPr/>
            <p:nvPr/>
          </p:nvSpPr>
          <p:spPr>
            <a:xfrm rot="10800000">
              <a:off x="2085975" y="67198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2" name="任意多边形 231"/>
            <p:cNvSpPr/>
            <p:nvPr/>
          </p:nvSpPr>
          <p:spPr>
            <a:xfrm rot="10800000">
              <a:off x="2085975" y="68961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3" name="任意多边形 232"/>
            <p:cNvSpPr/>
            <p:nvPr/>
          </p:nvSpPr>
          <p:spPr>
            <a:xfrm rot="10800000">
              <a:off x="2085975" y="2119313"/>
              <a:ext cx="149225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4" name="任意多边形 233"/>
            <p:cNvSpPr/>
            <p:nvPr/>
          </p:nvSpPr>
          <p:spPr>
            <a:xfrm rot="10800000">
              <a:off x="2085975" y="2295525"/>
              <a:ext cx="149225" cy="131763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5" name="任意多边形 234"/>
            <p:cNvSpPr/>
            <p:nvPr/>
          </p:nvSpPr>
          <p:spPr>
            <a:xfrm rot="10800000">
              <a:off x="2085975" y="2471738"/>
              <a:ext cx="149225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6" name="任意多边形 235"/>
            <p:cNvSpPr/>
            <p:nvPr/>
          </p:nvSpPr>
          <p:spPr>
            <a:xfrm rot="10800000">
              <a:off x="2085975" y="2646363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7" name="任意多边形 236"/>
            <p:cNvSpPr/>
            <p:nvPr/>
          </p:nvSpPr>
          <p:spPr>
            <a:xfrm rot="10800000">
              <a:off x="2085975" y="2822575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38" name="文本框 237"/>
          <p:cNvSpPr txBox="1"/>
          <p:nvPr/>
        </p:nvSpPr>
        <p:spPr>
          <a:xfrm>
            <a:off x="3334998" y="393627"/>
            <a:ext cx="51090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帮助成员挖掘能力</a:t>
            </a:r>
            <a:endParaRPr lang="en-US" altLang="zh-CN" sz="4800" dirty="0" smtClean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grpSp>
        <p:nvGrpSpPr>
          <p:cNvPr id="239" name="组合 238"/>
          <p:cNvGrpSpPr/>
          <p:nvPr/>
        </p:nvGrpSpPr>
        <p:grpSpPr>
          <a:xfrm>
            <a:off x="10286410" y="-1097168"/>
            <a:ext cx="147637" cy="1182688"/>
            <a:chOff x="10272713" y="-34925"/>
            <a:chExt cx="147637" cy="1182688"/>
          </a:xfrm>
        </p:grpSpPr>
        <p:sp>
          <p:nvSpPr>
            <p:cNvPr id="240" name="任意多边形 239"/>
            <p:cNvSpPr/>
            <p:nvPr/>
          </p:nvSpPr>
          <p:spPr>
            <a:xfrm rot="10800000" flipH="1">
              <a:off x="10272713" y="-3492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1" name="任意多边形 240"/>
            <p:cNvSpPr/>
            <p:nvPr/>
          </p:nvSpPr>
          <p:spPr>
            <a:xfrm rot="10800000" flipH="1">
              <a:off x="10272713" y="1412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2" name="任意多边形 241"/>
            <p:cNvSpPr/>
            <p:nvPr/>
          </p:nvSpPr>
          <p:spPr>
            <a:xfrm rot="10800000" flipH="1">
              <a:off x="10272713" y="31750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3" name="任意多边形 242"/>
            <p:cNvSpPr/>
            <p:nvPr/>
          </p:nvSpPr>
          <p:spPr>
            <a:xfrm rot="10800000" flipH="1">
              <a:off x="10272713" y="492125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4" name="任意多边形 243"/>
            <p:cNvSpPr/>
            <p:nvPr/>
          </p:nvSpPr>
          <p:spPr>
            <a:xfrm rot="10800000" flipH="1">
              <a:off x="10272713" y="66833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5" name="任意多边形 244"/>
            <p:cNvSpPr/>
            <p:nvPr/>
          </p:nvSpPr>
          <p:spPr>
            <a:xfrm rot="10800000" flipH="1">
              <a:off x="10272713" y="844550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6" name="任意多边形 245"/>
            <p:cNvSpPr/>
            <p:nvPr/>
          </p:nvSpPr>
          <p:spPr>
            <a:xfrm rot="10800000" flipH="1">
              <a:off x="10272713" y="10207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51" name="文本框 250"/>
          <p:cNvSpPr txBox="1"/>
          <p:nvPr/>
        </p:nvSpPr>
        <p:spPr>
          <a:xfrm>
            <a:off x="3254185" y="5314146"/>
            <a:ext cx="6562446" cy="941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培养团队成员让他们自己思考，从而提升团队的“思考能力”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64"/>
          <a:stretch/>
        </p:blipFill>
        <p:spPr>
          <a:xfrm>
            <a:off x="4710653" y="2778458"/>
            <a:ext cx="3019313" cy="245297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8" name="文本框 117"/>
          <p:cNvSpPr txBox="1"/>
          <p:nvPr/>
        </p:nvSpPr>
        <p:spPr>
          <a:xfrm>
            <a:off x="3334998" y="1824947"/>
            <a:ext cx="6562446" cy="941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如果你希望让他们有不同的表现，就必须鼓励他们自我改变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9" name="组合 118"/>
          <p:cNvGrpSpPr/>
          <p:nvPr/>
        </p:nvGrpSpPr>
        <p:grpSpPr>
          <a:xfrm>
            <a:off x="1139445" y="442738"/>
            <a:ext cx="2114740" cy="2114740"/>
            <a:chOff x="6125028" y="2365829"/>
            <a:chExt cx="2307772" cy="230777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20" name="流程图: 联系 119"/>
            <p:cNvSpPr/>
            <p:nvPr/>
          </p:nvSpPr>
          <p:spPr>
            <a:xfrm>
              <a:off x="6125028" y="2365829"/>
              <a:ext cx="2307772" cy="2307772"/>
            </a:xfrm>
            <a:prstGeom prst="flowChartConnector">
              <a:avLst/>
            </a:prstGeom>
            <a:solidFill>
              <a:srgbClr val="FDCE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流程图: 联系 120"/>
            <p:cNvSpPr/>
            <p:nvPr/>
          </p:nvSpPr>
          <p:spPr>
            <a:xfrm>
              <a:off x="6284683" y="2525486"/>
              <a:ext cx="1988457" cy="1988458"/>
            </a:xfrm>
            <a:prstGeom prst="flowChartConnector">
              <a:avLst/>
            </a:prstGeom>
            <a:solidFill>
              <a:srgbClr val="FFF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8" name="文本框 197"/>
          <p:cNvSpPr txBox="1"/>
          <p:nvPr/>
        </p:nvSpPr>
        <p:spPr>
          <a:xfrm>
            <a:off x="1435417" y="843934"/>
            <a:ext cx="156966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NO.3</a:t>
            </a:r>
          </a:p>
          <a:p>
            <a:pPr algn="ctr"/>
            <a:r>
              <a: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挖掘</a:t>
            </a:r>
          </a:p>
        </p:txBody>
      </p:sp>
    </p:spTree>
    <p:extLst>
      <p:ext uri="{BB962C8B-B14F-4D97-AF65-F5344CB8AC3E}">
        <p14:creationId xmlns:p14="http://schemas.microsoft.com/office/powerpoint/2010/main" val="16799147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 48"/>
          <p:cNvSpPr/>
          <p:nvPr/>
        </p:nvSpPr>
        <p:spPr>
          <a:xfrm rot="10800000">
            <a:off x="2085975" y="7072313"/>
            <a:ext cx="149225" cy="127000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 rot="8100000">
            <a:off x="2108200" y="7227888"/>
            <a:ext cx="149225" cy="128587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085975" y="127944"/>
            <a:ext cx="171450" cy="1516063"/>
            <a:chOff x="2085975" y="-136525"/>
            <a:chExt cx="171450" cy="1516063"/>
          </a:xfrm>
        </p:grpSpPr>
        <p:sp>
          <p:nvSpPr>
            <p:cNvPr id="58" name="任意多边形 57"/>
            <p:cNvSpPr/>
            <p:nvPr/>
          </p:nvSpPr>
          <p:spPr>
            <a:xfrm rot="10800000">
              <a:off x="2085975" y="-1365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3" name="任意多边形 62"/>
            <p:cNvSpPr/>
            <p:nvPr/>
          </p:nvSpPr>
          <p:spPr>
            <a:xfrm rot="10800000">
              <a:off x="2085975" y="396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4" name="任意多边形 63"/>
            <p:cNvSpPr/>
            <p:nvPr/>
          </p:nvSpPr>
          <p:spPr>
            <a:xfrm rot="10800000">
              <a:off x="2085975" y="2159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 rot="10800000">
              <a:off x="2085975" y="39211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 rot="10800000">
              <a:off x="2085975" y="5683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 rot="10800000">
              <a:off x="2085975" y="7429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 rot="10800000">
              <a:off x="2085975" y="919163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 rot="10800000">
              <a:off x="2085975" y="109537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 rot="8100000">
              <a:off x="2108200" y="125253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71" name="组合 2"/>
          <p:cNvGrpSpPr>
            <a:grpSpLocks/>
          </p:cNvGrpSpPr>
          <p:nvPr/>
        </p:nvGrpSpPr>
        <p:grpSpPr bwMode="auto">
          <a:xfrm>
            <a:off x="2280473" y="1570188"/>
            <a:ext cx="7704138" cy="147637"/>
            <a:chOff x="2280164" y="6324918"/>
            <a:chExt cx="7704268" cy="148043"/>
          </a:xfrm>
        </p:grpSpPr>
        <p:grpSp>
          <p:nvGrpSpPr>
            <p:cNvPr id="72" name="组合 3"/>
            <p:cNvGrpSpPr>
              <a:grpSpLocks/>
            </p:cNvGrpSpPr>
            <p:nvPr/>
          </p:nvGrpSpPr>
          <p:grpSpPr bwMode="auto">
            <a:xfrm rot="-5400000">
              <a:off x="4118342" y="4486740"/>
              <a:ext cx="148043" cy="3824399"/>
              <a:chOff x="2239093" y="2285256"/>
              <a:chExt cx="148043" cy="3824399"/>
            </a:xfrm>
          </p:grpSpPr>
          <p:sp>
            <p:nvSpPr>
              <p:cNvPr id="96" name="任意多边形 95"/>
              <p:cNvSpPr/>
              <p:nvPr/>
            </p:nvSpPr>
            <p:spPr>
              <a:xfrm rot="10800000">
                <a:off x="2239092" y="2285255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7" name="任意多边形 96"/>
              <p:cNvSpPr/>
              <p:nvPr/>
            </p:nvSpPr>
            <p:spPr>
              <a:xfrm rot="10800000">
                <a:off x="2239092" y="2461471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 rot="10800000">
                <a:off x="2239092" y="263768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9" name="任意多边形 98"/>
              <p:cNvSpPr/>
              <p:nvPr/>
            </p:nvSpPr>
            <p:spPr>
              <a:xfrm rot="10800000">
                <a:off x="2239092" y="281390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0" name="任意多边形 99"/>
              <p:cNvSpPr/>
              <p:nvPr/>
            </p:nvSpPr>
            <p:spPr>
              <a:xfrm rot="10800000">
                <a:off x="2239092" y="2990117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1" name="任意多边形 100"/>
              <p:cNvSpPr/>
              <p:nvPr/>
            </p:nvSpPr>
            <p:spPr>
              <a:xfrm rot="10800000">
                <a:off x="2239092" y="3164745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2" name="任意多边形 101"/>
              <p:cNvSpPr/>
              <p:nvPr/>
            </p:nvSpPr>
            <p:spPr>
              <a:xfrm rot="10800000">
                <a:off x="2239092" y="3340961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 rot="10800000">
                <a:off x="2239092" y="3517176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4" name="任意多边形 103"/>
              <p:cNvSpPr/>
              <p:nvPr/>
            </p:nvSpPr>
            <p:spPr>
              <a:xfrm rot="10800000">
                <a:off x="2239092" y="369339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 rot="10800000">
                <a:off x="2239092" y="3869607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6" name="任意多边形 105"/>
              <p:cNvSpPr/>
              <p:nvPr/>
            </p:nvSpPr>
            <p:spPr>
              <a:xfrm rot="10800000">
                <a:off x="2239092" y="4045823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7" name="任意多边形 106"/>
              <p:cNvSpPr/>
              <p:nvPr/>
            </p:nvSpPr>
            <p:spPr>
              <a:xfrm rot="10800000">
                <a:off x="2239092" y="4222038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8" name="任意多边形 107"/>
              <p:cNvSpPr/>
              <p:nvPr/>
            </p:nvSpPr>
            <p:spPr>
              <a:xfrm rot="10800000">
                <a:off x="2239092" y="439825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9" name="任意多边形 108"/>
              <p:cNvSpPr/>
              <p:nvPr/>
            </p:nvSpPr>
            <p:spPr>
              <a:xfrm rot="10800000">
                <a:off x="2239092" y="457446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0" name="任意多边形 109"/>
              <p:cNvSpPr/>
              <p:nvPr/>
            </p:nvSpPr>
            <p:spPr>
              <a:xfrm rot="10800000">
                <a:off x="2239092" y="4749097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1" name="任意多边形 110"/>
              <p:cNvSpPr/>
              <p:nvPr/>
            </p:nvSpPr>
            <p:spPr>
              <a:xfrm rot="10800000">
                <a:off x="2239092" y="4925313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2" name="任意多边形 111"/>
              <p:cNvSpPr/>
              <p:nvPr/>
            </p:nvSpPr>
            <p:spPr>
              <a:xfrm rot="10800000">
                <a:off x="2239092" y="5101528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3" name="任意多边形 112"/>
              <p:cNvSpPr/>
              <p:nvPr/>
            </p:nvSpPr>
            <p:spPr>
              <a:xfrm rot="10800000">
                <a:off x="2239092" y="527774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4" name="任意多边形 113"/>
              <p:cNvSpPr/>
              <p:nvPr/>
            </p:nvSpPr>
            <p:spPr>
              <a:xfrm rot="10800000">
                <a:off x="2239092" y="545395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5" name="任意多边形 114"/>
              <p:cNvSpPr/>
              <p:nvPr/>
            </p:nvSpPr>
            <p:spPr>
              <a:xfrm rot="10800000">
                <a:off x="2239092" y="5630175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6" name="任意多边形 115"/>
              <p:cNvSpPr/>
              <p:nvPr/>
            </p:nvSpPr>
            <p:spPr>
              <a:xfrm rot="10800000">
                <a:off x="2239092" y="5806390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7" name="任意多边形 116"/>
              <p:cNvSpPr/>
              <p:nvPr/>
            </p:nvSpPr>
            <p:spPr>
              <a:xfrm rot="10800000">
                <a:off x="2239092" y="598260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73" name="组合 4"/>
            <p:cNvGrpSpPr>
              <a:grpSpLocks/>
            </p:cNvGrpSpPr>
            <p:nvPr/>
          </p:nvGrpSpPr>
          <p:grpSpPr bwMode="auto">
            <a:xfrm rot="-5400000">
              <a:off x="7998211" y="4486740"/>
              <a:ext cx="148043" cy="3824399"/>
              <a:chOff x="2239093" y="2285256"/>
              <a:chExt cx="148043" cy="3824399"/>
            </a:xfrm>
          </p:grpSpPr>
          <p:sp>
            <p:nvSpPr>
              <p:cNvPr id="74" name="任意多边形 73"/>
              <p:cNvSpPr/>
              <p:nvPr/>
            </p:nvSpPr>
            <p:spPr>
              <a:xfrm rot="10800000">
                <a:off x="2239092" y="228530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5" name="任意多边形 74"/>
              <p:cNvSpPr/>
              <p:nvPr/>
            </p:nvSpPr>
            <p:spPr>
              <a:xfrm rot="10800000">
                <a:off x="2239092" y="2461518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6" name="任意多边形 75"/>
              <p:cNvSpPr/>
              <p:nvPr/>
            </p:nvSpPr>
            <p:spPr>
              <a:xfrm rot="10800000">
                <a:off x="2239092" y="2637733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7" name="任意多边形 76"/>
              <p:cNvSpPr/>
              <p:nvPr/>
            </p:nvSpPr>
            <p:spPr>
              <a:xfrm rot="10800000">
                <a:off x="2239092" y="281394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8" name="任意多边形 77"/>
              <p:cNvSpPr/>
              <p:nvPr/>
            </p:nvSpPr>
            <p:spPr>
              <a:xfrm rot="10800000">
                <a:off x="2239092" y="299016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9" name="任意多边形 78"/>
              <p:cNvSpPr/>
              <p:nvPr/>
            </p:nvSpPr>
            <p:spPr>
              <a:xfrm rot="10800000">
                <a:off x="2239092" y="3164792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0" name="任意多边形 79"/>
              <p:cNvSpPr/>
              <p:nvPr/>
            </p:nvSpPr>
            <p:spPr>
              <a:xfrm rot="10800000">
                <a:off x="2239092" y="3341008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1" name="任意多边形 80"/>
              <p:cNvSpPr/>
              <p:nvPr/>
            </p:nvSpPr>
            <p:spPr>
              <a:xfrm rot="10800000">
                <a:off x="2239092" y="3517223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2" name="任意多边形 81"/>
              <p:cNvSpPr/>
              <p:nvPr/>
            </p:nvSpPr>
            <p:spPr>
              <a:xfrm rot="10800000">
                <a:off x="2239092" y="369343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3" name="任意多边形 82"/>
              <p:cNvSpPr/>
              <p:nvPr/>
            </p:nvSpPr>
            <p:spPr>
              <a:xfrm rot="10800000">
                <a:off x="2239092" y="386965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4" name="任意多边形 83"/>
              <p:cNvSpPr/>
              <p:nvPr/>
            </p:nvSpPr>
            <p:spPr>
              <a:xfrm rot="10800000">
                <a:off x="2239092" y="4045870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5" name="任意多边形 84"/>
              <p:cNvSpPr/>
              <p:nvPr/>
            </p:nvSpPr>
            <p:spPr>
              <a:xfrm rot="10800000">
                <a:off x="2239092" y="4222085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6" name="任意多边形 85"/>
              <p:cNvSpPr/>
              <p:nvPr/>
            </p:nvSpPr>
            <p:spPr>
              <a:xfrm rot="10800000">
                <a:off x="2239092" y="4398301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7" name="任意多边形 86"/>
              <p:cNvSpPr/>
              <p:nvPr/>
            </p:nvSpPr>
            <p:spPr>
              <a:xfrm rot="10800000">
                <a:off x="2239092" y="457451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8" name="任意多边形 87"/>
              <p:cNvSpPr/>
              <p:nvPr/>
            </p:nvSpPr>
            <p:spPr>
              <a:xfrm rot="10800000">
                <a:off x="2239092" y="4749144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9" name="任意多边形 88"/>
              <p:cNvSpPr/>
              <p:nvPr/>
            </p:nvSpPr>
            <p:spPr>
              <a:xfrm rot="10800000">
                <a:off x="2239092" y="4925360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0" name="任意多边形 89"/>
              <p:cNvSpPr/>
              <p:nvPr/>
            </p:nvSpPr>
            <p:spPr>
              <a:xfrm rot="10800000">
                <a:off x="2239092" y="5101575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1" name="任意多边形 90"/>
              <p:cNvSpPr/>
              <p:nvPr/>
            </p:nvSpPr>
            <p:spPr>
              <a:xfrm rot="10800000">
                <a:off x="2239092" y="5277791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 rot="10800000">
                <a:off x="2239092" y="545400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3" name="任意多边形 92"/>
              <p:cNvSpPr/>
              <p:nvPr/>
            </p:nvSpPr>
            <p:spPr>
              <a:xfrm rot="10800000">
                <a:off x="2239092" y="563022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4" name="任意多边形 93"/>
              <p:cNvSpPr/>
              <p:nvPr/>
            </p:nvSpPr>
            <p:spPr>
              <a:xfrm rot="10800000">
                <a:off x="2239092" y="5806437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5" name="任意多边形 94"/>
              <p:cNvSpPr/>
              <p:nvPr/>
            </p:nvSpPr>
            <p:spPr>
              <a:xfrm rot="10800000">
                <a:off x="2239092" y="5982653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10272713" y="2130425"/>
            <a:ext cx="147637" cy="5081588"/>
            <a:chOff x="10272713" y="2130425"/>
            <a:chExt cx="147637" cy="5081588"/>
          </a:xfrm>
        </p:grpSpPr>
        <p:sp>
          <p:nvSpPr>
            <p:cNvPr id="118" name="任意多边形 117"/>
            <p:cNvSpPr/>
            <p:nvPr/>
          </p:nvSpPr>
          <p:spPr>
            <a:xfrm rot="10800000">
              <a:off x="10272713" y="3016250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9" name="任意多边形 118"/>
            <p:cNvSpPr/>
            <p:nvPr/>
          </p:nvSpPr>
          <p:spPr>
            <a:xfrm rot="10800000">
              <a:off x="10272713" y="3192463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0" name="任意多边形 119"/>
            <p:cNvSpPr/>
            <p:nvPr/>
          </p:nvSpPr>
          <p:spPr>
            <a:xfrm rot="10800000">
              <a:off x="10272713" y="336867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1" name="任意多边形 120"/>
            <p:cNvSpPr/>
            <p:nvPr/>
          </p:nvSpPr>
          <p:spPr>
            <a:xfrm rot="10800000">
              <a:off x="10272713" y="3544888"/>
              <a:ext cx="147637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2" name="任意多边形 121"/>
            <p:cNvSpPr/>
            <p:nvPr/>
          </p:nvSpPr>
          <p:spPr>
            <a:xfrm rot="10800000">
              <a:off x="10272713" y="3721100"/>
              <a:ext cx="147637" cy="131763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3" name="任意多边形 122"/>
            <p:cNvSpPr/>
            <p:nvPr/>
          </p:nvSpPr>
          <p:spPr>
            <a:xfrm rot="10800000">
              <a:off x="10272713" y="3897313"/>
              <a:ext cx="147637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4" name="任意多边形 123"/>
            <p:cNvSpPr/>
            <p:nvPr/>
          </p:nvSpPr>
          <p:spPr>
            <a:xfrm rot="10800000">
              <a:off x="10272713" y="409098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5" name="任意多边形 124"/>
            <p:cNvSpPr/>
            <p:nvPr/>
          </p:nvSpPr>
          <p:spPr>
            <a:xfrm rot="10800000">
              <a:off x="10272713" y="4267200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6" name="任意多边形 125"/>
            <p:cNvSpPr/>
            <p:nvPr/>
          </p:nvSpPr>
          <p:spPr>
            <a:xfrm rot="10800000">
              <a:off x="10272713" y="4443413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7" name="任意多边形 126"/>
            <p:cNvSpPr/>
            <p:nvPr/>
          </p:nvSpPr>
          <p:spPr>
            <a:xfrm rot="10800000">
              <a:off x="10272713" y="461962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8" name="任意多边形 127"/>
            <p:cNvSpPr/>
            <p:nvPr/>
          </p:nvSpPr>
          <p:spPr>
            <a:xfrm rot="10800000">
              <a:off x="10272713" y="479583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9" name="任意多边形 128"/>
            <p:cNvSpPr/>
            <p:nvPr/>
          </p:nvSpPr>
          <p:spPr>
            <a:xfrm rot="10800000">
              <a:off x="10272713" y="497205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0" name="任意多边形 129"/>
            <p:cNvSpPr/>
            <p:nvPr/>
          </p:nvSpPr>
          <p:spPr>
            <a:xfrm rot="10800000">
              <a:off x="10272713" y="51482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1" name="任意多边形 130"/>
            <p:cNvSpPr/>
            <p:nvPr/>
          </p:nvSpPr>
          <p:spPr>
            <a:xfrm rot="10800000">
              <a:off x="10272713" y="532447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2" name="任意多边形 131"/>
            <p:cNvSpPr/>
            <p:nvPr/>
          </p:nvSpPr>
          <p:spPr>
            <a:xfrm rot="10800000">
              <a:off x="10272713" y="55006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3" name="任意多边形 132"/>
            <p:cNvSpPr/>
            <p:nvPr/>
          </p:nvSpPr>
          <p:spPr>
            <a:xfrm rot="10800000">
              <a:off x="10272713" y="5675313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4" name="任意多边形 133"/>
            <p:cNvSpPr/>
            <p:nvPr/>
          </p:nvSpPr>
          <p:spPr>
            <a:xfrm rot="10800000">
              <a:off x="10272713" y="5851525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5" name="任意多边形 134"/>
            <p:cNvSpPr/>
            <p:nvPr/>
          </p:nvSpPr>
          <p:spPr>
            <a:xfrm rot="10800000">
              <a:off x="10272713" y="602773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6" name="任意多边形 135"/>
            <p:cNvSpPr/>
            <p:nvPr/>
          </p:nvSpPr>
          <p:spPr>
            <a:xfrm rot="10800000">
              <a:off x="10272713" y="620395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7" name="任意多边形 136"/>
            <p:cNvSpPr/>
            <p:nvPr/>
          </p:nvSpPr>
          <p:spPr>
            <a:xfrm rot="10800000">
              <a:off x="10272713" y="63801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8" name="任意多边形 137"/>
            <p:cNvSpPr/>
            <p:nvPr/>
          </p:nvSpPr>
          <p:spPr>
            <a:xfrm rot="10800000">
              <a:off x="10272713" y="655637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9" name="任意多边形 138"/>
            <p:cNvSpPr/>
            <p:nvPr/>
          </p:nvSpPr>
          <p:spPr>
            <a:xfrm rot="10800000">
              <a:off x="10272713" y="67325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0" name="任意多边形 139"/>
            <p:cNvSpPr/>
            <p:nvPr/>
          </p:nvSpPr>
          <p:spPr>
            <a:xfrm rot="10800000">
              <a:off x="10272713" y="690880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1" name="任意多边形 140"/>
            <p:cNvSpPr/>
            <p:nvPr/>
          </p:nvSpPr>
          <p:spPr>
            <a:xfrm rot="10800000">
              <a:off x="10272713" y="708501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2" name="任意多边形 141"/>
            <p:cNvSpPr/>
            <p:nvPr/>
          </p:nvSpPr>
          <p:spPr>
            <a:xfrm rot="10800000">
              <a:off x="10272713" y="213042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3" name="任意多边形 142"/>
            <p:cNvSpPr/>
            <p:nvPr/>
          </p:nvSpPr>
          <p:spPr>
            <a:xfrm rot="10800000">
              <a:off x="10272713" y="2306638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4" name="任意多边形 143"/>
            <p:cNvSpPr/>
            <p:nvPr/>
          </p:nvSpPr>
          <p:spPr>
            <a:xfrm rot="10800000">
              <a:off x="10272713" y="2482850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5" name="任意多边形 144"/>
            <p:cNvSpPr/>
            <p:nvPr/>
          </p:nvSpPr>
          <p:spPr>
            <a:xfrm rot="10800000">
              <a:off x="10272713" y="2659063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6" name="任意多边形 145"/>
            <p:cNvSpPr/>
            <p:nvPr/>
          </p:nvSpPr>
          <p:spPr>
            <a:xfrm rot="10800000">
              <a:off x="10272713" y="283527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2081089" y="-1265111"/>
            <a:ext cx="149225" cy="1360488"/>
            <a:chOff x="2085975" y="-136525"/>
            <a:chExt cx="149225" cy="1360488"/>
          </a:xfrm>
        </p:grpSpPr>
        <p:sp>
          <p:nvSpPr>
            <p:cNvPr id="160" name="任意多边形 159"/>
            <p:cNvSpPr/>
            <p:nvPr/>
          </p:nvSpPr>
          <p:spPr>
            <a:xfrm rot="10800000">
              <a:off x="2085975" y="-1365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1" name="任意多边形 160"/>
            <p:cNvSpPr/>
            <p:nvPr/>
          </p:nvSpPr>
          <p:spPr>
            <a:xfrm rot="10800000">
              <a:off x="2085975" y="396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2" name="任意多边形 161"/>
            <p:cNvSpPr/>
            <p:nvPr/>
          </p:nvSpPr>
          <p:spPr>
            <a:xfrm rot="10800000">
              <a:off x="2085975" y="2159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3" name="任意多边形 162"/>
            <p:cNvSpPr/>
            <p:nvPr/>
          </p:nvSpPr>
          <p:spPr>
            <a:xfrm rot="10800000">
              <a:off x="2085975" y="39211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4" name="任意多边形 163"/>
            <p:cNvSpPr/>
            <p:nvPr/>
          </p:nvSpPr>
          <p:spPr>
            <a:xfrm rot="10800000">
              <a:off x="2085975" y="5683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5" name="任意多边形 164"/>
            <p:cNvSpPr/>
            <p:nvPr/>
          </p:nvSpPr>
          <p:spPr>
            <a:xfrm rot="10800000">
              <a:off x="2085975" y="7429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6" name="任意多边形 165"/>
            <p:cNvSpPr/>
            <p:nvPr/>
          </p:nvSpPr>
          <p:spPr>
            <a:xfrm rot="10800000">
              <a:off x="2085975" y="919163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7" name="任意多边形 166"/>
            <p:cNvSpPr/>
            <p:nvPr/>
          </p:nvSpPr>
          <p:spPr>
            <a:xfrm rot="10800000">
              <a:off x="2085975" y="109537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47" name="文本框 146"/>
          <p:cNvSpPr txBox="1"/>
          <p:nvPr/>
        </p:nvSpPr>
        <p:spPr>
          <a:xfrm>
            <a:off x="3058608" y="92075"/>
            <a:ext cx="5405647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放手的艺术</a:t>
            </a:r>
            <a:endParaRPr lang="en-US" altLang="zh-CN" sz="4800" dirty="0" smtClean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r>
              <a:rPr lang="en-US" altLang="zh-CN" sz="2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——</a:t>
            </a:r>
            <a:r>
              <a:rPr lang="zh-CN" altLang="en-US" sz="2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放弃</a:t>
            </a:r>
            <a:r>
              <a:rPr lang="zh-CN" altLang="en-US" sz="280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支配</a:t>
            </a:r>
            <a:r>
              <a:rPr lang="zh-CN" altLang="en-US" sz="2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力，增强自主性</a:t>
            </a:r>
            <a:endParaRPr lang="en-US" altLang="zh-CN" sz="2800" dirty="0" smtClean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13089" y="2348724"/>
            <a:ext cx="6751365" cy="941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在一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个清晰、完善的框架内，给每一个人都抚育关键的角色，同时让他们展现出高水平的创造性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2583686" y="4293112"/>
            <a:ext cx="6556996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自由的意义不是不作为，而是有所作为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011" b="7483"/>
          <a:stretch/>
        </p:blipFill>
        <p:spPr>
          <a:xfrm>
            <a:off x="1655773" y="3692715"/>
            <a:ext cx="722124" cy="155408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9" name="文本框 148"/>
          <p:cNvSpPr txBox="1"/>
          <p:nvPr/>
        </p:nvSpPr>
        <p:spPr>
          <a:xfrm>
            <a:off x="1594363" y="5500688"/>
            <a:ext cx="6556996" cy="941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控制其他人最好的办法就是给他们更多的空间，让他们胡闹，然后观察他们</a:t>
            </a:r>
          </a:p>
        </p:txBody>
      </p:sp>
      <p:grpSp>
        <p:nvGrpSpPr>
          <p:cNvPr id="150" name="组合 149"/>
          <p:cNvGrpSpPr/>
          <p:nvPr/>
        </p:nvGrpSpPr>
        <p:grpSpPr>
          <a:xfrm>
            <a:off x="9289161" y="518033"/>
            <a:ext cx="2114740" cy="2114740"/>
            <a:chOff x="6125028" y="2365829"/>
            <a:chExt cx="2307772" cy="230777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51" name="流程图: 联系 150"/>
            <p:cNvSpPr/>
            <p:nvPr/>
          </p:nvSpPr>
          <p:spPr>
            <a:xfrm>
              <a:off x="6125028" y="2365829"/>
              <a:ext cx="2307772" cy="2307772"/>
            </a:xfrm>
            <a:prstGeom prst="flowChartConnector">
              <a:avLst/>
            </a:prstGeom>
            <a:solidFill>
              <a:srgbClr val="FDCE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流程图: 联系 151"/>
            <p:cNvSpPr/>
            <p:nvPr/>
          </p:nvSpPr>
          <p:spPr>
            <a:xfrm>
              <a:off x="6284683" y="2525486"/>
              <a:ext cx="1988457" cy="1988458"/>
            </a:xfrm>
            <a:prstGeom prst="flowChartConnector">
              <a:avLst/>
            </a:prstGeom>
            <a:solidFill>
              <a:srgbClr val="FFF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9577617" y="903398"/>
            <a:ext cx="156966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NO.4</a:t>
            </a:r>
          </a:p>
          <a:p>
            <a:pPr algn="ctr"/>
            <a:r>
              <a: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自主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85"/>
          <a:stretch/>
        </p:blipFill>
        <p:spPr>
          <a:xfrm>
            <a:off x="7947226" y="4982175"/>
            <a:ext cx="1269034" cy="169712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EFF0EA"/>
              </a:clrFrom>
              <a:clrTo>
                <a:srgbClr val="EFF0EA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658" b="90141" l="4750" r="972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579" y="1867573"/>
            <a:ext cx="1491772" cy="185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164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 48"/>
          <p:cNvSpPr/>
          <p:nvPr/>
        </p:nvSpPr>
        <p:spPr>
          <a:xfrm rot="10800000">
            <a:off x="2085975" y="7072313"/>
            <a:ext cx="149225" cy="127000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 rot="8100000">
            <a:off x="2108200" y="7227888"/>
            <a:ext cx="149225" cy="128587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9" name="任意多边形 78"/>
          <p:cNvSpPr/>
          <p:nvPr/>
        </p:nvSpPr>
        <p:spPr>
          <a:xfrm rot="10800000" flipH="1">
            <a:off x="10272713" y="-211138"/>
            <a:ext cx="147637" cy="127000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0247517" y="133140"/>
            <a:ext cx="186531" cy="1350169"/>
            <a:chOff x="10233819" y="-34925"/>
            <a:chExt cx="186531" cy="1350169"/>
          </a:xfrm>
        </p:grpSpPr>
        <p:sp>
          <p:nvSpPr>
            <p:cNvPr id="80" name="任意多边形 79"/>
            <p:cNvSpPr/>
            <p:nvPr/>
          </p:nvSpPr>
          <p:spPr>
            <a:xfrm rot="10800000" flipH="1">
              <a:off x="10272713" y="-3492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1" name="任意多边形 80"/>
            <p:cNvSpPr/>
            <p:nvPr/>
          </p:nvSpPr>
          <p:spPr>
            <a:xfrm rot="10800000" flipH="1">
              <a:off x="10272713" y="1412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2" name="任意多边形 81"/>
            <p:cNvSpPr/>
            <p:nvPr/>
          </p:nvSpPr>
          <p:spPr>
            <a:xfrm rot="10800000" flipH="1">
              <a:off x="10272713" y="31750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3" name="任意多边形 82"/>
            <p:cNvSpPr/>
            <p:nvPr/>
          </p:nvSpPr>
          <p:spPr>
            <a:xfrm rot="10800000" flipH="1">
              <a:off x="10272713" y="492125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4" name="任意多边形 83"/>
            <p:cNvSpPr/>
            <p:nvPr/>
          </p:nvSpPr>
          <p:spPr>
            <a:xfrm rot="10800000" flipH="1">
              <a:off x="10272713" y="66833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5" name="任意多边形 84"/>
            <p:cNvSpPr/>
            <p:nvPr/>
          </p:nvSpPr>
          <p:spPr>
            <a:xfrm rot="10800000" flipH="1">
              <a:off x="10272713" y="844550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6" name="任意多边形 85"/>
            <p:cNvSpPr/>
            <p:nvPr/>
          </p:nvSpPr>
          <p:spPr>
            <a:xfrm rot="10800000" flipH="1">
              <a:off x="10272713" y="10207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7" name="任意多边形 86"/>
            <p:cNvSpPr/>
            <p:nvPr/>
          </p:nvSpPr>
          <p:spPr>
            <a:xfrm rot="13500000" flipH="1">
              <a:off x="10223500" y="1176338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8" name="组合 34"/>
          <p:cNvGrpSpPr>
            <a:grpSpLocks/>
          </p:cNvGrpSpPr>
          <p:nvPr/>
        </p:nvGrpSpPr>
        <p:grpSpPr bwMode="auto">
          <a:xfrm flipH="1">
            <a:off x="2497341" y="1424332"/>
            <a:ext cx="7702550" cy="147638"/>
            <a:chOff x="2280164" y="6324917"/>
            <a:chExt cx="7702680" cy="148044"/>
          </a:xfrm>
        </p:grpSpPr>
        <p:grpSp>
          <p:nvGrpSpPr>
            <p:cNvPr id="89" name="组合 35"/>
            <p:cNvGrpSpPr>
              <a:grpSpLocks/>
            </p:cNvGrpSpPr>
            <p:nvPr/>
          </p:nvGrpSpPr>
          <p:grpSpPr bwMode="auto">
            <a:xfrm rot="-5400000">
              <a:off x="4118342" y="4486740"/>
              <a:ext cx="148043" cy="3824399"/>
              <a:chOff x="2239093" y="2285256"/>
              <a:chExt cx="148043" cy="3824399"/>
            </a:xfrm>
          </p:grpSpPr>
          <p:sp>
            <p:nvSpPr>
              <p:cNvPr id="112" name="任意多边形 111"/>
              <p:cNvSpPr/>
              <p:nvPr/>
            </p:nvSpPr>
            <p:spPr>
              <a:xfrm rot="10800000">
                <a:off x="2239092" y="2277318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3" name="任意多边形 112"/>
              <p:cNvSpPr/>
              <p:nvPr/>
            </p:nvSpPr>
            <p:spPr>
              <a:xfrm rot="10800000">
                <a:off x="2239092" y="2453533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4" name="任意多边形 113"/>
              <p:cNvSpPr/>
              <p:nvPr/>
            </p:nvSpPr>
            <p:spPr>
              <a:xfrm rot="10800000">
                <a:off x="2239092" y="2629749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5" name="任意多边形 114"/>
              <p:cNvSpPr/>
              <p:nvPr/>
            </p:nvSpPr>
            <p:spPr>
              <a:xfrm rot="10800000">
                <a:off x="2239092" y="2805964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6" name="任意多边形 115"/>
              <p:cNvSpPr/>
              <p:nvPr/>
            </p:nvSpPr>
            <p:spPr>
              <a:xfrm rot="10800000">
                <a:off x="2239092" y="2982180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7" name="任意多边形 116"/>
              <p:cNvSpPr/>
              <p:nvPr/>
            </p:nvSpPr>
            <p:spPr>
              <a:xfrm rot="10800000">
                <a:off x="2239092" y="3164745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59" name="任意多边形 158"/>
              <p:cNvSpPr/>
              <p:nvPr/>
            </p:nvSpPr>
            <p:spPr>
              <a:xfrm rot="10800000">
                <a:off x="2239093" y="3340961"/>
                <a:ext cx="148044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0" name="任意多边形 159"/>
              <p:cNvSpPr/>
              <p:nvPr/>
            </p:nvSpPr>
            <p:spPr>
              <a:xfrm rot="10800000">
                <a:off x="2239092" y="3517176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1" name="任意多边形 160"/>
              <p:cNvSpPr/>
              <p:nvPr/>
            </p:nvSpPr>
            <p:spPr>
              <a:xfrm rot="10800000">
                <a:off x="2239092" y="3685454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2" name="任意多边形 161"/>
              <p:cNvSpPr/>
              <p:nvPr/>
            </p:nvSpPr>
            <p:spPr>
              <a:xfrm rot="10800000">
                <a:off x="2239092" y="3861670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3" name="任意多边形 162"/>
              <p:cNvSpPr/>
              <p:nvPr/>
            </p:nvSpPr>
            <p:spPr>
              <a:xfrm rot="10800000">
                <a:off x="2239092" y="4037885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4" name="任意多边形 163"/>
              <p:cNvSpPr/>
              <p:nvPr/>
            </p:nvSpPr>
            <p:spPr>
              <a:xfrm rot="10800000">
                <a:off x="2239092" y="4214101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5" name="任意多边形 164"/>
              <p:cNvSpPr/>
              <p:nvPr/>
            </p:nvSpPr>
            <p:spPr>
              <a:xfrm rot="10800000">
                <a:off x="2239092" y="4390316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6" name="任意多边形 165"/>
              <p:cNvSpPr/>
              <p:nvPr/>
            </p:nvSpPr>
            <p:spPr>
              <a:xfrm rot="10800000">
                <a:off x="2239092" y="4566532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7" name="任意多边形 166"/>
              <p:cNvSpPr/>
              <p:nvPr/>
            </p:nvSpPr>
            <p:spPr>
              <a:xfrm rot="10800000">
                <a:off x="2239092" y="4749097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9" name="任意多边形 168"/>
              <p:cNvSpPr/>
              <p:nvPr/>
            </p:nvSpPr>
            <p:spPr>
              <a:xfrm rot="10800000">
                <a:off x="2239093" y="4925313"/>
                <a:ext cx="148044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70" name="任意多边形 169"/>
              <p:cNvSpPr/>
              <p:nvPr/>
            </p:nvSpPr>
            <p:spPr>
              <a:xfrm rot="10800000">
                <a:off x="2239092" y="5101528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71" name="任意多边形 170"/>
              <p:cNvSpPr/>
              <p:nvPr/>
            </p:nvSpPr>
            <p:spPr>
              <a:xfrm rot="10800000">
                <a:off x="2239092" y="5269806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72" name="任意多边形 171"/>
              <p:cNvSpPr/>
              <p:nvPr/>
            </p:nvSpPr>
            <p:spPr>
              <a:xfrm rot="10800000">
                <a:off x="2239092" y="5446022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2" name="任意多边形 191"/>
              <p:cNvSpPr/>
              <p:nvPr/>
            </p:nvSpPr>
            <p:spPr>
              <a:xfrm rot="10800000">
                <a:off x="2239092" y="5622237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3" name="任意多边形 192"/>
              <p:cNvSpPr/>
              <p:nvPr/>
            </p:nvSpPr>
            <p:spPr>
              <a:xfrm rot="10800000">
                <a:off x="2239092" y="5798453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4" name="任意多边形 193"/>
              <p:cNvSpPr/>
              <p:nvPr/>
            </p:nvSpPr>
            <p:spPr>
              <a:xfrm rot="10800000">
                <a:off x="2239092" y="5974668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90" name="组合 36"/>
            <p:cNvGrpSpPr>
              <a:grpSpLocks/>
            </p:cNvGrpSpPr>
            <p:nvPr/>
          </p:nvGrpSpPr>
          <p:grpSpPr bwMode="auto">
            <a:xfrm rot="-5400000">
              <a:off x="7996646" y="4486763"/>
              <a:ext cx="148044" cy="3824352"/>
              <a:chOff x="2239093" y="2283715"/>
              <a:chExt cx="148044" cy="3824352"/>
            </a:xfrm>
          </p:grpSpPr>
          <p:sp>
            <p:nvSpPr>
              <p:cNvPr id="91" name="任意多边形 90"/>
              <p:cNvSpPr/>
              <p:nvPr/>
            </p:nvSpPr>
            <p:spPr>
              <a:xfrm rot="10800000">
                <a:off x="2239092" y="2277365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 rot="10800000">
                <a:off x="2239092" y="2453580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3" name="任意多边形 92"/>
              <p:cNvSpPr/>
              <p:nvPr/>
            </p:nvSpPr>
            <p:spPr>
              <a:xfrm rot="10800000">
                <a:off x="2239092" y="2629796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4" name="任意多边形 93"/>
              <p:cNvSpPr/>
              <p:nvPr/>
            </p:nvSpPr>
            <p:spPr>
              <a:xfrm rot="10800000">
                <a:off x="2239092" y="2806011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5" name="任意多边形 94"/>
              <p:cNvSpPr/>
              <p:nvPr/>
            </p:nvSpPr>
            <p:spPr>
              <a:xfrm rot="10800000">
                <a:off x="2239092" y="2982227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6" name="任意多边形 95"/>
              <p:cNvSpPr/>
              <p:nvPr/>
            </p:nvSpPr>
            <p:spPr>
              <a:xfrm rot="10800000">
                <a:off x="2239092" y="3164792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7" name="任意多边形 96"/>
              <p:cNvSpPr/>
              <p:nvPr/>
            </p:nvSpPr>
            <p:spPr>
              <a:xfrm rot="10800000">
                <a:off x="2239093" y="3341008"/>
                <a:ext cx="148044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 rot="10800000">
                <a:off x="2239092" y="3517223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9" name="任意多边形 98"/>
              <p:cNvSpPr/>
              <p:nvPr/>
            </p:nvSpPr>
            <p:spPr>
              <a:xfrm rot="10800000">
                <a:off x="2239092" y="3685501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0" name="任意多边形 99"/>
              <p:cNvSpPr/>
              <p:nvPr/>
            </p:nvSpPr>
            <p:spPr>
              <a:xfrm rot="10800000">
                <a:off x="2239092" y="3861717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1" name="任意多边形 100"/>
              <p:cNvSpPr/>
              <p:nvPr/>
            </p:nvSpPr>
            <p:spPr>
              <a:xfrm rot="10800000">
                <a:off x="2239092" y="4037932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2" name="任意多边形 101"/>
              <p:cNvSpPr/>
              <p:nvPr/>
            </p:nvSpPr>
            <p:spPr>
              <a:xfrm rot="10800000">
                <a:off x="2239092" y="4214148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 rot="10800000">
                <a:off x="2239092" y="4390363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4" name="任意多边形 103"/>
              <p:cNvSpPr/>
              <p:nvPr/>
            </p:nvSpPr>
            <p:spPr>
              <a:xfrm rot="10800000">
                <a:off x="2239092" y="4566579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 rot="10800000">
                <a:off x="2239092" y="4749144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6" name="任意多边形 105"/>
              <p:cNvSpPr/>
              <p:nvPr/>
            </p:nvSpPr>
            <p:spPr>
              <a:xfrm rot="10800000">
                <a:off x="2239093" y="4925360"/>
                <a:ext cx="148044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7" name="任意多边形 106"/>
              <p:cNvSpPr/>
              <p:nvPr/>
            </p:nvSpPr>
            <p:spPr>
              <a:xfrm rot="10800000">
                <a:off x="2239092" y="5101575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8" name="任意多边形 107"/>
              <p:cNvSpPr/>
              <p:nvPr/>
            </p:nvSpPr>
            <p:spPr>
              <a:xfrm rot="10800000">
                <a:off x="2239092" y="5269853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9" name="任意多边形 108"/>
              <p:cNvSpPr/>
              <p:nvPr/>
            </p:nvSpPr>
            <p:spPr>
              <a:xfrm rot="10800000">
                <a:off x="2239092" y="5446069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0" name="任意多边形 109"/>
              <p:cNvSpPr/>
              <p:nvPr/>
            </p:nvSpPr>
            <p:spPr>
              <a:xfrm rot="10800000">
                <a:off x="2239092" y="5798500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1" name="任意多边形 110"/>
              <p:cNvSpPr/>
              <p:nvPr/>
            </p:nvSpPr>
            <p:spPr>
              <a:xfrm rot="10800000">
                <a:off x="2239092" y="5974715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2085975" y="2119313"/>
            <a:ext cx="149225" cy="4903787"/>
            <a:chOff x="2085975" y="2119313"/>
            <a:chExt cx="149225" cy="4903787"/>
          </a:xfrm>
        </p:grpSpPr>
        <p:sp>
          <p:nvSpPr>
            <p:cNvPr id="199" name="任意多边形 198"/>
            <p:cNvSpPr/>
            <p:nvPr/>
          </p:nvSpPr>
          <p:spPr>
            <a:xfrm rot="10800000">
              <a:off x="2085975" y="3003550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0" name="任意多边形 199"/>
            <p:cNvSpPr/>
            <p:nvPr/>
          </p:nvSpPr>
          <p:spPr>
            <a:xfrm rot="10800000">
              <a:off x="2085975" y="3179763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1" name="任意多边形 200"/>
            <p:cNvSpPr/>
            <p:nvPr/>
          </p:nvSpPr>
          <p:spPr>
            <a:xfrm rot="10800000">
              <a:off x="2085975" y="3355975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2" name="任意多边形 201"/>
            <p:cNvSpPr/>
            <p:nvPr/>
          </p:nvSpPr>
          <p:spPr>
            <a:xfrm rot="10800000">
              <a:off x="2085975" y="3532188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3" name="任意多边形 202"/>
            <p:cNvSpPr/>
            <p:nvPr/>
          </p:nvSpPr>
          <p:spPr>
            <a:xfrm rot="10800000">
              <a:off x="2085975" y="3708400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4" name="任意多边形 203"/>
            <p:cNvSpPr/>
            <p:nvPr/>
          </p:nvSpPr>
          <p:spPr>
            <a:xfrm rot="10800000">
              <a:off x="2085975" y="3884613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5" name="任意多边形 204"/>
            <p:cNvSpPr/>
            <p:nvPr/>
          </p:nvSpPr>
          <p:spPr>
            <a:xfrm rot="10800000">
              <a:off x="2085975" y="407987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6" name="任意多边形 205"/>
            <p:cNvSpPr/>
            <p:nvPr/>
          </p:nvSpPr>
          <p:spPr>
            <a:xfrm rot="10800000">
              <a:off x="2085975" y="42560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7" name="任意多边形 206"/>
            <p:cNvSpPr/>
            <p:nvPr/>
          </p:nvSpPr>
          <p:spPr>
            <a:xfrm rot="10800000">
              <a:off x="2085975" y="44323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8" name="任意多边形 207"/>
            <p:cNvSpPr/>
            <p:nvPr/>
          </p:nvSpPr>
          <p:spPr>
            <a:xfrm rot="10800000">
              <a:off x="2085975" y="460692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9" name="任意多边形 208"/>
            <p:cNvSpPr/>
            <p:nvPr/>
          </p:nvSpPr>
          <p:spPr>
            <a:xfrm rot="10800000">
              <a:off x="2085975" y="4783138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0" name="任意多边形 209"/>
            <p:cNvSpPr/>
            <p:nvPr/>
          </p:nvSpPr>
          <p:spPr>
            <a:xfrm rot="10800000">
              <a:off x="2085975" y="49593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8" name="任意多边形 217"/>
            <p:cNvSpPr/>
            <p:nvPr/>
          </p:nvSpPr>
          <p:spPr>
            <a:xfrm rot="10800000">
              <a:off x="2085975" y="513556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9" name="任意多边形 218"/>
            <p:cNvSpPr/>
            <p:nvPr/>
          </p:nvSpPr>
          <p:spPr>
            <a:xfrm rot="10800000">
              <a:off x="2085975" y="531177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0" name="任意多边形 219"/>
            <p:cNvSpPr/>
            <p:nvPr/>
          </p:nvSpPr>
          <p:spPr>
            <a:xfrm rot="10800000">
              <a:off x="2085975" y="54879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1" name="任意多边形 220"/>
            <p:cNvSpPr/>
            <p:nvPr/>
          </p:nvSpPr>
          <p:spPr>
            <a:xfrm rot="10800000">
              <a:off x="2085975" y="56642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3" name="任意多边形 222"/>
            <p:cNvSpPr/>
            <p:nvPr/>
          </p:nvSpPr>
          <p:spPr>
            <a:xfrm rot="10800000">
              <a:off x="2085975" y="584041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4" name="任意多边形 223"/>
            <p:cNvSpPr/>
            <p:nvPr/>
          </p:nvSpPr>
          <p:spPr>
            <a:xfrm rot="10800000">
              <a:off x="2085975" y="60166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5" name="任意多边形 224"/>
            <p:cNvSpPr/>
            <p:nvPr/>
          </p:nvSpPr>
          <p:spPr>
            <a:xfrm rot="10800000">
              <a:off x="2085975" y="61912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6" name="任意多边形 225"/>
            <p:cNvSpPr/>
            <p:nvPr/>
          </p:nvSpPr>
          <p:spPr>
            <a:xfrm rot="10800000">
              <a:off x="2085975" y="6367463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7" name="任意多边形 226"/>
            <p:cNvSpPr/>
            <p:nvPr/>
          </p:nvSpPr>
          <p:spPr>
            <a:xfrm rot="10800000">
              <a:off x="2085975" y="654367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1" name="任意多边形 230"/>
            <p:cNvSpPr/>
            <p:nvPr/>
          </p:nvSpPr>
          <p:spPr>
            <a:xfrm rot="10800000">
              <a:off x="2085975" y="67198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2" name="任意多边形 231"/>
            <p:cNvSpPr/>
            <p:nvPr/>
          </p:nvSpPr>
          <p:spPr>
            <a:xfrm rot="10800000">
              <a:off x="2085975" y="68961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3" name="任意多边形 232"/>
            <p:cNvSpPr/>
            <p:nvPr/>
          </p:nvSpPr>
          <p:spPr>
            <a:xfrm rot="10800000">
              <a:off x="2085975" y="2119313"/>
              <a:ext cx="149225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4" name="任意多边形 233"/>
            <p:cNvSpPr/>
            <p:nvPr/>
          </p:nvSpPr>
          <p:spPr>
            <a:xfrm rot="10800000">
              <a:off x="2085975" y="2295525"/>
              <a:ext cx="149225" cy="131763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5" name="任意多边形 234"/>
            <p:cNvSpPr/>
            <p:nvPr/>
          </p:nvSpPr>
          <p:spPr>
            <a:xfrm rot="10800000">
              <a:off x="2085975" y="2471738"/>
              <a:ext cx="149225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6" name="任意多边形 235"/>
            <p:cNvSpPr/>
            <p:nvPr/>
          </p:nvSpPr>
          <p:spPr>
            <a:xfrm rot="10800000">
              <a:off x="2085975" y="2646363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7" name="任意多边形 236"/>
            <p:cNvSpPr/>
            <p:nvPr/>
          </p:nvSpPr>
          <p:spPr>
            <a:xfrm rot="10800000">
              <a:off x="2085975" y="2822575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38" name="文本框 237"/>
          <p:cNvSpPr txBox="1"/>
          <p:nvPr/>
        </p:nvSpPr>
        <p:spPr>
          <a:xfrm>
            <a:off x="3353989" y="413140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同一</a:t>
            </a:r>
            <a:r>
              <a:rPr lang="zh-CN" altLang="en-US" sz="4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呼吸，同一想法</a:t>
            </a:r>
            <a:endParaRPr lang="en-US" altLang="zh-CN" sz="4800" dirty="0" smtClean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grpSp>
        <p:nvGrpSpPr>
          <p:cNvPr id="239" name="组合 238"/>
          <p:cNvGrpSpPr/>
          <p:nvPr/>
        </p:nvGrpSpPr>
        <p:grpSpPr>
          <a:xfrm>
            <a:off x="10286410" y="-1097168"/>
            <a:ext cx="147637" cy="1182688"/>
            <a:chOff x="10272713" y="-34925"/>
            <a:chExt cx="147637" cy="1182688"/>
          </a:xfrm>
        </p:grpSpPr>
        <p:sp>
          <p:nvSpPr>
            <p:cNvPr id="240" name="任意多边形 239"/>
            <p:cNvSpPr/>
            <p:nvPr/>
          </p:nvSpPr>
          <p:spPr>
            <a:xfrm rot="10800000" flipH="1">
              <a:off x="10272713" y="-3492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1" name="任意多边形 240"/>
            <p:cNvSpPr/>
            <p:nvPr/>
          </p:nvSpPr>
          <p:spPr>
            <a:xfrm rot="10800000" flipH="1">
              <a:off x="10272713" y="1412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2" name="任意多边形 241"/>
            <p:cNvSpPr/>
            <p:nvPr/>
          </p:nvSpPr>
          <p:spPr>
            <a:xfrm rot="10800000" flipH="1">
              <a:off x="10272713" y="31750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3" name="任意多边形 242"/>
            <p:cNvSpPr/>
            <p:nvPr/>
          </p:nvSpPr>
          <p:spPr>
            <a:xfrm rot="10800000" flipH="1">
              <a:off x="10272713" y="492125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4" name="任意多边形 243"/>
            <p:cNvSpPr/>
            <p:nvPr/>
          </p:nvSpPr>
          <p:spPr>
            <a:xfrm rot="10800000" flipH="1">
              <a:off x="10272713" y="66833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5" name="任意多边形 244"/>
            <p:cNvSpPr/>
            <p:nvPr/>
          </p:nvSpPr>
          <p:spPr>
            <a:xfrm rot="10800000" flipH="1">
              <a:off x="10272713" y="844550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6" name="任意多边形 245"/>
            <p:cNvSpPr/>
            <p:nvPr/>
          </p:nvSpPr>
          <p:spPr>
            <a:xfrm rot="10800000" flipH="1">
              <a:off x="10272713" y="10207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pic>
        <p:nvPicPr>
          <p:cNvPr id="248" name="图片 24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9" t="4525" r="19725" b="3469"/>
          <a:stretch/>
        </p:blipFill>
        <p:spPr>
          <a:xfrm>
            <a:off x="2817177" y="2692948"/>
            <a:ext cx="849352" cy="83924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49" name="文本框 248"/>
          <p:cNvSpPr txBox="1"/>
          <p:nvPr/>
        </p:nvSpPr>
        <p:spPr>
          <a:xfrm>
            <a:off x="3666529" y="2675209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禅师说：</a:t>
            </a: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50" name="圆角矩形 249"/>
          <p:cNvSpPr/>
          <p:nvPr/>
        </p:nvSpPr>
        <p:spPr>
          <a:xfrm>
            <a:off x="3609972" y="4038827"/>
            <a:ext cx="6864278" cy="1576162"/>
          </a:xfrm>
          <a:prstGeom prst="roundRect">
            <a:avLst/>
          </a:prstGeom>
          <a:solidFill>
            <a:srgbClr val="FDDB7B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文本框 250"/>
          <p:cNvSpPr txBox="1"/>
          <p:nvPr/>
        </p:nvSpPr>
        <p:spPr>
          <a:xfrm>
            <a:off x="3870668" y="4283380"/>
            <a:ext cx="6562446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团队成员之间相互信任，合作更有效率，以“我们”为中心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1128379" y="348129"/>
            <a:ext cx="2114740" cy="2114740"/>
            <a:chOff x="6125028" y="2365829"/>
            <a:chExt cx="2307772" cy="230777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19" name="流程图: 联系 118"/>
            <p:cNvSpPr/>
            <p:nvPr/>
          </p:nvSpPr>
          <p:spPr>
            <a:xfrm>
              <a:off x="6125028" y="2365829"/>
              <a:ext cx="2307772" cy="2307772"/>
            </a:xfrm>
            <a:prstGeom prst="flowChartConnector">
              <a:avLst/>
            </a:prstGeom>
            <a:solidFill>
              <a:srgbClr val="FDCE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流程图: 联系 119"/>
            <p:cNvSpPr/>
            <p:nvPr/>
          </p:nvSpPr>
          <p:spPr>
            <a:xfrm>
              <a:off x="6284683" y="2525486"/>
              <a:ext cx="1988457" cy="1988458"/>
            </a:xfrm>
            <a:prstGeom prst="flowChartConnector">
              <a:avLst/>
            </a:prstGeom>
            <a:solidFill>
              <a:srgbClr val="FFF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8" name="文本框 197"/>
          <p:cNvSpPr txBox="1"/>
          <p:nvPr/>
        </p:nvSpPr>
        <p:spPr>
          <a:xfrm>
            <a:off x="1436832" y="766185"/>
            <a:ext cx="156966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NO.5</a:t>
            </a:r>
          </a:p>
          <a:p>
            <a:pPr algn="ctr"/>
            <a:r>
              <a: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同一</a:t>
            </a:r>
          </a:p>
        </p:txBody>
      </p:sp>
    </p:spTree>
    <p:extLst>
      <p:ext uri="{BB962C8B-B14F-4D97-AF65-F5344CB8AC3E}">
        <p14:creationId xmlns:p14="http://schemas.microsoft.com/office/powerpoint/2010/main" val="9022390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 48"/>
          <p:cNvSpPr/>
          <p:nvPr/>
        </p:nvSpPr>
        <p:spPr>
          <a:xfrm rot="10800000">
            <a:off x="2085975" y="7072313"/>
            <a:ext cx="149225" cy="127000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 rot="8100000">
            <a:off x="2108200" y="7227888"/>
            <a:ext cx="149225" cy="128587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085975" y="127944"/>
            <a:ext cx="171450" cy="1516063"/>
            <a:chOff x="2085975" y="-136525"/>
            <a:chExt cx="171450" cy="1516063"/>
          </a:xfrm>
        </p:grpSpPr>
        <p:sp>
          <p:nvSpPr>
            <p:cNvPr id="58" name="任意多边形 57"/>
            <p:cNvSpPr/>
            <p:nvPr/>
          </p:nvSpPr>
          <p:spPr>
            <a:xfrm rot="10800000">
              <a:off x="2085975" y="-1365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3" name="任意多边形 62"/>
            <p:cNvSpPr/>
            <p:nvPr/>
          </p:nvSpPr>
          <p:spPr>
            <a:xfrm rot="10800000">
              <a:off x="2085975" y="396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4" name="任意多边形 63"/>
            <p:cNvSpPr/>
            <p:nvPr/>
          </p:nvSpPr>
          <p:spPr>
            <a:xfrm rot="10800000">
              <a:off x="2085975" y="2159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 rot="10800000">
              <a:off x="2085975" y="39211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 rot="10800000">
              <a:off x="2085975" y="5683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 rot="10800000">
              <a:off x="2085975" y="7429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 rot="10800000">
              <a:off x="2085975" y="919163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 rot="10800000">
              <a:off x="2085975" y="109537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 rot="8100000">
              <a:off x="2108200" y="125253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71" name="组合 2"/>
          <p:cNvGrpSpPr>
            <a:grpSpLocks/>
          </p:cNvGrpSpPr>
          <p:nvPr/>
        </p:nvGrpSpPr>
        <p:grpSpPr bwMode="auto">
          <a:xfrm>
            <a:off x="2280473" y="1570188"/>
            <a:ext cx="7704138" cy="147637"/>
            <a:chOff x="2280164" y="6324918"/>
            <a:chExt cx="7704268" cy="148043"/>
          </a:xfrm>
        </p:grpSpPr>
        <p:grpSp>
          <p:nvGrpSpPr>
            <p:cNvPr id="72" name="组合 3"/>
            <p:cNvGrpSpPr>
              <a:grpSpLocks/>
            </p:cNvGrpSpPr>
            <p:nvPr/>
          </p:nvGrpSpPr>
          <p:grpSpPr bwMode="auto">
            <a:xfrm rot="-5400000">
              <a:off x="4118342" y="4486740"/>
              <a:ext cx="148043" cy="3824399"/>
              <a:chOff x="2239093" y="2285256"/>
              <a:chExt cx="148043" cy="3824399"/>
            </a:xfrm>
          </p:grpSpPr>
          <p:sp>
            <p:nvSpPr>
              <p:cNvPr id="96" name="任意多边形 95"/>
              <p:cNvSpPr/>
              <p:nvPr/>
            </p:nvSpPr>
            <p:spPr>
              <a:xfrm rot="10800000">
                <a:off x="2239092" y="2285255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7" name="任意多边形 96"/>
              <p:cNvSpPr/>
              <p:nvPr/>
            </p:nvSpPr>
            <p:spPr>
              <a:xfrm rot="10800000">
                <a:off x="2239092" y="2461471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 rot="10800000">
                <a:off x="2239092" y="263768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9" name="任意多边形 98"/>
              <p:cNvSpPr/>
              <p:nvPr/>
            </p:nvSpPr>
            <p:spPr>
              <a:xfrm rot="10800000">
                <a:off x="2239092" y="281390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0" name="任意多边形 99"/>
              <p:cNvSpPr/>
              <p:nvPr/>
            </p:nvSpPr>
            <p:spPr>
              <a:xfrm rot="10800000">
                <a:off x="2239092" y="2990117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1" name="任意多边形 100"/>
              <p:cNvSpPr/>
              <p:nvPr/>
            </p:nvSpPr>
            <p:spPr>
              <a:xfrm rot="10800000">
                <a:off x="2239092" y="3164745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2" name="任意多边形 101"/>
              <p:cNvSpPr/>
              <p:nvPr/>
            </p:nvSpPr>
            <p:spPr>
              <a:xfrm rot="10800000">
                <a:off x="2239092" y="3340961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 rot="10800000">
                <a:off x="2239092" y="3517176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4" name="任意多边形 103"/>
              <p:cNvSpPr/>
              <p:nvPr/>
            </p:nvSpPr>
            <p:spPr>
              <a:xfrm rot="10800000">
                <a:off x="2239092" y="369339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 rot="10800000">
                <a:off x="2239092" y="3869607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6" name="任意多边形 105"/>
              <p:cNvSpPr/>
              <p:nvPr/>
            </p:nvSpPr>
            <p:spPr>
              <a:xfrm rot="10800000">
                <a:off x="2239092" y="4045823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7" name="任意多边形 106"/>
              <p:cNvSpPr/>
              <p:nvPr/>
            </p:nvSpPr>
            <p:spPr>
              <a:xfrm rot="10800000">
                <a:off x="2239092" y="4222038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8" name="任意多边形 107"/>
              <p:cNvSpPr/>
              <p:nvPr/>
            </p:nvSpPr>
            <p:spPr>
              <a:xfrm rot="10800000">
                <a:off x="2239092" y="439825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9" name="任意多边形 108"/>
              <p:cNvSpPr/>
              <p:nvPr/>
            </p:nvSpPr>
            <p:spPr>
              <a:xfrm rot="10800000">
                <a:off x="2239092" y="457446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0" name="任意多边形 109"/>
              <p:cNvSpPr/>
              <p:nvPr/>
            </p:nvSpPr>
            <p:spPr>
              <a:xfrm rot="10800000">
                <a:off x="2239092" y="4749097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1" name="任意多边形 110"/>
              <p:cNvSpPr/>
              <p:nvPr/>
            </p:nvSpPr>
            <p:spPr>
              <a:xfrm rot="10800000">
                <a:off x="2239092" y="4925313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2" name="任意多边形 111"/>
              <p:cNvSpPr/>
              <p:nvPr/>
            </p:nvSpPr>
            <p:spPr>
              <a:xfrm rot="10800000">
                <a:off x="2239092" y="5101528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3" name="任意多边形 112"/>
              <p:cNvSpPr/>
              <p:nvPr/>
            </p:nvSpPr>
            <p:spPr>
              <a:xfrm rot="10800000">
                <a:off x="2239092" y="527774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4" name="任意多边形 113"/>
              <p:cNvSpPr/>
              <p:nvPr/>
            </p:nvSpPr>
            <p:spPr>
              <a:xfrm rot="10800000">
                <a:off x="2239092" y="545395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5" name="任意多边形 114"/>
              <p:cNvSpPr/>
              <p:nvPr/>
            </p:nvSpPr>
            <p:spPr>
              <a:xfrm rot="10800000">
                <a:off x="2239092" y="5630175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6" name="任意多边形 115"/>
              <p:cNvSpPr/>
              <p:nvPr/>
            </p:nvSpPr>
            <p:spPr>
              <a:xfrm rot="10800000">
                <a:off x="2239092" y="5806390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7" name="任意多边形 116"/>
              <p:cNvSpPr/>
              <p:nvPr/>
            </p:nvSpPr>
            <p:spPr>
              <a:xfrm rot="10800000">
                <a:off x="2239092" y="598260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73" name="组合 4"/>
            <p:cNvGrpSpPr>
              <a:grpSpLocks/>
            </p:cNvGrpSpPr>
            <p:nvPr/>
          </p:nvGrpSpPr>
          <p:grpSpPr bwMode="auto">
            <a:xfrm rot="-5400000">
              <a:off x="7998211" y="4486740"/>
              <a:ext cx="148043" cy="3824399"/>
              <a:chOff x="2239093" y="2285256"/>
              <a:chExt cx="148043" cy="3824399"/>
            </a:xfrm>
          </p:grpSpPr>
          <p:sp>
            <p:nvSpPr>
              <p:cNvPr id="74" name="任意多边形 73"/>
              <p:cNvSpPr/>
              <p:nvPr/>
            </p:nvSpPr>
            <p:spPr>
              <a:xfrm rot="10800000">
                <a:off x="2239092" y="228530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5" name="任意多边形 74"/>
              <p:cNvSpPr/>
              <p:nvPr/>
            </p:nvSpPr>
            <p:spPr>
              <a:xfrm rot="10800000">
                <a:off x="2239092" y="2461518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6" name="任意多边形 75"/>
              <p:cNvSpPr/>
              <p:nvPr/>
            </p:nvSpPr>
            <p:spPr>
              <a:xfrm rot="10800000">
                <a:off x="2239092" y="2637733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7" name="任意多边形 76"/>
              <p:cNvSpPr/>
              <p:nvPr/>
            </p:nvSpPr>
            <p:spPr>
              <a:xfrm rot="10800000">
                <a:off x="2239092" y="281394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8" name="任意多边形 77"/>
              <p:cNvSpPr/>
              <p:nvPr/>
            </p:nvSpPr>
            <p:spPr>
              <a:xfrm rot="10800000">
                <a:off x="2239092" y="299016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9" name="任意多边形 78"/>
              <p:cNvSpPr/>
              <p:nvPr/>
            </p:nvSpPr>
            <p:spPr>
              <a:xfrm rot="10800000">
                <a:off x="2239092" y="3164792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0" name="任意多边形 79"/>
              <p:cNvSpPr/>
              <p:nvPr/>
            </p:nvSpPr>
            <p:spPr>
              <a:xfrm rot="10800000">
                <a:off x="2239092" y="3341008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1" name="任意多边形 80"/>
              <p:cNvSpPr/>
              <p:nvPr/>
            </p:nvSpPr>
            <p:spPr>
              <a:xfrm rot="10800000">
                <a:off x="2239092" y="3517223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2" name="任意多边形 81"/>
              <p:cNvSpPr/>
              <p:nvPr/>
            </p:nvSpPr>
            <p:spPr>
              <a:xfrm rot="10800000">
                <a:off x="2239092" y="369343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3" name="任意多边形 82"/>
              <p:cNvSpPr/>
              <p:nvPr/>
            </p:nvSpPr>
            <p:spPr>
              <a:xfrm rot="10800000">
                <a:off x="2239092" y="386965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4" name="任意多边形 83"/>
              <p:cNvSpPr/>
              <p:nvPr/>
            </p:nvSpPr>
            <p:spPr>
              <a:xfrm rot="10800000">
                <a:off x="2239092" y="4045870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5" name="任意多边形 84"/>
              <p:cNvSpPr/>
              <p:nvPr/>
            </p:nvSpPr>
            <p:spPr>
              <a:xfrm rot="10800000">
                <a:off x="2239092" y="4222085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6" name="任意多边形 85"/>
              <p:cNvSpPr/>
              <p:nvPr/>
            </p:nvSpPr>
            <p:spPr>
              <a:xfrm rot="10800000">
                <a:off x="2239092" y="4398301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7" name="任意多边形 86"/>
              <p:cNvSpPr/>
              <p:nvPr/>
            </p:nvSpPr>
            <p:spPr>
              <a:xfrm rot="10800000">
                <a:off x="2239092" y="457451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8" name="任意多边形 87"/>
              <p:cNvSpPr/>
              <p:nvPr/>
            </p:nvSpPr>
            <p:spPr>
              <a:xfrm rot="10800000">
                <a:off x="2239092" y="4749144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9" name="任意多边形 88"/>
              <p:cNvSpPr/>
              <p:nvPr/>
            </p:nvSpPr>
            <p:spPr>
              <a:xfrm rot="10800000">
                <a:off x="2239092" y="4925360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0" name="任意多边形 89"/>
              <p:cNvSpPr/>
              <p:nvPr/>
            </p:nvSpPr>
            <p:spPr>
              <a:xfrm rot="10800000">
                <a:off x="2239092" y="5101575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1" name="任意多边形 90"/>
              <p:cNvSpPr/>
              <p:nvPr/>
            </p:nvSpPr>
            <p:spPr>
              <a:xfrm rot="10800000">
                <a:off x="2239092" y="5277791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 rot="10800000">
                <a:off x="2239092" y="545400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3" name="任意多边形 92"/>
              <p:cNvSpPr/>
              <p:nvPr/>
            </p:nvSpPr>
            <p:spPr>
              <a:xfrm rot="10800000">
                <a:off x="2239092" y="563022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4" name="任意多边形 93"/>
              <p:cNvSpPr/>
              <p:nvPr/>
            </p:nvSpPr>
            <p:spPr>
              <a:xfrm rot="10800000">
                <a:off x="2239092" y="5806437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5" name="任意多边形 94"/>
              <p:cNvSpPr/>
              <p:nvPr/>
            </p:nvSpPr>
            <p:spPr>
              <a:xfrm rot="10800000">
                <a:off x="2239092" y="5982653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10272713" y="2130425"/>
            <a:ext cx="147637" cy="5081588"/>
            <a:chOff x="10272713" y="2130425"/>
            <a:chExt cx="147637" cy="5081588"/>
          </a:xfrm>
        </p:grpSpPr>
        <p:sp>
          <p:nvSpPr>
            <p:cNvPr id="118" name="任意多边形 117"/>
            <p:cNvSpPr/>
            <p:nvPr/>
          </p:nvSpPr>
          <p:spPr>
            <a:xfrm rot="10800000">
              <a:off x="10272713" y="3016250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9" name="任意多边形 118"/>
            <p:cNvSpPr/>
            <p:nvPr/>
          </p:nvSpPr>
          <p:spPr>
            <a:xfrm rot="10800000">
              <a:off x="10272713" y="3192463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0" name="任意多边形 119"/>
            <p:cNvSpPr/>
            <p:nvPr/>
          </p:nvSpPr>
          <p:spPr>
            <a:xfrm rot="10800000">
              <a:off x="10272713" y="336867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1" name="任意多边形 120"/>
            <p:cNvSpPr/>
            <p:nvPr/>
          </p:nvSpPr>
          <p:spPr>
            <a:xfrm rot="10800000">
              <a:off x="10272713" y="3544888"/>
              <a:ext cx="147637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2" name="任意多边形 121"/>
            <p:cNvSpPr/>
            <p:nvPr/>
          </p:nvSpPr>
          <p:spPr>
            <a:xfrm rot="10800000">
              <a:off x="10272713" y="3721100"/>
              <a:ext cx="147637" cy="131763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3" name="任意多边形 122"/>
            <p:cNvSpPr/>
            <p:nvPr/>
          </p:nvSpPr>
          <p:spPr>
            <a:xfrm rot="10800000">
              <a:off x="10272713" y="3897313"/>
              <a:ext cx="147637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4" name="任意多边形 123"/>
            <p:cNvSpPr/>
            <p:nvPr/>
          </p:nvSpPr>
          <p:spPr>
            <a:xfrm rot="10800000">
              <a:off x="10272713" y="409098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5" name="任意多边形 124"/>
            <p:cNvSpPr/>
            <p:nvPr/>
          </p:nvSpPr>
          <p:spPr>
            <a:xfrm rot="10800000">
              <a:off x="10272713" y="4267200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6" name="任意多边形 125"/>
            <p:cNvSpPr/>
            <p:nvPr/>
          </p:nvSpPr>
          <p:spPr>
            <a:xfrm rot="10800000">
              <a:off x="10272713" y="4443413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7" name="任意多边形 126"/>
            <p:cNvSpPr/>
            <p:nvPr/>
          </p:nvSpPr>
          <p:spPr>
            <a:xfrm rot="10800000">
              <a:off x="10272713" y="461962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8" name="任意多边形 127"/>
            <p:cNvSpPr/>
            <p:nvPr/>
          </p:nvSpPr>
          <p:spPr>
            <a:xfrm rot="10800000">
              <a:off x="10272713" y="479583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9" name="任意多边形 128"/>
            <p:cNvSpPr/>
            <p:nvPr/>
          </p:nvSpPr>
          <p:spPr>
            <a:xfrm rot="10800000">
              <a:off x="10272713" y="497205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0" name="任意多边形 129"/>
            <p:cNvSpPr/>
            <p:nvPr/>
          </p:nvSpPr>
          <p:spPr>
            <a:xfrm rot="10800000">
              <a:off x="10272713" y="51482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1" name="任意多边形 130"/>
            <p:cNvSpPr/>
            <p:nvPr/>
          </p:nvSpPr>
          <p:spPr>
            <a:xfrm rot="10800000">
              <a:off x="10272713" y="532447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2" name="任意多边形 131"/>
            <p:cNvSpPr/>
            <p:nvPr/>
          </p:nvSpPr>
          <p:spPr>
            <a:xfrm rot="10800000">
              <a:off x="10272713" y="55006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3" name="任意多边形 132"/>
            <p:cNvSpPr/>
            <p:nvPr/>
          </p:nvSpPr>
          <p:spPr>
            <a:xfrm rot="10800000">
              <a:off x="10272713" y="5675313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4" name="任意多边形 133"/>
            <p:cNvSpPr/>
            <p:nvPr/>
          </p:nvSpPr>
          <p:spPr>
            <a:xfrm rot="10800000">
              <a:off x="10272713" y="5851525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5" name="任意多边形 134"/>
            <p:cNvSpPr/>
            <p:nvPr/>
          </p:nvSpPr>
          <p:spPr>
            <a:xfrm rot="10800000">
              <a:off x="10272713" y="602773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6" name="任意多边形 135"/>
            <p:cNvSpPr/>
            <p:nvPr/>
          </p:nvSpPr>
          <p:spPr>
            <a:xfrm rot="10800000">
              <a:off x="10272713" y="620395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7" name="任意多边形 136"/>
            <p:cNvSpPr/>
            <p:nvPr/>
          </p:nvSpPr>
          <p:spPr>
            <a:xfrm rot="10800000">
              <a:off x="10272713" y="63801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8" name="任意多边形 137"/>
            <p:cNvSpPr/>
            <p:nvPr/>
          </p:nvSpPr>
          <p:spPr>
            <a:xfrm rot="10800000">
              <a:off x="10272713" y="655637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9" name="任意多边形 138"/>
            <p:cNvSpPr/>
            <p:nvPr/>
          </p:nvSpPr>
          <p:spPr>
            <a:xfrm rot="10800000">
              <a:off x="10272713" y="67325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0" name="任意多边形 139"/>
            <p:cNvSpPr/>
            <p:nvPr/>
          </p:nvSpPr>
          <p:spPr>
            <a:xfrm rot="10800000">
              <a:off x="10272713" y="690880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1" name="任意多边形 140"/>
            <p:cNvSpPr/>
            <p:nvPr/>
          </p:nvSpPr>
          <p:spPr>
            <a:xfrm rot="10800000">
              <a:off x="10272713" y="708501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2" name="任意多边形 141"/>
            <p:cNvSpPr/>
            <p:nvPr/>
          </p:nvSpPr>
          <p:spPr>
            <a:xfrm rot="10800000">
              <a:off x="10272713" y="213042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3" name="任意多边形 142"/>
            <p:cNvSpPr/>
            <p:nvPr/>
          </p:nvSpPr>
          <p:spPr>
            <a:xfrm rot="10800000">
              <a:off x="10272713" y="2306638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4" name="任意多边形 143"/>
            <p:cNvSpPr/>
            <p:nvPr/>
          </p:nvSpPr>
          <p:spPr>
            <a:xfrm rot="10800000">
              <a:off x="10272713" y="2482850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5" name="任意多边形 144"/>
            <p:cNvSpPr/>
            <p:nvPr/>
          </p:nvSpPr>
          <p:spPr>
            <a:xfrm rot="10800000">
              <a:off x="10272713" y="2659063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6" name="任意多边形 145"/>
            <p:cNvSpPr/>
            <p:nvPr/>
          </p:nvSpPr>
          <p:spPr>
            <a:xfrm rot="10800000">
              <a:off x="10272713" y="283527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2081089" y="-1265111"/>
            <a:ext cx="149225" cy="1360488"/>
            <a:chOff x="2085975" y="-136525"/>
            <a:chExt cx="149225" cy="1360488"/>
          </a:xfrm>
        </p:grpSpPr>
        <p:sp>
          <p:nvSpPr>
            <p:cNvPr id="160" name="任意多边形 159"/>
            <p:cNvSpPr/>
            <p:nvPr/>
          </p:nvSpPr>
          <p:spPr>
            <a:xfrm rot="10800000">
              <a:off x="2085975" y="-1365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1" name="任意多边形 160"/>
            <p:cNvSpPr/>
            <p:nvPr/>
          </p:nvSpPr>
          <p:spPr>
            <a:xfrm rot="10800000">
              <a:off x="2085975" y="396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2" name="任意多边形 161"/>
            <p:cNvSpPr/>
            <p:nvPr/>
          </p:nvSpPr>
          <p:spPr>
            <a:xfrm rot="10800000">
              <a:off x="2085975" y="2159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3" name="任意多边形 162"/>
            <p:cNvSpPr/>
            <p:nvPr/>
          </p:nvSpPr>
          <p:spPr>
            <a:xfrm rot="10800000">
              <a:off x="2085975" y="39211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4" name="任意多边形 163"/>
            <p:cNvSpPr/>
            <p:nvPr/>
          </p:nvSpPr>
          <p:spPr>
            <a:xfrm rot="10800000">
              <a:off x="2085975" y="5683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5" name="任意多边形 164"/>
            <p:cNvSpPr/>
            <p:nvPr/>
          </p:nvSpPr>
          <p:spPr>
            <a:xfrm rot="10800000">
              <a:off x="2085975" y="7429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6" name="任意多边形 165"/>
            <p:cNvSpPr/>
            <p:nvPr/>
          </p:nvSpPr>
          <p:spPr>
            <a:xfrm rot="10800000">
              <a:off x="2085975" y="919163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7" name="任意多边形 166"/>
            <p:cNvSpPr/>
            <p:nvPr/>
          </p:nvSpPr>
          <p:spPr>
            <a:xfrm rot="10800000">
              <a:off x="2085975" y="109537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47" name="文本框 146"/>
          <p:cNvSpPr txBox="1"/>
          <p:nvPr/>
        </p:nvSpPr>
        <p:spPr>
          <a:xfrm>
            <a:off x="3464088" y="437462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怜悯之心</a:t>
            </a:r>
            <a:r>
              <a:rPr lang="en-US" altLang="zh-CN" sz="4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—</a:t>
            </a:r>
            <a:r>
              <a:rPr lang="zh-CN" altLang="en-US" sz="4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慈悲为怀</a:t>
            </a:r>
            <a:endParaRPr lang="en-US" altLang="zh-CN" sz="4800" dirty="0" smtClean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pic>
        <p:nvPicPr>
          <p:cNvPr id="150" name="图片 14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9" t="4525" r="19725" b="3469"/>
          <a:stretch/>
        </p:blipFill>
        <p:spPr>
          <a:xfrm>
            <a:off x="1322348" y="2616972"/>
            <a:ext cx="849352" cy="83924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51" name="文本框 150"/>
          <p:cNvSpPr txBox="1"/>
          <p:nvPr/>
        </p:nvSpPr>
        <p:spPr>
          <a:xfrm>
            <a:off x="2171700" y="2599233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禅师说：</a:t>
            </a: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52" name="圆角矩形 151"/>
          <p:cNvSpPr/>
          <p:nvPr/>
        </p:nvSpPr>
        <p:spPr>
          <a:xfrm>
            <a:off x="2218444" y="3962850"/>
            <a:ext cx="6813781" cy="1712463"/>
          </a:xfrm>
          <a:prstGeom prst="roundRect">
            <a:avLst/>
          </a:prstGeom>
          <a:solidFill>
            <a:srgbClr val="FDDB7B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文本框 152"/>
          <p:cNvSpPr txBox="1"/>
          <p:nvPr/>
        </p:nvSpPr>
        <p:spPr>
          <a:xfrm>
            <a:off x="2506404" y="4267200"/>
            <a:ext cx="6562446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善意、体贴的话，即使面对最难缠的人也会有极强的改善人际关系的效果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8" name="组合 147"/>
          <p:cNvGrpSpPr/>
          <p:nvPr/>
        </p:nvGrpSpPr>
        <p:grpSpPr>
          <a:xfrm>
            <a:off x="9289161" y="518033"/>
            <a:ext cx="2114740" cy="2114740"/>
            <a:chOff x="6125028" y="2365829"/>
            <a:chExt cx="2307772" cy="230777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9" name="流程图: 联系 148"/>
            <p:cNvSpPr/>
            <p:nvPr/>
          </p:nvSpPr>
          <p:spPr>
            <a:xfrm>
              <a:off x="6125028" y="2365829"/>
              <a:ext cx="2307772" cy="2307772"/>
            </a:xfrm>
            <a:prstGeom prst="flowChartConnector">
              <a:avLst/>
            </a:prstGeom>
            <a:solidFill>
              <a:srgbClr val="FDCE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流程图: 联系 153"/>
            <p:cNvSpPr/>
            <p:nvPr/>
          </p:nvSpPr>
          <p:spPr>
            <a:xfrm>
              <a:off x="6284683" y="2525486"/>
              <a:ext cx="1988457" cy="1988458"/>
            </a:xfrm>
            <a:prstGeom prst="flowChartConnector">
              <a:avLst/>
            </a:prstGeom>
            <a:solidFill>
              <a:srgbClr val="FFF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9588443" y="903398"/>
            <a:ext cx="156966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NO.6</a:t>
            </a:r>
          </a:p>
          <a:p>
            <a:pPr algn="ctr"/>
            <a:r>
              <a: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怜悯</a:t>
            </a:r>
          </a:p>
        </p:txBody>
      </p:sp>
    </p:spTree>
    <p:extLst>
      <p:ext uri="{BB962C8B-B14F-4D97-AF65-F5344CB8AC3E}">
        <p14:creationId xmlns:p14="http://schemas.microsoft.com/office/powerpoint/2010/main" val="5088061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 48"/>
          <p:cNvSpPr/>
          <p:nvPr/>
        </p:nvSpPr>
        <p:spPr>
          <a:xfrm rot="10800000">
            <a:off x="2085975" y="7072313"/>
            <a:ext cx="149225" cy="127000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 rot="8100000">
            <a:off x="2108200" y="7227888"/>
            <a:ext cx="149225" cy="128587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9" name="任意多边形 78"/>
          <p:cNvSpPr/>
          <p:nvPr/>
        </p:nvSpPr>
        <p:spPr>
          <a:xfrm rot="10800000" flipH="1">
            <a:off x="10272713" y="-211138"/>
            <a:ext cx="147637" cy="127000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0247517" y="133140"/>
            <a:ext cx="186531" cy="1350169"/>
            <a:chOff x="10233819" y="-34925"/>
            <a:chExt cx="186531" cy="1350169"/>
          </a:xfrm>
        </p:grpSpPr>
        <p:sp>
          <p:nvSpPr>
            <p:cNvPr id="80" name="任意多边形 79"/>
            <p:cNvSpPr/>
            <p:nvPr/>
          </p:nvSpPr>
          <p:spPr>
            <a:xfrm rot="10800000" flipH="1">
              <a:off x="10272713" y="-3492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1" name="任意多边形 80"/>
            <p:cNvSpPr/>
            <p:nvPr/>
          </p:nvSpPr>
          <p:spPr>
            <a:xfrm rot="10800000" flipH="1">
              <a:off x="10272713" y="1412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2" name="任意多边形 81"/>
            <p:cNvSpPr/>
            <p:nvPr/>
          </p:nvSpPr>
          <p:spPr>
            <a:xfrm rot="10800000" flipH="1">
              <a:off x="10272713" y="31750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3" name="任意多边形 82"/>
            <p:cNvSpPr/>
            <p:nvPr/>
          </p:nvSpPr>
          <p:spPr>
            <a:xfrm rot="10800000" flipH="1">
              <a:off x="10272713" y="492125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4" name="任意多边形 83"/>
            <p:cNvSpPr/>
            <p:nvPr/>
          </p:nvSpPr>
          <p:spPr>
            <a:xfrm rot="10800000" flipH="1">
              <a:off x="10272713" y="66833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5" name="任意多边形 84"/>
            <p:cNvSpPr/>
            <p:nvPr/>
          </p:nvSpPr>
          <p:spPr>
            <a:xfrm rot="10800000" flipH="1">
              <a:off x="10272713" y="844550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6" name="任意多边形 85"/>
            <p:cNvSpPr/>
            <p:nvPr/>
          </p:nvSpPr>
          <p:spPr>
            <a:xfrm rot="10800000" flipH="1">
              <a:off x="10272713" y="10207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7" name="任意多边形 86"/>
            <p:cNvSpPr/>
            <p:nvPr/>
          </p:nvSpPr>
          <p:spPr>
            <a:xfrm rot="13500000" flipH="1">
              <a:off x="10223500" y="1176338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8" name="组合 34"/>
          <p:cNvGrpSpPr>
            <a:grpSpLocks/>
          </p:cNvGrpSpPr>
          <p:nvPr/>
        </p:nvGrpSpPr>
        <p:grpSpPr bwMode="auto">
          <a:xfrm flipH="1">
            <a:off x="2497341" y="1424332"/>
            <a:ext cx="7702550" cy="147638"/>
            <a:chOff x="2280164" y="6324917"/>
            <a:chExt cx="7702680" cy="148044"/>
          </a:xfrm>
        </p:grpSpPr>
        <p:grpSp>
          <p:nvGrpSpPr>
            <p:cNvPr id="89" name="组合 35"/>
            <p:cNvGrpSpPr>
              <a:grpSpLocks/>
            </p:cNvGrpSpPr>
            <p:nvPr/>
          </p:nvGrpSpPr>
          <p:grpSpPr bwMode="auto">
            <a:xfrm rot="-5400000">
              <a:off x="4118342" y="4486740"/>
              <a:ext cx="148043" cy="3824399"/>
              <a:chOff x="2239093" y="2285256"/>
              <a:chExt cx="148043" cy="3824399"/>
            </a:xfrm>
          </p:grpSpPr>
          <p:sp>
            <p:nvSpPr>
              <p:cNvPr id="112" name="任意多边形 111"/>
              <p:cNvSpPr/>
              <p:nvPr/>
            </p:nvSpPr>
            <p:spPr>
              <a:xfrm rot="10800000">
                <a:off x="2239092" y="2277318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3" name="任意多边形 112"/>
              <p:cNvSpPr/>
              <p:nvPr/>
            </p:nvSpPr>
            <p:spPr>
              <a:xfrm rot="10800000">
                <a:off x="2239092" y="2453533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4" name="任意多边形 113"/>
              <p:cNvSpPr/>
              <p:nvPr/>
            </p:nvSpPr>
            <p:spPr>
              <a:xfrm rot="10800000">
                <a:off x="2239092" y="2629749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5" name="任意多边形 114"/>
              <p:cNvSpPr/>
              <p:nvPr/>
            </p:nvSpPr>
            <p:spPr>
              <a:xfrm rot="10800000">
                <a:off x="2239092" y="2805964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6" name="任意多边形 115"/>
              <p:cNvSpPr/>
              <p:nvPr/>
            </p:nvSpPr>
            <p:spPr>
              <a:xfrm rot="10800000">
                <a:off x="2239092" y="2982180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7" name="任意多边形 116"/>
              <p:cNvSpPr/>
              <p:nvPr/>
            </p:nvSpPr>
            <p:spPr>
              <a:xfrm rot="10800000">
                <a:off x="2239092" y="3164745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59" name="任意多边形 158"/>
              <p:cNvSpPr/>
              <p:nvPr/>
            </p:nvSpPr>
            <p:spPr>
              <a:xfrm rot="10800000">
                <a:off x="2239093" y="3340961"/>
                <a:ext cx="148044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0" name="任意多边形 159"/>
              <p:cNvSpPr/>
              <p:nvPr/>
            </p:nvSpPr>
            <p:spPr>
              <a:xfrm rot="10800000">
                <a:off x="2239092" y="3517176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1" name="任意多边形 160"/>
              <p:cNvSpPr/>
              <p:nvPr/>
            </p:nvSpPr>
            <p:spPr>
              <a:xfrm rot="10800000">
                <a:off x="2239092" y="3685454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2" name="任意多边形 161"/>
              <p:cNvSpPr/>
              <p:nvPr/>
            </p:nvSpPr>
            <p:spPr>
              <a:xfrm rot="10800000">
                <a:off x="2239092" y="3861670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3" name="任意多边形 162"/>
              <p:cNvSpPr/>
              <p:nvPr/>
            </p:nvSpPr>
            <p:spPr>
              <a:xfrm rot="10800000">
                <a:off x="2239092" y="4037885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4" name="任意多边形 163"/>
              <p:cNvSpPr/>
              <p:nvPr/>
            </p:nvSpPr>
            <p:spPr>
              <a:xfrm rot="10800000">
                <a:off x="2239092" y="4214101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5" name="任意多边形 164"/>
              <p:cNvSpPr/>
              <p:nvPr/>
            </p:nvSpPr>
            <p:spPr>
              <a:xfrm rot="10800000">
                <a:off x="2239092" y="4390316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6" name="任意多边形 165"/>
              <p:cNvSpPr/>
              <p:nvPr/>
            </p:nvSpPr>
            <p:spPr>
              <a:xfrm rot="10800000">
                <a:off x="2239092" y="4566532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7" name="任意多边形 166"/>
              <p:cNvSpPr/>
              <p:nvPr/>
            </p:nvSpPr>
            <p:spPr>
              <a:xfrm rot="10800000">
                <a:off x="2239092" y="4749097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9" name="任意多边形 168"/>
              <p:cNvSpPr/>
              <p:nvPr/>
            </p:nvSpPr>
            <p:spPr>
              <a:xfrm rot="10800000">
                <a:off x="2239093" y="4925313"/>
                <a:ext cx="148044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70" name="任意多边形 169"/>
              <p:cNvSpPr/>
              <p:nvPr/>
            </p:nvSpPr>
            <p:spPr>
              <a:xfrm rot="10800000">
                <a:off x="2239092" y="5101528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71" name="任意多边形 170"/>
              <p:cNvSpPr/>
              <p:nvPr/>
            </p:nvSpPr>
            <p:spPr>
              <a:xfrm rot="10800000">
                <a:off x="2239092" y="5269806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72" name="任意多边形 171"/>
              <p:cNvSpPr/>
              <p:nvPr/>
            </p:nvSpPr>
            <p:spPr>
              <a:xfrm rot="10800000">
                <a:off x="2239092" y="5446022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2" name="任意多边形 191"/>
              <p:cNvSpPr/>
              <p:nvPr/>
            </p:nvSpPr>
            <p:spPr>
              <a:xfrm rot="10800000">
                <a:off x="2239092" y="5622237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3" name="任意多边形 192"/>
              <p:cNvSpPr/>
              <p:nvPr/>
            </p:nvSpPr>
            <p:spPr>
              <a:xfrm rot="10800000">
                <a:off x="2239092" y="5798453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4" name="任意多边形 193"/>
              <p:cNvSpPr/>
              <p:nvPr/>
            </p:nvSpPr>
            <p:spPr>
              <a:xfrm rot="10800000">
                <a:off x="2239092" y="5974668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90" name="组合 36"/>
            <p:cNvGrpSpPr>
              <a:grpSpLocks/>
            </p:cNvGrpSpPr>
            <p:nvPr/>
          </p:nvGrpSpPr>
          <p:grpSpPr bwMode="auto">
            <a:xfrm rot="-5400000">
              <a:off x="7996646" y="4486763"/>
              <a:ext cx="148044" cy="3824352"/>
              <a:chOff x="2239093" y="2283715"/>
              <a:chExt cx="148044" cy="3824352"/>
            </a:xfrm>
          </p:grpSpPr>
          <p:sp>
            <p:nvSpPr>
              <p:cNvPr id="91" name="任意多边形 90"/>
              <p:cNvSpPr/>
              <p:nvPr/>
            </p:nvSpPr>
            <p:spPr>
              <a:xfrm rot="10800000">
                <a:off x="2239092" y="2277365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 rot="10800000">
                <a:off x="2239092" y="2453580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3" name="任意多边形 92"/>
              <p:cNvSpPr/>
              <p:nvPr/>
            </p:nvSpPr>
            <p:spPr>
              <a:xfrm rot="10800000">
                <a:off x="2239092" y="2629796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4" name="任意多边形 93"/>
              <p:cNvSpPr/>
              <p:nvPr/>
            </p:nvSpPr>
            <p:spPr>
              <a:xfrm rot="10800000">
                <a:off x="2239092" y="2806011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5" name="任意多边形 94"/>
              <p:cNvSpPr/>
              <p:nvPr/>
            </p:nvSpPr>
            <p:spPr>
              <a:xfrm rot="10800000">
                <a:off x="2239092" y="2982227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6" name="任意多边形 95"/>
              <p:cNvSpPr/>
              <p:nvPr/>
            </p:nvSpPr>
            <p:spPr>
              <a:xfrm rot="10800000">
                <a:off x="2239092" y="3164792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7" name="任意多边形 96"/>
              <p:cNvSpPr/>
              <p:nvPr/>
            </p:nvSpPr>
            <p:spPr>
              <a:xfrm rot="10800000">
                <a:off x="2239093" y="3341008"/>
                <a:ext cx="148044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 rot="10800000">
                <a:off x="2239092" y="3517223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9" name="任意多边形 98"/>
              <p:cNvSpPr/>
              <p:nvPr/>
            </p:nvSpPr>
            <p:spPr>
              <a:xfrm rot="10800000">
                <a:off x="2239092" y="3685501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0" name="任意多边形 99"/>
              <p:cNvSpPr/>
              <p:nvPr/>
            </p:nvSpPr>
            <p:spPr>
              <a:xfrm rot="10800000">
                <a:off x="2239092" y="3861717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1" name="任意多边形 100"/>
              <p:cNvSpPr/>
              <p:nvPr/>
            </p:nvSpPr>
            <p:spPr>
              <a:xfrm rot="10800000">
                <a:off x="2239092" y="4037932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2" name="任意多边形 101"/>
              <p:cNvSpPr/>
              <p:nvPr/>
            </p:nvSpPr>
            <p:spPr>
              <a:xfrm rot="10800000">
                <a:off x="2239092" y="4214148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 rot="10800000">
                <a:off x="2239092" y="4390363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4" name="任意多边形 103"/>
              <p:cNvSpPr/>
              <p:nvPr/>
            </p:nvSpPr>
            <p:spPr>
              <a:xfrm rot="10800000">
                <a:off x="2239092" y="4566579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 rot="10800000">
                <a:off x="2239092" y="4749144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6" name="任意多边形 105"/>
              <p:cNvSpPr/>
              <p:nvPr/>
            </p:nvSpPr>
            <p:spPr>
              <a:xfrm rot="10800000">
                <a:off x="2239093" y="4925360"/>
                <a:ext cx="148044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7" name="任意多边形 106"/>
              <p:cNvSpPr/>
              <p:nvPr/>
            </p:nvSpPr>
            <p:spPr>
              <a:xfrm rot="10800000">
                <a:off x="2239092" y="5101575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8" name="任意多边形 107"/>
              <p:cNvSpPr/>
              <p:nvPr/>
            </p:nvSpPr>
            <p:spPr>
              <a:xfrm rot="10800000">
                <a:off x="2239092" y="5269853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9" name="任意多边形 108"/>
              <p:cNvSpPr/>
              <p:nvPr/>
            </p:nvSpPr>
            <p:spPr>
              <a:xfrm rot="10800000">
                <a:off x="2239092" y="5446069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0" name="任意多边形 109"/>
              <p:cNvSpPr/>
              <p:nvPr/>
            </p:nvSpPr>
            <p:spPr>
              <a:xfrm rot="10800000">
                <a:off x="2239092" y="5798500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1" name="任意多边形 110"/>
              <p:cNvSpPr/>
              <p:nvPr/>
            </p:nvSpPr>
            <p:spPr>
              <a:xfrm rot="10800000">
                <a:off x="2239092" y="5974715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2085975" y="2119313"/>
            <a:ext cx="149225" cy="4903787"/>
            <a:chOff x="2085975" y="2119313"/>
            <a:chExt cx="149225" cy="4903787"/>
          </a:xfrm>
        </p:grpSpPr>
        <p:sp>
          <p:nvSpPr>
            <p:cNvPr id="199" name="任意多边形 198"/>
            <p:cNvSpPr/>
            <p:nvPr/>
          </p:nvSpPr>
          <p:spPr>
            <a:xfrm rot="10800000">
              <a:off x="2085975" y="3003550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0" name="任意多边形 199"/>
            <p:cNvSpPr/>
            <p:nvPr/>
          </p:nvSpPr>
          <p:spPr>
            <a:xfrm rot="10800000">
              <a:off x="2085975" y="3179763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1" name="任意多边形 200"/>
            <p:cNvSpPr/>
            <p:nvPr/>
          </p:nvSpPr>
          <p:spPr>
            <a:xfrm rot="10800000">
              <a:off x="2085975" y="3355975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2" name="任意多边形 201"/>
            <p:cNvSpPr/>
            <p:nvPr/>
          </p:nvSpPr>
          <p:spPr>
            <a:xfrm rot="10800000">
              <a:off x="2085975" y="3532188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3" name="任意多边形 202"/>
            <p:cNvSpPr/>
            <p:nvPr/>
          </p:nvSpPr>
          <p:spPr>
            <a:xfrm rot="10800000">
              <a:off x="2085975" y="3708400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4" name="任意多边形 203"/>
            <p:cNvSpPr/>
            <p:nvPr/>
          </p:nvSpPr>
          <p:spPr>
            <a:xfrm rot="10800000">
              <a:off x="2085975" y="3884613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5" name="任意多边形 204"/>
            <p:cNvSpPr/>
            <p:nvPr/>
          </p:nvSpPr>
          <p:spPr>
            <a:xfrm rot="10800000">
              <a:off x="2085975" y="407987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6" name="任意多边形 205"/>
            <p:cNvSpPr/>
            <p:nvPr/>
          </p:nvSpPr>
          <p:spPr>
            <a:xfrm rot="10800000">
              <a:off x="2085975" y="42560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7" name="任意多边形 206"/>
            <p:cNvSpPr/>
            <p:nvPr/>
          </p:nvSpPr>
          <p:spPr>
            <a:xfrm rot="10800000">
              <a:off x="2085975" y="44323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8" name="任意多边形 207"/>
            <p:cNvSpPr/>
            <p:nvPr/>
          </p:nvSpPr>
          <p:spPr>
            <a:xfrm rot="10800000">
              <a:off x="2085975" y="460692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9" name="任意多边形 208"/>
            <p:cNvSpPr/>
            <p:nvPr/>
          </p:nvSpPr>
          <p:spPr>
            <a:xfrm rot="10800000">
              <a:off x="2085975" y="4783138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0" name="任意多边形 209"/>
            <p:cNvSpPr/>
            <p:nvPr/>
          </p:nvSpPr>
          <p:spPr>
            <a:xfrm rot="10800000">
              <a:off x="2085975" y="49593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8" name="任意多边形 217"/>
            <p:cNvSpPr/>
            <p:nvPr/>
          </p:nvSpPr>
          <p:spPr>
            <a:xfrm rot="10800000">
              <a:off x="2085975" y="513556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9" name="任意多边形 218"/>
            <p:cNvSpPr/>
            <p:nvPr/>
          </p:nvSpPr>
          <p:spPr>
            <a:xfrm rot="10800000">
              <a:off x="2085975" y="531177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0" name="任意多边形 219"/>
            <p:cNvSpPr/>
            <p:nvPr/>
          </p:nvSpPr>
          <p:spPr>
            <a:xfrm rot="10800000">
              <a:off x="2085975" y="54879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1" name="任意多边形 220"/>
            <p:cNvSpPr/>
            <p:nvPr/>
          </p:nvSpPr>
          <p:spPr>
            <a:xfrm rot="10800000">
              <a:off x="2085975" y="56642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3" name="任意多边形 222"/>
            <p:cNvSpPr/>
            <p:nvPr/>
          </p:nvSpPr>
          <p:spPr>
            <a:xfrm rot="10800000">
              <a:off x="2085975" y="584041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4" name="任意多边形 223"/>
            <p:cNvSpPr/>
            <p:nvPr/>
          </p:nvSpPr>
          <p:spPr>
            <a:xfrm rot="10800000">
              <a:off x="2085975" y="60166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5" name="任意多边形 224"/>
            <p:cNvSpPr/>
            <p:nvPr/>
          </p:nvSpPr>
          <p:spPr>
            <a:xfrm rot="10800000">
              <a:off x="2085975" y="61912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6" name="任意多边形 225"/>
            <p:cNvSpPr/>
            <p:nvPr/>
          </p:nvSpPr>
          <p:spPr>
            <a:xfrm rot="10800000">
              <a:off x="2085975" y="6367463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7" name="任意多边形 226"/>
            <p:cNvSpPr/>
            <p:nvPr/>
          </p:nvSpPr>
          <p:spPr>
            <a:xfrm rot="10800000">
              <a:off x="2085975" y="654367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1" name="任意多边形 230"/>
            <p:cNvSpPr/>
            <p:nvPr/>
          </p:nvSpPr>
          <p:spPr>
            <a:xfrm rot="10800000">
              <a:off x="2085975" y="67198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2" name="任意多边形 231"/>
            <p:cNvSpPr/>
            <p:nvPr/>
          </p:nvSpPr>
          <p:spPr>
            <a:xfrm rot="10800000">
              <a:off x="2085975" y="68961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3" name="任意多边形 232"/>
            <p:cNvSpPr/>
            <p:nvPr/>
          </p:nvSpPr>
          <p:spPr>
            <a:xfrm rot="10800000">
              <a:off x="2085975" y="2119313"/>
              <a:ext cx="149225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4" name="任意多边形 233"/>
            <p:cNvSpPr/>
            <p:nvPr/>
          </p:nvSpPr>
          <p:spPr>
            <a:xfrm rot="10800000">
              <a:off x="2085975" y="2295525"/>
              <a:ext cx="149225" cy="131763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5" name="任意多边形 234"/>
            <p:cNvSpPr/>
            <p:nvPr/>
          </p:nvSpPr>
          <p:spPr>
            <a:xfrm rot="10800000">
              <a:off x="2085975" y="2471738"/>
              <a:ext cx="149225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6" name="任意多边形 235"/>
            <p:cNvSpPr/>
            <p:nvPr/>
          </p:nvSpPr>
          <p:spPr>
            <a:xfrm rot="10800000">
              <a:off x="2085975" y="2646363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7" name="任意多边形 236"/>
            <p:cNvSpPr/>
            <p:nvPr/>
          </p:nvSpPr>
          <p:spPr>
            <a:xfrm rot="10800000">
              <a:off x="2085975" y="2822575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38" name="文本框 237"/>
          <p:cNvSpPr txBox="1"/>
          <p:nvPr/>
        </p:nvSpPr>
        <p:spPr>
          <a:xfrm>
            <a:off x="3377093" y="413140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关注精神层面</a:t>
            </a:r>
            <a:endParaRPr lang="en-US" altLang="zh-CN" sz="4800" dirty="0" smtClean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grpSp>
        <p:nvGrpSpPr>
          <p:cNvPr id="239" name="组合 238"/>
          <p:cNvGrpSpPr/>
          <p:nvPr/>
        </p:nvGrpSpPr>
        <p:grpSpPr>
          <a:xfrm>
            <a:off x="10286410" y="-1097168"/>
            <a:ext cx="147637" cy="1182688"/>
            <a:chOff x="10272713" y="-34925"/>
            <a:chExt cx="147637" cy="1182688"/>
          </a:xfrm>
        </p:grpSpPr>
        <p:sp>
          <p:nvSpPr>
            <p:cNvPr id="240" name="任意多边形 239"/>
            <p:cNvSpPr/>
            <p:nvPr/>
          </p:nvSpPr>
          <p:spPr>
            <a:xfrm rot="10800000" flipH="1">
              <a:off x="10272713" y="-3492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1" name="任意多边形 240"/>
            <p:cNvSpPr/>
            <p:nvPr/>
          </p:nvSpPr>
          <p:spPr>
            <a:xfrm rot="10800000" flipH="1">
              <a:off x="10272713" y="1412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2" name="任意多边形 241"/>
            <p:cNvSpPr/>
            <p:nvPr/>
          </p:nvSpPr>
          <p:spPr>
            <a:xfrm rot="10800000" flipH="1">
              <a:off x="10272713" y="31750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3" name="任意多边形 242"/>
            <p:cNvSpPr/>
            <p:nvPr/>
          </p:nvSpPr>
          <p:spPr>
            <a:xfrm rot="10800000" flipH="1">
              <a:off x="10272713" y="492125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4" name="任意多边形 243"/>
            <p:cNvSpPr/>
            <p:nvPr/>
          </p:nvSpPr>
          <p:spPr>
            <a:xfrm rot="10800000" flipH="1">
              <a:off x="10272713" y="66833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5" name="任意多边形 244"/>
            <p:cNvSpPr/>
            <p:nvPr/>
          </p:nvSpPr>
          <p:spPr>
            <a:xfrm rot="10800000" flipH="1">
              <a:off x="10272713" y="844550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6" name="任意多边形 245"/>
            <p:cNvSpPr/>
            <p:nvPr/>
          </p:nvSpPr>
          <p:spPr>
            <a:xfrm rot="10800000" flipH="1">
              <a:off x="10272713" y="10207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pic>
        <p:nvPicPr>
          <p:cNvPr id="248" name="图片 24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9" t="4525" r="19725" b="3469"/>
          <a:stretch/>
        </p:blipFill>
        <p:spPr>
          <a:xfrm>
            <a:off x="2817177" y="2692948"/>
            <a:ext cx="849352" cy="83924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49" name="文本框 248"/>
          <p:cNvSpPr txBox="1"/>
          <p:nvPr/>
        </p:nvSpPr>
        <p:spPr>
          <a:xfrm>
            <a:off x="3666529" y="2675209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禅师说：</a:t>
            </a: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50" name="圆角矩形 249"/>
          <p:cNvSpPr/>
          <p:nvPr/>
        </p:nvSpPr>
        <p:spPr>
          <a:xfrm>
            <a:off x="3609971" y="4038826"/>
            <a:ext cx="7077811" cy="1928587"/>
          </a:xfrm>
          <a:prstGeom prst="roundRect">
            <a:avLst/>
          </a:prstGeom>
          <a:solidFill>
            <a:srgbClr val="FDDB7B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文本框 250"/>
          <p:cNvSpPr txBox="1"/>
          <p:nvPr/>
        </p:nvSpPr>
        <p:spPr>
          <a:xfrm>
            <a:off x="4035121" y="4227902"/>
            <a:ext cx="6562446" cy="1599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如果团队中的每一个人都把个人利益置于更高利益之下，这个团队会变得多么强大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1148570" y="469117"/>
            <a:ext cx="2114740" cy="2114740"/>
            <a:chOff x="6125028" y="2365829"/>
            <a:chExt cx="2307772" cy="230777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19" name="流程图: 联系 118"/>
            <p:cNvSpPr/>
            <p:nvPr/>
          </p:nvSpPr>
          <p:spPr>
            <a:xfrm>
              <a:off x="6125028" y="2365829"/>
              <a:ext cx="2307772" cy="2307772"/>
            </a:xfrm>
            <a:prstGeom prst="flowChartConnector">
              <a:avLst/>
            </a:prstGeom>
            <a:solidFill>
              <a:srgbClr val="FDCE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流程图: 联系 119"/>
            <p:cNvSpPr/>
            <p:nvPr/>
          </p:nvSpPr>
          <p:spPr>
            <a:xfrm>
              <a:off x="6284683" y="2525486"/>
              <a:ext cx="1988457" cy="1988458"/>
            </a:xfrm>
            <a:prstGeom prst="flowChartConnector">
              <a:avLst/>
            </a:prstGeom>
            <a:solidFill>
              <a:srgbClr val="FFF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8" name="文本框 197"/>
          <p:cNvSpPr txBox="1"/>
          <p:nvPr/>
        </p:nvSpPr>
        <p:spPr>
          <a:xfrm>
            <a:off x="1436637" y="884514"/>
            <a:ext cx="156966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NO.7</a:t>
            </a:r>
          </a:p>
          <a:p>
            <a:pPr algn="ctr"/>
            <a:r>
              <a: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精神</a:t>
            </a:r>
          </a:p>
        </p:txBody>
      </p:sp>
    </p:spTree>
    <p:extLst>
      <p:ext uri="{BB962C8B-B14F-4D97-AF65-F5344CB8AC3E}">
        <p14:creationId xmlns:p14="http://schemas.microsoft.com/office/powerpoint/2010/main" val="8935942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 48"/>
          <p:cNvSpPr/>
          <p:nvPr/>
        </p:nvSpPr>
        <p:spPr>
          <a:xfrm rot="10800000">
            <a:off x="2085975" y="7072313"/>
            <a:ext cx="149225" cy="127000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 rot="8100000">
            <a:off x="2108200" y="7227888"/>
            <a:ext cx="149225" cy="128587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085975" y="127944"/>
            <a:ext cx="171450" cy="1516063"/>
            <a:chOff x="2085975" y="-136525"/>
            <a:chExt cx="171450" cy="1516063"/>
          </a:xfrm>
        </p:grpSpPr>
        <p:sp>
          <p:nvSpPr>
            <p:cNvPr id="58" name="任意多边形 57"/>
            <p:cNvSpPr/>
            <p:nvPr/>
          </p:nvSpPr>
          <p:spPr>
            <a:xfrm rot="10800000">
              <a:off x="2085975" y="-1365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3" name="任意多边形 62"/>
            <p:cNvSpPr/>
            <p:nvPr/>
          </p:nvSpPr>
          <p:spPr>
            <a:xfrm rot="10800000">
              <a:off x="2085975" y="396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4" name="任意多边形 63"/>
            <p:cNvSpPr/>
            <p:nvPr/>
          </p:nvSpPr>
          <p:spPr>
            <a:xfrm rot="10800000">
              <a:off x="2085975" y="2159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 rot="10800000">
              <a:off x="2085975" y="39211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 rot="10800000">
              <a:off x="2085975" y="5683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 rot="10800000">
              <a:off x="2085975" y="7429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 rot="10800000">
              <a:off x="2085975" y="919163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 rot="10800000">
              <a:off x="2085975" y="109537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 rot="8100000">
              <a:off x="2108200" y="125253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71" name="组合 2"/>
          <p:cNvGrpSpPr>
            <a:grpSpLocks/>
          </p:cNvGrpSpPr>
          <p:nvPr/>
        </p:nvGrpSpPr>
        <p:grpSpPr bwMode="auto">
          <a:xfrm>
            <a:off x="2280473" y="1570188"/>
            <a:ext cx="7704138" cy="147637"/>
            <a:chOff x="2280164" y="6324918"/>
            <a:chExt cx="7704268" cy="148043"/>
          </a:xfrm>
        </p:grpSpPr>
        <p:grpSp>
          <p:nvGrpSpPr>
            <p:cNvPr id="72" name="组合 3"/>
            <p:cNvGrpSpPr>
              <a:grpSpLocks/>
            </p:cNvGrpSpPr>
            <p:nvPr/>
          </p:nvGrpSpPr>
          <p:grpSpPr bwMode="auto">
            <a:xfrm rot="-5400000">
              <a:off x="4118342" y="4486740"/>
              <a:ext cx="148043" cy="3824399"/>
              <a:chOff x="2239093" y="2285256"/>
              <a:chExt cx="148043" cy="3824399"/>
            </a:xfrm>
          </p:grpSpPr>
          <p:sp>
            <p:nvSpPr>
              <p:cNvPr id="96" name="任意多边形 95"/>
              <p:cNvSpPr/>
              <p:nvPr/>
            </p:nvSpPr>
            <p:spPr>
              <a:xfrm rot="10800000">
                <a:off x="2239092" y="2285255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7" name="任意多边形 96"/>
              <p:cNvSpPr/>
              <p:nvPr/>
            </p:nvSpPr>
            <p:spPr>
              <a:xfrm rot="10800000">
                <a:off x="2239092" y="2461471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 rot="10800000">
                <a:off x="2239092" y="263768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9" name="任意多边形 98"/>
              <p:cNvSpPr/>
              <p:nvPr/>
            </p:nvSpPr>
            <p:spPr>
              <a:xfrm rot="10800000">
                <a:off x="2239092" y="281390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0" name="任意多边形 99"/>
              <p:cNvSpPr/>
              <p:nvPr/>
            </p:nvSpPr>
            <p:spPr>
              <a:xfrm rot="10800000">
                <a:off x="2239092" y="2990117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1" name="任意多边形 100"/>
              <p:cNvSpPr/>
              <p:nvPr/>
            </p:nvSpPr>
            <p:spPr>
              <a:xfrm rot="10800000">
                <a:off x="2239092" y="3164745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2" name="任意多边形 101"/>
              <p:cNvSpPr/>
              <p:nvPr/>
            </p:nvSpPr>
            <p:spPr>
              <a:xfrm rot="10800000">
                <a:off x="2239092" y="3340961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 rot="10800000">
                <a:off x="2239092" y="3517176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4" name="任意多边形 103"/>
              <p:cNvSpPr/>
              <p:nvPr/>
            </p:nvSpPr>
            <p:spPr>
              <a:xfrm rot="10800000">
                <a:off x="2239092" y="369339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 rot="10800000">
                <a:off x="2239092" y="3869607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6" name="任意多边形 105"/>
              <p:cNvSpPr/>
              <p:nvPr/>
            </p:nvSpPr>
            <p:spPr>
              <a:xfrm rot="10800000">
                <a:off x="2239092" y="4045823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7" name="任意多边形 106"/>
              <p:cNvSpPr/>
              <p:nvPr/>
            </p:nvSpPr>
            <p:spPr>
              <a:xfrm rot="10800000">
                <a:off x="2239092" y="4222038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8" name="任意多边形 107"/>
              <p:cNvSpPr/>
              <p:nvPr/>
            </p:nvSpPr>
            <p:spPr>
              <a:xfrm rot="10800000">
                <a:off x="2239092" y="439825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9" name="任意多边形 108"/>
              <p:cNvSpPr/>
              <p:nvPr/>
            </p:nvSpPr>
            <p:spPr>
              <a:xfrm rot="10800000">
                <a:off x="2239092" y="457446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0" name="任意多边形 109"/>
              <p:cNvSpPr/>
              <p:nvPr/>
            </p:nvSpPr>
            <p:spPr>
              <a:xfrm rot="10800000">
                <a:off x="2239092" y="4749097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1" name="任意多边形 110"/>
              <p:cNvSpPr/>
              <p:nvPr/>
            </p:nvSpPr>
            <p:spPr>
              <a:xfrm rot="10800000">
                <a:off x="2239092" y="4925313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2" name="任意多边形 111"/>
              <p:cNvSpPr/>
              <p:nvPr/>
            </p:nvSpPr>
            <p:spPr>
              <a:xfrm rot="10800000">
                <a:off x="2239092" y="5101528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3" name="任意多边形 112"/>
              <p:cNvSpPr/>
              <p:nvPr/>
            </p:nvSpPr>
            <p:spPr>
              <a:xfrm rot="10800000">
                <a:off x="2239092" y="527774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4" name="任意多边形 113"/>
              <p:cNvSpPr/>
              <p:nvPr/>
            </p:nvSpPr>
            <p:spPr>
              <a:xfrm rot="10800000">
                <a:off x="2239092" y="545395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5" name="任意多边形 114"/>
              <p:cNvSpPr/>
              <p:nvPr/>
            </p:nvSpPr>
            <p:spPr>
              <a:xfrm rot="10800000">
                <a:off x="2239092" y="5630175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6" name="任意多边形 115"/>
              <p:cNvSpPr/>
              <p:nvPr/>
            </p:nvSpPr>
            <p:spPr>
              <a:xfrm rot="10800000">
                <a:off x="2239092" y="5806390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7" name="任意多边形 116"/>
              <p:cNvSpPr/>
              <p:nvPr/>
            </p:nvSpPr>
            <p:spPr>
              <a:xfrm rot="10800000">
                <a:off x="2239092" y="598260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73" name="组合 4"/>
            <p:cNvGrpSpPr>
              <a:grpSpLocks/>
            </p:cNvGrpSpPr>
            <p:nvPr/>
          </p:nvGrpSpPr>
          <p:grpSpPr bwMode="auto">
            <a:xfrm rot="-5400000">
              <a:off x="7998211" y="4486740"/>
              <a:ext cx="148043" cy="3824399"/>
              <a:chOff x="2239093" y="2285256"/>
              <a:chExt cx="148043" cy="3824399"/>
            </a:xfrm>
          </p:grpSpPr>
          <p:sp>
            <p:nvSpPr>
              <p:cNvPr id="74" name="任意多边形 73"/>
              <p:cNvSpPr/>
              <p:nvPr/>
            </p:nvSpPr>
            <p:spPr>
              <a:xfrm rot="10800000">
                <a:off x="2239092" y="228530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5" name="任意多边形 74"/>
              <p:cNvSpPr/>
              <p:nvPr/>
            </p:nvSpPr>
            <p:spPr>
              <a:xfrm rot="10800000">
                <a:off x="2239092" y="2461518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6" name="任意多边形 75"/>
              <p:cNvSpPr/>
              <p:nvPr/>
            </p:nvSpPr>
            <p:spPr>
              <a:xfrm rot="10800000">
                <a:off x="2239092" y="2637733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7" name="任意多边形 76"/>
              <p:cNvSpPr/>
              <p:nvPr/>
            </p:nvSpPr>
            <p:spPr>
              <a:xfrm rot="10800000">
                <a:off x="2239092" y="281394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8" name="任意多边形 77"/>
              <p:cNvSpPr/>
              <p:nvPr/>
            </p:nvSpPr>
            <p:spPr>
              <a:xfrm rot="10800000">
                <a:off x="2239092" y="299016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9" name="任意多边形 78"/>
              <p:cNvSpPr/>
              <p:nvPr/>
            </p:nvSpPr>
            <p:spPr>
              <a:xfrm rot="10800000">
                <a:off x="2239092" y="3164792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0" name="任意多边形 79"/>
              <p:cNvSpPr/>
              <p:nvPr/>
            </p:nvSpPr>
            <p:spPr>
              <a:xfrm rot="10800000">
                <a:off x="2239092" y="3341008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1" name="任意多边形 80"/>
              <p:cNvSpPr/>
              <p:nvPr/>
            </p:nvSpPr>
            <p:spPr>
              <a:xfrm rot="10800000">
                <a:off x="2239092" y="3517223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2" name="任意多边形 81"/>
              <p:cNvSpPr/>
              <p:nvPr/>
            </p:nvSpPr>
            <p:spPr>
              <a:xfrm rot="10800000">
                <a:off x="2239092" y="369343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3" name="任意多边形 82"/>
              <p:cNvSpPr/>
              <p:nvPr/>
            </p:nvSpPr>
            <p:spPr>
              <a:xfrm rot="10800000">
                <a:off x="2239092" y="386965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4" name="任意多边形 83"/>
              <p:cNvSpPr/>
              <p:nvPr/>
            </p:nvSpPr>
            <p:spPr>
              <a:xfrm rot="10800000">
                <a:off x="2239092" y="4045870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5" name="任意多边形 84"/>
              <p:cNvSpPr/>
              <p:nvPr/>
            </p:nvSpPr>
            <p:spPr>
              <a:xfrm rot="10800000">
                <a:off x="2239092" y="4222085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6" name="任意多边形 85"/>
              <p:cNvSpPr/>
              <p:nvPr/>
            </p:nvSpPr>
            <p:spPr>
              <a:xfrm rot="10800000">
                <a:off x="2239092" y="4398301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7" name="任意多边形 86"/>
              <p:cNvSpPr/>
              <p:nvPr/>
            </p:nvSpPr>
            <p:spPr>
              <a:xfrm rot="10800000">
                <a:off x="2239092" y="457451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8" name="任意多边形 87"/>
              <p:cNvSpPr/>
              <p:nvPr/>
            </p:nvSpPr>
            <p:spPr>
              <a:xfrm rot="10800000">
                <a:off x="2239092" y="4749144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9" name="任意多边形 88"/>
              <p:cNvSpPr/>
              <p:nvPr/>
            </p:nvSpPr>
            <p:spPr>
              <a:xfrm rot="10800000">
                <a:off x="2239092" y="4925360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0" name="任意多边形 89"/>
              <p:cNvSpPr/>
              <p:nvPr/>
            </p:nvSpPr>
            <p:spPr>
              <a:xfrm rot="10800000">
                <a:off x="2239092" y="5101575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1" name="任意多边形 90"/>
              <p:cNvSpPr/>
              <p:nvPr/>
            </p:nvSpPr>
            <p:spPr>
              <a:xfrm rot="10800000">
                <a:off x="2239092" y="5277791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 rot="10800000">
                <a:off x="2239092" y="545400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3" name="任意多边形 92"/>
              <p:cNvSpPr/>
              <p:nvPr/>
            </p:nvSpPr>
            <p:spPr>
              <a:xfrm rot="10800000">
                <a:off x="2239092" y="563022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4" name="任意多边形 93"/>
              <p:cNvSpPr/>
              <p:nvPr/>
            </p:nvSpPr>
            <p:spPr>
              <a:xfrm rot="10800000">
                <a:off x="2239092" y="5806437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5" name="任意多边形 94"/>
              <p:cNvSpPr/>
              <p:nvPr/>
            </p:nvSpPr>
            <p:spPr>
              <a:xfrm rot="10800000">
                <a:off x="2239092" y="5982653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10272713" y="2130425"/>
            <a:ext cx="147637" cy="5081588"/>
            <a:chOff x="10272713" y="2130425"/>
            <a:chExt cx="147637" cy="5081588"/>
          </a:xfrm>
        </p:grpSpPr>
        <p:sp>
          <p:nvSpPr>
            <p:cNvPr id="118" name="任意多边形 117"/>
            <p:cNvSpPr/>
            <p:nvPr/>
          </p:nvSpPr>
          <p:spPr>
            <a:xfrm rot="10800000">
              <a:off x="10272713" y="3016250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9" name="任意多边形 118"/>
            <p:cNvSpPr/>
            <p:nvPr/>
          </p:nvSpPr>
          <p:spPr>
            <a:xfrm rot="10800000">
              <a:off x="10272713" y="3192463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0" name="任意多边形 119"/>
            <p:cNvSpPr/>
            <p:nvPr/>
          </p:nvSpPr>
          <p:spPr>
            <a:xfrm rot="10800000">
              <a:off x="10272713" y="336867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1" name="任意多边形 120"/>
            <p:cNvSpPr/>
            <p:nvPr/>
          </p:nvSpPr>
          <p:spPr>
            <a:xfrm rot="10800000">
              <a:off x="10272713" y="3544888"/>
              <a:ext cx="147637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2" name="任意多边形 121"/>
            <p:cNvSpPr/>
            <p:nvPr/>
          </p:nvSpPr>
          <p:spPr>
            <a:xfrm rot="10800000">
              <a:off x="10272713" y="3721100"/>
              <a:ext cx="147637" cy="131763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3" name="任意多边形 122"/>
            <p:cNvSpPr/>
            <p:nvPr/>
          </p:nvSpPr>
          <p:spPr>
            <a:xfrm rot="10800000">
              <a:off x="10272713" y="3897313"/>
              <a:ext cx="147637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4" name="任意多边形 123"/>
            <p:cNvSpPr/>
            <p:nvPr/>
          </p:nvSpPr>
          <p:spPr>
            <a:xfrm rot="10800000">
              <a:off x="10272713" y="409098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5" name="任意多边形 124"/>
            <p:cNvSpPr/>
            <p:nvPr/>
          </p:nvSpPr>
          <p:spPr>
            <a:xfrm rot="10800000">
              <a:off x="10272713" y="4267200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6" name="任意多边形 125"/>
            <p:cNvSpPr/>
            <p:nvPr/>
          </p:nvSpPr>
          <p:spPr>
            <a:xfrm rot="10800000">
              <a:off x="10272713" y="4443413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7" name="任意多边形 126"/>
            <p:cNvSpPr/>
            <p:nvPr/>
          </p:nvSpPr>
          <p:spPr>
            <a:xfrm rot="10800000">
              <a:off x="10272713" y="461962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8" name="任意多边形 127"/>
            <p:cNvSpPr/>
            <p:nvPr/>
          </p:nvSpPr>
          <p:spPr>
            <a:xfrm rot="10800000">
              <a:off x="10272713" y="479583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9" name="任意多边形 128"/>
            <p:cNvSpPr/>
            <p:nvPr/>
          </p:nvSpPr>
          <p:spPr>
            <a:xfrm rot="10800000">
              <a:off x="10272713" y="497205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0" name="任意多边形 129"/>
            <p:cNvSpPr/>
            <p:nvPr/>
          </p:nvSpPr>
          <p:spPr>
            <a:xfrm rot="10800000">
              <a:off x="10272713" y="51482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1" name="任意多边形 130"/>
            <p:cNvSpPr/>
            <p:nvPr/>
          </p:nvSpPr>
          <p:spPr>
            <a:xfrm rot="10800000">
              <a:off x="10272713" y="532447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2" name="任意多边形 131"/>
            <p:cNvSpPr/>
            <p:nvPr/>
          </p:nvSpPr>
          <p:spPr>
            <a:xfrm rot="10800000">
              <a:off x="10272713" y="55006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3" name="任意多边形 132"/>
            <p:cNvSpPr/>
            <p:nvPr/>
          </p:nvSpPr>
          <p:spPr>
            <a:xfrm rot="10800000">
              <a:off x="10272713" y="5675313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4" name="任意多边形 133"/>
            <p:cNvSpPr/>
            <p:nvPr/>
          </p:nvSpPr>
          <p:spPr>
            <a:xfrm rot="10800000">
              <a:off x="10272713" y="5851525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5" name="任意多边形 134"/>
            <p:cNvSpPr/>
            <p:nvPr/>
          </p:nvSpPr>
          <p:spPr>
            <a:xfrm rot="10800000">
              <a:off x="10272713" y="602773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6" name="任意多边形 135"/>
            <p:cNvSpPr/>
            <p:nvPr/>
          </p:nvSpPr>
          <p:spPr>
            <a:xfrm rot="10800000">
              <a:off x="10272713" y="620395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7" name="任意多边形 136"/>
            <p:cNvSpPr/>
            <p:nvPr/>
          </p:nvSpPr>
          <p:spPr>
            <a:xfrm rot="10800000">
              <a:off x="10272713" y="63801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8" name="任意多边形 137"/>
            <p:cNvSpPr/>
            <p:nvPr/>
          </p:nvSpPr>
          <p:spPr>
            <a:xfrm rot="10800000">
              <a:off x="10272713" y="655637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9" name="任意多边形 138"/>
            <p:cNvSpPr/>
            <p:nvPr/>
          </p:nvSpPr>
          <p:spPr>
            <a:xfrm rot="10800000">
              <a:off x="10272713" y="67325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0" name="任意多边形 139"/>
            <p:cNvSpPr/>
            <p:nvPr/>
          </p:nvSpPr>
          <p:spPr>
            <a:xfrm rot="10800000">
              <a:off x="10272713" y="690880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1" name="任意多边形 140"/>
            <p:cNvSpPr/>
            <p:nvPr/>
          </p:nvSpPr>
          <p:spPr>
            <a:xfrm rot="10800000">
              <a:off x="10272713" y="708501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2" name="任意多边形 141"/>
            <p:cNvSpPr/>
            <p:nvPr/>
          </p:nvSpPr>
          <p:spPr>
            <a:xfrm rot="10800000">
              <a:off x="10272713" y="213042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3" name="任意多边形 142"/>
            <p:cNvSpPr/>
            <p:nvPr/>
          </p:nvSpPr>
          <p:spPr>
            <a:xfrm rot="10800000">
              <a:off x="10272713" y="2306638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4" name="任意多边形 143"/>
            <p:cNvSpPr/>
            <p:nvPr/>
          </p:nvSpPr>
          <p:spPr>
            <a:xfrm rot="10800000">
              <a:off x="10272713" y="2482850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5" name="任意多边形 144"/>
            <p:cNvSpPr/>
            <p:nvPr/>
          </p:nvSpPr>
          <p:spPr>
            <a:xfrm rot="10800000">
              <a:off x="10272713" y="2659063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6" name="任意多边形 145"/>
            <p:cNvSpPr/>
            <p:nvPr/>
          </p:nvSpPr>
          <p:spPr>
            <a:xfrm rot="10800000">
              <a:off x="10272713" y="2835275"/>
              <a:ext cx="147637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2081089" y="-1265111"/>
            <a:ext cx="149225" cy="1360488"/>
            <a:chOff x="2085975" y="-136525"/>
            <a:chExt cx="149225" cy="1360488"/>
          </a:xfrm>
        </p:grpSpPr>
        <p:sp>
          <p:nvSpPr>
            <p:cNvPr id="160" name="任意多边形 159"/>
            <p:cNvSpPr/>
            <p:nvPr/>
          </p:nvSpPr>
          <p:spPr>
            <a:xfrm rot="10800000">
              <a:off x="2085975" y="-1365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1" name="任意多边形 160"/>
            <p:cNvSpPr/>
            <p:nvPr/>
          </p:nvSpPr>
          <p:spPr>
            <a:xfrm rot="10800000">
              <a:off x="2085975" y="396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2" name="任意多边形 161"/>
            <p:cNvSpPr/>
            <p:nvPr/>
          </p:nvSpPr>
          <p:spPr>
            <a:xfrm rot="10800000">
              <a:off x="2085975" y="2159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3" name="任意多边形 162"/>
            <p:cNvSpPr/>
            <p:nvPr/>
          </p:nvSpPr>
          <p:spPr>
            <a:xfrm rot="10800000">
              <a:off x="2085975" y="39211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4" name="任意多边形 163"/>
            <p:cNvSpPr/>
            <p:nvPr/>
          </p:nvSpPr>
          <p:spPr>
            <a:xfrm rot="10800000">
              <a:off x="2085975" y="5683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5" name="任意多边形 164"/>
            <p:cNvSpPr/>
            <p:nvPr/>
          </p:nvSpPr>
          <p:spPr>
            <a:xfrm rot="10800000">
              <a:off x="2085975" y="7429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6" name="任意多边形 165"/>
            <p:cNvSpPr/>
            <p:nvPr/>
          </p:nvSpPr>
          <p:spPr>
            <a:xfrm rot="10800000">
              <a:off x="2085975" y="919163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7" name="任意多边形 166"/>
            <p:cNvSpPr/>
            <p:nvPr/>
          </p:nvSpPr>
          <p:spPr>
            <a:xfrm rot="10800000">
              <a:off x="2085975" y="109537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47" name="文本框 146"/>
          <p:cNvSpPr txBox="1"/>
          <p:nvPr/>
        </p:nvSpPr>
        <p:spPr>
          <a:xfrm>
            <a:off x="3956821" y="89489"/>
            <a:ext cx="518603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保留原则</a:t>
            </a:r>
            <a:endParaRPr lang="en-US" altLang="zh-CN" sz="4800" dirty="0" smtClean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r>
              <a:rPr lang="en-US" altLang="zh-CN" sz="40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 </a:t>
            </a:r>
            <a:r>
              <a:rPr lang="en-US" altLang="zh-CN" sz="2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——</a:t>
            </a:r>
            <a:r>
              <a:rPr lang="zh-CN" altLang="en-US" sz="2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有时候你的抽出棍子</a:t>
            </a:r>
            <a:endParaRPr lang="en-US" altLang="zh-CN" sz="2800" dirty="0" smtClean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52" name="圆角矩形 151"/>
          <p:cNvSpPr/>
          <p:nvPr/>
        </p:nvSpPr>
        <p:spPr>
          <a:xfrm>
            <a:off x="2289825" y="3369265"/>
            <a:ext cx="7077811" cy="2916392"/>
          </a:xfrm>
          <a:prstGeom prst="roundRect">
            <a:avLst/>
          </a:prstGeom>
          <a:solidFill>
            <a:srgbClr val="FDDB7B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9" name="组合 86"/>
          <p:cNvGrpSpPr>
            <a:grpSpLocks/>
          </p:cNvGrpSpPr>
          <p:nvPr/>
        </p:nvGrpSpPr>
        <p:grpSpPr bwMode="auto">
          <a:xfrm>
            <a:off x="3670044" y="2176770"/>
            <a:ext cx="2148455" cy="615643"/>
            <a:chOff x="3688460" y="2289717"/>
            <a:chExt cx="2147927" cy="615553"/>
          </a:xfrm>
        </p:grpSpPr>
        <p:sp>
          <p:nvSpPr>
            <p:cNvPr id="154" name="圆角矩形 153"/>
            <p:cNvSpPr/>
            <p:nvPr/>
          </p:nvSpPr>
          <p:spPr>
            <a:xfrm>
              <a:off x="3688460" y="2289717"/>
              <a:ext cx="2112444" cy="61109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76200">
              <a:noFill/>
            </a:ln>
            <a:effectLst>
              <a:outerShdw blurRad="1397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5" name="文本框 82"/>
            <p:cNvSpPr txBox="1">
              <a:spLocks noChangeArrowheads="1"/>
            </p:cNvSpPr>
            <p:nvPr/>
          </p:nvSpPr>
          <p:spPr bwMode="auto">
            <a:xfrm>
              <a:off x="3805132" y="2289717"/>
              <a:ext cx="203125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00" dirty="0">
                  <a:solidFill>
                    <a:srgbClr val="0D0D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抽出棍子</a:t>
              </a:r>
              <a:endParaRPr lang="en-US" altLang="zh-CN" sz="34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6" name="文本框 155"/>
          <p:cNvSpPr txBox="1"/>
          <p:nvPr/>
        </p:nvSpPr>
        <p:spPr>
          <a:xfrm>
            <a:off x="2556781" y="3611592"/>
            <a:ext cx="6562446" cy="2495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有时候不管你是多好的人，你都的做个混蛋</a:t>
            </a:r>
            <a:endParaRPr lang="en-US" altLang="zh-CN" sz="22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</a:t>
            </a: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把纪律当做处罚工具，只是以此让成员在生活中建立一种和谐</a:t>
            </a:r>
            <a:endParaRPr lang="en-US" altLang="zh-CN" sz="22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每个人安排到最能发挥各自和谐的位置上后，通过奖赏每个人不同的贡献，确保了这些人能和谐相处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31"/>
          <a:stretch/>
        </p:blipFill>
        <p:spPr>
          <a:xfrm>
            <a:off x="1105001" y="1747676"/>
            <a:ext cx="2241624" cy="149028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647420" y="1717826"/>
            <a:ext cx="1285827" cy="265752"/>
          </a:xfrm>
          <a:prstGeom prst="rect">
            <a:avLst/>
          </a:prstGeom>
          <a:solidFill>
            <a:srgbClr val="FDC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8" name="组合 147"/>
          <p:cNvGrpSpPr/>
          <p:nvPr/>
        </p:nvGrpSpPr>
        <p:grpSpPr>
          <a:xfrm>
            <a:off x="9289161" y="524383"/>
            <a:ext cx="2114740" cy="2114740"/>
            <a:chOff x="6125028" y="2365829"/>
            <a:chExt cx="2307772" cy="230777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50" name="流程图: 联系 149"/>
            <p:cNvSpPr/>
            <p:nvPr/>
          </p:nvSpPr>
          <p:spPr>
            <a:xfrm>
              <a:off x="6125028" y="2365829"/>
              <a:ext cx="2307772" cy="2307772"/>
            </a:xfrm>
            <a:prstGeom prst="flowChartConnector">
              <a:avLst/>
            </a:prstGeom>
            <a:solidFill>
              <a:srgbClr val="FDCE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流程图: 联系 150"/>
            <p:cNvSpPr/>
            <p:nvPr/>
          </p:nvSpPr>
          <p:spPr>
            <a:xfrm>
              <a:off x="6284683" y="2525486"/>
              <a:ext cx="1988457" cy="1988458"/>
            </a:xfrm>
            <a:prstGeom prst="flowChartConnector">
              <a:avLst/>
            </a:prstGeom>
            <a:solidFill>
              <a:srgbClr val="FFF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9583958" y="949650"/>
            <a:ext cx="156966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NO.8</a:t>
            </a:r>
          </a:p>
          <a:p>
            <a:pPr algn="ctr"/>
            <a:r>
              <a: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原则</a:t>
            </a:r>
          </a:p>
        </p:txBody>
      </p:sp>
    </p:spTree>
    <p:extLst>
      <p:ext uri="{BB962C8B-B14F-4D97-AF65-F5344CB8AC3E}">
        <p14:creationId xmlns:p14="http://schemas.microsoft.com/office/powerpoint/2010/main" val="2953407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 48"/>
          <p:cNvSpPr/>
          <p:nvPr/>
        </p:nvSpPr>
        <p:spPr>
          <a:xfrm rot="10800000">
            <a:off x="2085975" y="7072313"/>
            <a:ext cx="149225" cy="127000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 rot="8100000">
            <a:off x="2108200" y="7227888"/>
            <a:ext cx="149225" cy="128587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9" name="任意多边形 78"/>
          <p:cNvSpPr/>
          <p:nvPr/>
        </p:nvSpPr>
        <p:spPr>
          <a:xfrm rot="10800000" flipH="1">
            <a:off x="10272713" y="-211138"/>
            <a:ext cx="147637" cy="127000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0247517" y="133140"/>
            <a:ext cx="186531" cy="1350169"/>
            <a:chOff x="10233819" y="-34925"/>
            <a:chExt cx="186531" cy="1350169"/>
          </a:xfrm>
        </p:grpSpPr>
        <p:sp>
          <p:nvSpPr>
            <p:cNvPr id="80" name="任意多边形 79"/>
            <p:cNvSpPr/>
            <p:nvPr/>
          </p:nvSpPr>
          <p:spPr>
            <a:xfrm rot="10800000" flipH="1">
              <a:off x="10272713" y="-3492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1" name="任意多边形 80"/>
            <p:cNvSpPr/>
            <p:nvPr/>
          </p:nvSpPr>
          <p:spPr>
            <a:xfrm rot="10800000" flipH="1">
              <a:off x="10272713" y="1412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2" name="任意多边形 81"/>
            <p:cNvSpPr/>
            <p:nvPr/>
          </p:nvSpPr>
          <p:spPr>
            <a:xfrm rot="10800000" flipH="1">
              <a:off x="10272713" y="31750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3" name="任意多边形 82"/>
            <p:cNvSpPr/>
            <p:nvPr/>
          </p:nvSpPr>
          <p:spPr>
            <a:xfrm rot="10800000" flipH="1">
              <a:off x="10272713" y="492125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4" name="任意多边形 83"/>
            <p:cNvSpPr/>
            <p:nvPr/>
          </p:nvSpPr>
          <p:spPr>
            <a:xfrm rot="10800000" flipH="1">
              <a:off x="10272713" y="66833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5" name="任意多边形 84"/>
            <p:cNvSpPr/>
            <p:nvPr/>
          </p:nvSpPr>
          <p:spPr>
            <a:xfrm rot="10800000" flipH="1">
              <a:off x="10272713" y="844550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6" name="任意多边形 85"/>
            <p:cNvSpPr/>
            <p:nvPr/>
          </p:nvSpPr>
          <p:spPr>
            <a:xfrm rot="10800000" flipH="1">
              <a:off x="10272713" y="10207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7" name="任意多边形 86"/>
            <p:cNvSpPr/>
            <p:nvPr/>
          </p:nvSpPr>
          <p:spPr>
            <a:xfrm rot="13500000" flipH="1">
              <a:off x="10223500" y="1176338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8" name="组合 34"/>
          <p:cNvGrpSpPr>
            <a:grpSpLocks/>
          </p:cNvGrpSpPr>
          <p:nvPr/>
        </p:nvGrpSpPr>
        <p:grpSpPr bwMode="auto">
          <a:xfrm flipH="1">
            <a:off x="2497341" y="1424332"/>
            <a:ext cx="7702550" cy="147638"/>
            <a:chOff x="2280164" y="6324917"/>
            <a:chExt cx="7702680" cy="148044"/>
          </a:xfrm>
        </p:grpSpPr>
        <p:grpSp>
          <p:nvGrpSpPr>
            <p:cNvPr id="89" name="组合 35"/>
            <p:cNvGrpSpPr>
              <a:grpSpLocks/>
            </p:cNvGrpSpPr>
            <p:nvPr/>
          </p:nvGrpSpPr>
          <p:grpSpPr bwMode="auto">
            <a:xfrm rot="-5400000">
              <a:off x="4118342" y="4486740"/>
              <a:ext cx="148043" cy="3824399"/>
              <a:chOff x="2239093" y="2285256"/>
              <a:chExt cx="148043" cy="3824399"/>
            </a:xfrm>
          </p:grpSpPr>
          <p:sp>
            <p:nvSpPr>
              <p:cNvPr id="112" name="任意多边形 111"/>
              <p:cNvSpPr/>
              <p:nvPr/>
            </p:nvSpPr>
            <p:spPr>
              <a:xfrm rot="10800000">
                <a:off x="2239092" y="2277318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3" name="任意多边形 112"/>
              <p:cNvSpPr/>
              <p:nvPr/>
            </p:nvSpPr>
            <p:spPr>
              <a:xfrm rot="10800000">
                <a:off x="2239092" y="2453533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4" name="任意多边形 113"/>
              <p:cNvSpPr/>
              <p:nvPr/>
            </p:nvSpPr>
            <p:spPr>
              <a:xfrm rot="10800000">
                <a:off x="2239092" y="2629749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5" name="任意多边形 114"/>
              <p:cNvSpPr/>
              <p:nvPr/>
            </p:nvSpPr>
            <p:spPr>
              <a:xfrm rot="10800000">
                <a:off x="2239092" y="2805964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6" name="任意多边形 115"/>
              <p:cNvSpPr/>
              <p:nvPr/>
            </p:nvSpPr>
            <p:spPr>
              <a:xfrm rot="10800000">
                <a:off x="2239092" y="2982180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7" name="任意多边形 116"/>
              <p:cNvSpPr/>
              <p:nvPr/>
            </p:nvSpPr>
            <p:spPr>
              <a:xfrm rot="10800000">
                <a:off x="2239092" y="3164745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59" name="任意多边形 158"/>
              <p:cNvSpPr/>
              <p:nvPr/>
            </p:nvSpPr>
            <p:spPr>
              <a:xfrm rot="10800000">
                <a:off x="2239093" y="3340961"/>
                <a:ext cx="148044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0" name="任意多边形 159"/>
              <p:cNvSpPr/>
              <p:nvPr/>
            </p:nvSpPr>
            <p:spPr>
              <a:xfrm rot="10800000">
                <a:off x="2239092" y="3517176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1" name="任意多边形 160"/>
              <p:cNvSpPr/>
              <p:nvPr/>
            </p:nvSpPr>
            <p:spPr>
              <a:xfrm rot="10800000">
                <a:off x="2239092" y="3685454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2" name="任意多边形 161"/>
              <p:cNvSpPr/>
              <p:nvPr/>
            </p:nvSpPr>
            <p:spPr>
              <a:xfrm rot="10800000">
                <a:off x="2239092" y="3861670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3" name="任意多边形 162"/>
              <p:cNvSpPr/>
              <p:nvPr/>
            </p:nvSpPr>
            <p:spPr>
              <a:xfrm rot="10800000">
                <a:off x="2239092" y="4037885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4" name="任意多边形 163"/>
              <p:cNvSpPr/>
              <p:nvPr/>
            </p:nvSpPr>
            <p:spPr>
              <a:xfrm rot="10800000">
                <a:off x="2239092" y="4214101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5" name="任意多边形 164"/>
              <p:cNvSpPr/>
              <p:nvPr/>
            </p:nvSpPr>
            <p:spPr>
              <a:xfrm rot="10800000">
                <a:off x="2239092" y="4390316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6" name="任意多边形 165"/>
              <p:cNvSpPr/>
              <p:nvPr/>
            </p:nvSpPr>
            <p:spPr>
              <a:xfrm rot="10800000">
                <a:off x="2239092" y="4566532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7" name="任意多边形 166"/>
              <p:cNvSpPr/>
              <p:nvPr/>
            </p:nvSpPr>
            <p:spPr>
              <a:xfrm rot="10800000">
                <a:off x="2239092" y="4749097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9" name="任意多边形 168"/>
              <p:cNvSpPr/>
              <p:nvPr/>
            </p:nvSpPr>
            <p:spPr>
              <a:xfrm rot="10800000">
                <a:off x="2239093" y="4925313"/>
                <a:ext cx="148044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70" name="任意多边形 169"/>
              <p:cNvSpPr/>
              <p:nvPr/>
            </p:nvSpPr>
            <p:spPr>
              <a:xfrm rot="10800000">
                <a:off x="2239092" y="5101528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71" name="任意多边形 170"/>
              <p:cNvSpPr/>
              <p:nvPr/>
            </p:nvSpPr>
            <p:spPr>
              <a:xfrm rot="10800000">
                <a:off x="2239092" y="5269806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72" name="任意多边形 171"/>
              <p:cNvSpPr/>
              <p:nvPr/>
            </p:nvSpPr>
            <p:spPr>
              <a:xfrm rot="10800000">
                <a:off x="2239092" y="5446022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2" name="任意多边形 191"/>
              <p:cNvSpPr/>
              <p:nvPr/>
            </p:nvSpPr>
            <p:spPr>
              <a:xfrm rot="10800000">
                <a:off x="2239092" y="5622237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3" name="任意多边形 192"/>
              <p:cNvSpPr/>
              <p:nvPr/>
            </p:nvSpPr>
            <p:spPr>
              <a:xfrm rot="10800000">
                <a:off x="2239092" y="5798453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4" name="任意多边形 193"/>
              <p:cNvSpPr/>
              <p:nvPr/>
            </p:nvSpPr>
            <p:spPr>
              <a:xfrm rot="10800000">
                <a:off x="2239092" y="5974668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90" name="组合 36"/>
            <p:cNvGrpSpPr>
              <a:grpSpLocks/>
            </p:cNvGrpSpPr>
            <p:nvPr/>
          </p:nvGrpSpPr>
          <p:grpSpPr bwMode="auto">
            <a:xfrm rot="-5400000">
              <a:off x="7996646" y="4486763"/>
              <a:ext cx="148044" cy="3824352"/>
              <a:chOff x="2239093" y="2283715"/>
              <a:chExt cx="148044" cy="3824352"/>
            </a:xfrm>
          </p:grpSpPr>
          <p:sp>
            <p:nvSpPr>
              <p:cNvPr id="91" name="任意多边形 90"/>
              <p:cNvSpPr/>
              <p:nvPr/>
            </p:nvSpPr>
            <p:spPr>
              <a:xfrm rot="10800000">
                <a:off x="2239092" y="2277365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 rot="10800000">
                <a:off x="2239092" y="2453580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3" name="任意多边形 92"/>
              <p:cNvSpPr/>
              <p:nvPr/>
            </p:nvSpPr>
            <p:spPr>
              <a:xfrm rot="10800000">
                <a:off x="2239092" y="2629796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4" name="任意多边形 93"/>
              <p:cNvSpPr/>
              <p:nvPr/>
            </p:nvSpPr>
            <p:spPr>
              <a:xfrm rot="10800000">
                <a:off x="2239092" y="2806011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5" name="任意多边形 94"/>
              <p:cNvSpPr/>
              <p:nvPr/>
            </p:nvSpPr>
            <p:spPr>
              <a:xfrm rot="10800000">
                <a:off x="2239092" y="2982227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6" name="任意多边形 95"/>
              <p:cNvSpPr/>
              <p:nvPr/>
            </p:nvSpPr>
            <p:spPr>
              <a:xfrm rot="10800000">
                <a:off x="2239092" y="3164792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7" name="任意多边形 96"/>
              <p:cNvSpPr/>
              <p:nvPr/>
            </p:nvSpPr>
            <p:spPr>
              <a:xfrm rot="10800000">
                <a:off x="2239093" y="3341008"/>
                <a:ext cx="148044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 rot="10800000">
                <a:off x="2239092" y="3517223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9" name="任意多边形 98"/>
              <p:cNvSpPr/>
              <p:nvPr/>
            </p:nvSpPr>
            <p:spPr>
              <a:xfrm rot="10800000">
                <a:off x="2239092" y="3685501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0" name="任意多边形 99"/>
              <p:cNvSpPr/>
              <p:nvPr/>
            </p:nvSpPr>
            <p:spPr>
              <a:xfrm rot="10800000">
                <a:off x="2239092" y="3861717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1" name="任意多边形 100"/>
              <p:cNvSpPr/>
              <p:nvPr/>
            </p:nvSpPr>
            <p:spPr>
              <a:xfrm rot="10800000">
                <a:off x="2239092" y="4037932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2" name="任意多边形 101"/>
              <p:cNvSpPr/>
              <p:nvPr/>
            </p:nvSpPr>
            <p:spPr>
              <a:xfrm rot="10800000">
                <a:off x="2239092" y="4214148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 rot="10800000">
                <a:off x="2239092" y="4390363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4" name="任意多边形 103"/>
              <p:cNvSpPr/>
              <p:nvPr/>
            </p:nvSpPr>
            <p:spPr>
              <a:xfrm rot="10800000">
                <a:off x="2239092" y="4566579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 rot="10800000">
                <a:off x="2239092" y="4749144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6" name="任意多边形 105"/>
              <p:cNvSpPr/>
              <p:nvPr/>
            </p:nvSpPr>
            <p:spPr>
              <a:xfrm rot="10800000">
                <a:off x="2239093" y="4925360"/>
                <a:ext cx="148044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7" name="任意多边形 106"/>
              <p:cNvSpPr/>
              <p:nvPr/>
            </p:nvSpPr>
            <p:spPr>
              <a:xfrm rot="10800000">
                <a:off x="2239092" y="5101575"/>
                <a:ext cx="148044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8" name="任意多边形 107"/>
              <p:cNvSpPr/>
              <p:nvPr/>
            </p:nvSpPr>
            <p:spPr>
              <a:xfrm rot="10800000">
                <a:off x="2239092" y="5269853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9" name="任意多边形 108"/>
              <p:cNvSpPr/>
              <p:nvPr/>
            </p:nvSpPr>
            <p:spPr>
              <a:xfrm rot="10800000">
                <a:off x="2239092" y="5446069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0" name="任意多边形 109"/>
              <p:cNvSpPr/>
              <p:nvPr/>
            </p:nvSpPr>
            <p:spPr>
              <a:xfrm rot="10800000">
                <a:off x="2239092" y="5798500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1" name="任意多边形 110"/>
              <p:cNvSpPr/>
              <p:nvPr/>
            </p:nvSpPr>
            <p:spPr>
              <a:xfrm rot="10800000">
                <a:off x="2239092" y="5974715"/>
                <a:ext cx="148044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2085975" y="2119313"/>
            <a:ext cx="149225" cy="4903787"/>
            <a:chOff x="2085975" y="2119313"/>
            <a:chExt cx="149225" cy="4903787"/>
          </a:xfrm>
        </p:grpSpPr>
        <p:sp>
          <p:nvSpPr>
            <p:cNvPr id="199" name="任意多边形 198"/>
            <p:cNvSpPr/>
            <p:nvPr/>
          </p:nvSpPr>
          <p:spPr>
            <a:xfrm rot="10800000">
              <a:off x="2085975" y="3003550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0" name="任意多边形 199"/>
            <p:cNvSpPr/>
            <p:nvPr/>
          </p:nvSpPr>
          <p:spPr>
            <a:xfrm rot="10800000">
              <a:off x="2085975" y="3179763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1" name="任意多边形 200"/>
            <p:cNvSpPr/>
            <p:nvPr/>
          </p:nvSpPr>
          <p:spPr>
            <a:xfrm rot="10800000">
              <a:off x="2085975" y="3355975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2" name="任意多边形 201"/>
            <p:cNvSpPr/>
            <p:nvPr/>
          </p:nvSpPr>
          <p:spPr>
            <a:xfrm rot="10800000">
              <a:off x="2085975" y="3532188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3" name="任意多边形 202"/>
            <p:cNvSpPr/>
            <p:nvPr/>
          </p:nvSpPr>
          <p:spPr>
            <a:xfrm rot="10800000">
              <a:off x="2085975" y="3708400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4" name="任意多边形 203"/>
            <p:cNvSpPr/>
            <p:nvPr/>
          </p:nvSpPr>
          <p:spPr>
            <a:xfrm rot="10800000">
              <a:off x="2085975" y="3884613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5" name="任意多边形 204"/>
            <p:cNvSpPr/>
            <p:nvPr/>
          </p:nvSpPr>
          <p:spPr>
            <a:xfrm rot="10800000">
              <a:off x="2085975" y="407987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6" name="任意多边形 205"/>
            <p:cNvSpPr/>
            <p:nvPr/>
          </p:nvSpPr>
          <p:spPr>
            <a:xfrm rot="10800000">
              <a:off x="2085975" y="42560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7" name="任意多边形 206"/>
            <p:cNvSpPr/>
            <p:nvPr/>
          </p:nvSpPr>
          <p:spPr>
            <a:xfrm rot="10800000">
              <a:off x="2085975" y="44323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8" name="任意多边形 207"/>
            <p:cNvSpPr/>
            <p:nvPr/>
          </p:nvSpPr>
          <p:spPr>
            <a:xfrm rot="10800000">
              <a:off x="2085975" y="460692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9" name="任意多边形 208"/>
            <p:cNvSpPr/>
            <p:nvPr/>
          </p:nvSpPr>
          <p:spPr>
            <a:xfrm rot="10800000">
              <a:off x="2085975" y="4783138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0" name="任意多边形 209"/>
            <p:cNvSpPr/>
            <p:nvPr/>
          </p:nvSpPr>
          <p:spPr>
            <a:xfrm rot="10800000">
              <a:off x="2085975" y="49593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8" name="任意多边形 217"/>
            <p:cNvSpPr/>
            <p:nvPr/>
          </p:nvSpPr>
          <p:spPr>
            <a:xfrm rot="10800000">
              <a:off x="2085975" y="513556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9" name="任意多边形 218"/>
            <p:cNvSpPr/>
            <p:nvPr/>
          </p:nvSpPr>
          <p:spPr>
            <a:xfrm rot="10800000">
              <a:off x="2085975" y="531177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0" name="任意多边形 219"/>
            <p:cNvSpPr/>
            <p:nvPr/>
          </p:nvSpPr>
          <p:spPr>
            <a:xfrm rot="10800000">
              <a:off x="2085975" y="54879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1" name="任意多边形 220"/>
            <p:cNvSpPr/>
            <p:nvPr/>
          </p:nvSpPr>
          <p:spPr>
            <a:xfrm rot="10800000">
              <a:off x="2085975" y="56642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3" name="任意多边形 222"/>
            <p:cNvSpPr/>
            <p:nvPr/>
          </p:nvSpPr>
          <p:spPr>
            <a:xfrm rot="10800000">
              <a:off x="2085975" y="584041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4" name="任意多边形 223"/>
            <p:cNvSpPr/>
            <p:nvPr/>
          </p:nvSpPr>
          <p:spPr>
            <a:xfrm rot="10800000">
              <a:off x="2085975" y="60166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5" name="任意多边形 224"/>
            <p:cNvSpPr/>
            <p:nvPr/>
          </p:nvSpPr>
          <p:spPr>
            <a:xfrm rot="10800000">
              <a:off x="2085975" y="61912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6" name="任意多边形 225"/>
            <p:cNvSpPr/>
            <p:nvPr/>
          </p:nvSpPr>
          <p:spPr>
            <a:xfrm rot="10800000">
              <a:off x="2085975" y="6367463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7" name="任意多边形 226"/>
            <p:cNvSpPr/>
            <p:nvPr/>
          </p:nvSpPr>
          <p:spPr>
            <a:xfrm rot="10800000">
              <a:off x="2085975" y="654367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1" name="任意多边形 230"/>
            <p:cNvSpPr/>
            <p:nvPr/>
          </p:nvSpPr>
          <p:spPr>
            <a:xfrm rot="10800000">
              <a:off x="2085975" y="67198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2" name="任意多边形 231"/>
            <p:cNvSpPr/>
            <p:nvPr/>
          </p:nvSpPr>
          <p:spPr>
            <a:xfrm rot="10800000">
              <a:off x="2085975" y="68961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3" name="任意多边形 232"/>
            <p:cNvSpPr/>
            <p:nvPr/>
          </p:nvSpPr>
          <p:spPr>
            <a:xfrm rot="10800000">
              <a:off x="2085975" y="2119313"/>
              <a:ext cx="149225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4" name="任意多边形 233"/>
            <p:cNvSpPr/>
            <p:nvPr/>
          </p:nvSpPr>
          <p:spPr>
            <a:xfrm rot="10800000">
              <a:off x="2085975" y="2295525"/>
              <a:ext cx="149225" cy="131763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5" name="任意多边形 234"/>
            <p:cNvSpPr/>
            <p:nvPr/>
          </p:nvSpPr>
          <p:spPr>
            <a:xfrm rot="10800000">
              <a:off x="2085975" y="2471738"/>
              <a:ext cx="149225" cy="131762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6" name="任意多边形 235"/>
            <p:cNvSpPr/>
            <p:nvPr/>
          </p:nvSpPr>
          <p:spPr>
            <a:xfrm rot="10800000">
              <a:off x="2085975" y="2646363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7" name="任意多边形 236"/>
            <p:cNvSpPr/>
            <p:nvPr/>
          </p:nvSpPr>
          <p:spPr>
            <a:xfrm rot="10800000">
              <a:off x="2085975" y="2822575"/>
              <a:ext cx="149225" cy="13335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38" name="文本框 237"/>
          <p:cNvSpPr txBox="1"/>
          <p:nvPr/>
        </p:nvSpPr>
        <p:spPr>
          <a:xfrm>
            <a:off x="3208541" y="403827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忘掉</a:t>
            </a:r>
            <a:r>
              <a:rPr lang="zh-CN" altLang="en-US" sz="4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成功</a:t>
            </a:r>
            <a:r>
              <a:rPr lang="en-US" altLang="zh-CN" sz="4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——</a:t>
            </a:r>
            <a:r>
              <a:rPr lang="zh-CN" altLang="en-US" sz="4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相信这一刻</a:t>
            </a:r>
            <a:endParaRPr lang="en-US" altLang="zh-CN" sz="4800" dirty="0" smtClean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grpSp>
        <p:nvGrpSpPr>
          <p:cNvPr id="239" name="组合 238"/>
          <p:cNvGrpSpPr/>
          <p:nvPr/>
        </p:nvGrpSpPr>
        <p:grpSpPr>
          <a:xfrm>
            <a:off x="10286410" y="-1097168"/>
            <a:ext cx="147637" cy="1182688"/>
            <a:chOff x="10272713" y="-34925"/>
            <a:chExt cx="147637" cy="1182688"/>
          </a:xfrm>
        </p:grpSpPr>
        <p:sp>
          <p:nvSpPr>
            <p:cNvPr id="240" name="任意多边形 239"/>
            <p:cNvSpPr/>
            <p:nvPr/>
          </p:nvSpPr>
          <p:spPr>
            <a:xfrm rot="10800000" flipH="1">
              <a:off x="10272713" y="-34925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1" name="任意多边形 240"/>
            <p:cNvSpPr/>
            <p:nvPr/>
          </p:nvSpPr>
          <p:spPr>
            <a:xfrm rot="10800000" flipH="1">
              <a:off x="10272713" y="141288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2" name="任意多边形 241"/>
            <p:cNvSpPr/>
            <p:nvPr/>
          </p:nvSpPr>
          <p:spPr>
            <a:xfrm rot="10800000" flipH="1">
              <a:off x="10272713" y="317500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3" name="任意多边形 242"/>
            <p:cNvSpPr/>
            <p:nvPr/>
          </p:nvSpPr>
          <p:spPr>
            <a:xfrm rot="10800000" flipH="1">
              <a:off x="10272713" y="492125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4" name="任意多边形 243"/>
            <p:cNvSpPr/>
            <p:nvPr/>
          </p:nvSpPr>
          <p:spPr>
            <a:xfrm rot="10800000" flipH="1">
              <a:off x="10272713" y="668338"/>
              <a:ext cx="147637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5" name="任意多边形 244"/>
            <p:cNvSpPr/>
            <p:nvPr/>
          </p:nvSpPr>
          <p:spPr>
            <a:xfrm rot="10800000" flipH="1">
              <a:off x="10272713" y="844550"/>
              <a:ext cx="147637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6" name="任意多边形 245"/>
            <p:cNvSpPr/>
            <p:nvPr/>
          </p:nvSpPr>
          <p:spPr>
            <a:xfrm rot="10800000" flipH="1">
              <a:off x="10272713" y="1020763"/>
              <a:ext cx="147637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51" name="文本框 250"/>
          <p:cNvSpPr txBox="1"/>
          <p:nvPr/>
        </p:nvSpPr>
        <p:spPr>
          <a:xfrm>
            <a:off x="3210041" y="1835577"/>
            <a:ext cx="6562446" cy="941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如果团队中的每一个人都把个人利益置于更高利益之下，这个团队会变得多么强大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0" b="98600" l="7600" r="93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679" r="6470" b="1957"/>
          <a:stretch/>
        </p:blipFill>
        <p:spPr>
          <a:xfrm>
            <a:off x="5264354" y="3003307"/>
            <a:ext cx="2171388" cy="2479723"/>
          </a:xfrm>
          <a:prstGeom prst="rect">
            <a:avLst/>
          </a:prstGeom>
        </p:spPr>
      </p:pic>
      <p:sp>
        <p:nvSpPr>
          <p:cNvPr id="118" name="文本框 117"/>
          <p:cNvSpPr txBox="1"/>
          <p:nvPr/>
        </p:nvSpPr>
        <p:spPr>
          <a:xfrm>
            <a:off x="3208541" y="5709605"/>
            <a:ext cx="7014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鼓励成员把精神集中在过程，而非在目标上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9" name="组合 118"/>
          <p:cNvGrpSpPr/>
          <p:nvPr/>
        </p:nvGrpSpPr>
        <p:grpSpPr>
          <a:xfrm>
            <a:off x="1094096" y="426544"/>
            <a:ext cx="2114740" cy="2114740"/>
            <a:chOff x="6125028" y="2365829"/>
            <a:chExt cx="2307772" cy="230777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20" name="流程图: 联系 119"/>
            <p:cNvSpPr/>
            <p:nvPr/>
          </p:nvSpPr>
          <p:spPr>
            <a:xfrm>
              <a:off x="6125028" y="2365829"/>
              <a:ext cx="2307772" cy="2307772"/>
            </a:xfrm>
            <a:prstGeom prst="flowChartConnector">
              <a:avLst/>
            </a:prstGeom>
            <a:solidFill>
              <a:srgbClr val="FDCE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流程图: 联系 120"/>
            <p:cNvSpPr/>
            <p:nvPr/>
          </p:nvSpPr>
          <p:spPr>
            <a:xfrm>
              <a:off x="6284683" y="2525486"/>
              <a:ext cx="1988457" cy="1988458"/>
            </a:xfrm>
            <a:prstGeom prst="flowChartConnector">
              <a:avLst/>
            </a:prstGeom>
            <a:solidFill>
              <a:srgbClr val="FFF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8" name="文本框 197"/>
          <p:cNvSpPr txBox="1"/>
          <p:nvPr/>
        </p:nvSpPr>
        <p:spPr>
          <a:xfrm>
            <a:off x="1357864" y="819326"/>
            <a:ext cx="156966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NO.9</a:t>
            </a:r>
          </a:p>
          <a:p>
            <a:pPr algn="ctr"/>
            <a:r>
              <a: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当下</a:t>
            </a:r>
          </a:p>
        </p:txBody>
      </p:sp>
    </p:spTree>
    <p:extLst>
      <p:ext uri="{BB962C8B-B14F-4D97-AF65-F5344CB8AC3E}">
        <p14:creationId xmlns:p14="http://schemas.microsoft.com/office/powerpoint/2010/main" val="39981137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 48"/>
          <p:cNvSpPr/>
          <p:nvPr/>
        </p:nvSpPr>
        <p:spPr>
          <a:xfrm rot="10800000">
            <a:off x="2085975" y="7072313"/>
            <a:ext cx="149225" cy="127000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 rot="8100000">
            <a:off x="2108200" y="7227888"/>
            <a:ext cx="149225" cy="128587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085975" y="127944"/>
            <a:ext cx="171450" cy="1516063"/>
            <a:chOff x="2085975" y="-136525"/>
            <a:chExt cx="171450" cy="1516063"/>
          </a:xfrm>
        </p:grpSpPr>
        <p:sp>
          <p:nvSpPr>
            <p:cNvPr id="58" name="任意多边形 57"/>
            <p:cNvSpPr/>
            <p:nvPr/>
          </p:nvSpPr>
          <p:spPr>
            <a:xfrm rot="10800000">
              <a:off x="2085975" y="-1365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3" name="任意多边形 62"/>
            <p:cNvSpPr/>
            <p:nvPr/>
          </p:nvSpPr>
          <p:spPr>
            <a:xfrm rot="10800000">
              <a:off x="2085975" y="396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4" name="任意多边形 63"/>
            <p:cNvSpPr/>
            <p:nvPr/>
          </p:nvSpPr>
          <p:spPr>
            <a:xfrm rot="10800000">
              <a:off x="2085975" y="2159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 rot="10800000">
              <a:off x="2085975" y="39211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 rot="10800000">
              <a:off x="2085975" y="5683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 rot="10800000">
              <a:off x="2085975" y="7429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 rot="10800000">
              <a:off x="2085975" y="919163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 rot="10800000">
              <a:off x="2085975" y="109537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 rot="8100000">
              <a:off x="2108200" y="125253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71" name="组合 2"/>
          <p:cNvGrpSpPr>
            <a:grpSpLocks/>
          </p:cNvGrpSpPr>
          <p:nvPr/>
        </p:nvGrpSpPr>
        <p:grpSpPr bwMode="auto">
          <a:xfrm>
            <a:off x="2280473" y="1570188"/>
            <a:ext cx="7704138" cy="147637"/>
            <a:chOff x="2280164" y="6324918"/>
            <a:chExt cx="7704268" cy="148043"/>
          </a:xfrm>
        </p:grpSpPr>
        <p:grpSp>
          <p:nvGrpSpPr>
            <p:cNvPr id="72" name="组合 3"/>
            <p:cNvGrpSpPr>
              <a:grpSpLocks/>
            </p:cNvGrpSpPr>
            <p:nvPr/>
          </p:nvGrpSpPr>
          <p:grpSpPr bwMode="auto">
            <a:xfrm rot="-5400000">
              <a:off x="4118342" y="4486740"/>
              <a:ext cx="148043" cy="3824399"/>
              <a:chOff x="2239093" y="2285256"/>
              <a:chExt cx="148043" cy="3824399"/>
            </a:xfrm>
          </p:grpSpPr>
          <p:sp>
            <p:nvSpPr>
              <p:cNvPr id="96" name="任意多边形 95"/>
              <p:cNvSpPr/>
              <p:nvPr/>
            </p:nvSpPr>
            <p:spPr>
              <a:xfrm rot="10800000">
                <a:off x="2239092" y="2285255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7" name="任意多边形 96"/>
              <p:cNvSpPr/>
              <p:nvPr/>
            </p:nvSpPr>
            <p:spPr>
              <a:xfrm rot="10800000">
                <a:off x="2239092" y="2461471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 rot="10800000">
                <a:off x="2239092" y="263768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9" name="任意多边形 98"/>
              <p:cNvSpPr/>
              <p:nvPr/>
            </p:nvSpPr>
            <p:spPr>
              <a:xfrm rot="10800000">
                <a:off x="2239092" y="281390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0" name="任意多边形 99"/>
              <p:cNvSpPr/>
              <p:nvPr/>
            </p:nvSpPr>
            <p:spPr>
              <a:xfrm rot="10800000">
                <a:off x="2239092" y="2990117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1" name="任意多边形 100"/>
              <p:cNvSpPr/>
              <p:nvPr/>
            </p:nvSpPr>
            <p:spPr>
              <a:xfrm rot="10800000">
                <a:off x="2239092" y="3164745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2" name="任意多边形 101"/>
              <p:cNvSpPr/>
              <p:nvPr/>
            </p:nvSpPr>
            <p:spPr>
              <a:xfrm rot="10800000">
                <a:off x="2239092" y="3340961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 rot="10800000">
                <a:off x="2239092" y="3517176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4" name="任意多边形 103"/>
              <p:cNvSpPr/>
              <p:nvPr/>
            </p:nvSpPr>
            <p:spPr>
              <a:xfrm rot="10800000">
                <a:off x="2239092" y="369339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 rot="10800000">
                <a:off x="2239092" y="3869607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6" name="任意多边形 105"/>
              <p:cNvSpPr/>
              <p:nvPr/>
            </p:nvSpPr>
            <p:spPr>
              <a:xfrm rot="10800000">
                <a:off x="2239092" y="4045823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7" name="任意多边形 106"/>
              <p:cNvSpPr/>
              <p:nvPr/>
            </p:nvSpPr>
            <p:spPr>
              <a:xfrm rot="10800000">
                <a:off x="2239092" y="4222038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8" name="任意多边形 107"/>
              <p:cNvSpPr/>
              <p:nvPr/>
            </p:nvSpPr>
            <p:spPr>
              <a:xfrm rot="10800000">
                <a:off x="2239092" y="439825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9" name="任意多边形 108"/>
              <p:cNvSpPr/>
              <p:nvPr/>
            </p:nvSpPr>
            <p:spPr>
              <a:xfrm rot="10800000">
                <a:off x="2239092" y="457446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0" name="任意多边形 109"/>
              <p:cNvSpPr/>
              <p:nvPr/>
            </p:nvSpPr>
            <p:spPr>
              <a:xfrm rot="10800000">
                <a:off x="2239092" y="4749097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1" name="任意多边形 110"/>
              <p:cNvSpPr/>
              <p:nvPr/>
            </p:nvSpPr>
            <p:spPr>
              <a:xfrm rot="10800000">
                <a:off x="2239092" y="4925313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2" name="任意多边形 111"/>
              <p:cNvSpPr/>
              <p:nvPr/>
            </p:nvSpPr>
            <p:spPr>
              <a:xfrm rot="10800000">
                <a:off x="2239092" y="5101528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3" name="任意多边形 112"/>
              <p:cNvSpPr/>
              <p:nvPr/>
            </p:nvSpPr>
            <p:spPr>
              <a:xfrm rot="10800000">
                <a:off x="2239092" y="527774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4" name="任意多边形 113"/>
              <p:cNvSpPr/>
              <p:nvPr/>
            </p:nvSpPr>
            <p:spPr>
              <a:xfrm rot="10800000">
                <a:off x="2239092" y="545395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5" name="任意多边形 114"/>
              <p:cNvSpPr/>
              <p:nvPr/>
            </p:nvSpPr>
            <p:spPr>
              <a:xfrm rot="10800000">
                <a:off x="2239092" y="5630175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6" name="任意多边形 115"/>
              <p:cNvSpPr/>
              <p:nvPr/>
            </p:nvSpPr>
            <p:spPr>
              <a:xfrm rot="10800000">
                <a:off x="2239092" y="5806390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7" name="任意多边形 116"/>
              <p:cNvSpPr/>
              <p:nvPr/>
            </p:nvSpPr>
            <p:spPr>
              <a:xfrm rot="10800000">
                <a:off x="2239092" y="598260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73" name="组合 4"/>
            <p:cNvGrpSpPr>
              <a:grpSpLocks/>
            </p:cNvGrpSpPr>
            <p:nvPr/>
          </p:nvGrpSpPr>
          <p:grpSpPr bwMode="auto">
            <a:xfrm rot="-5400000">
              <a:off x="7998211" y="4486740"/>
              <a:ext cx="148043" cy="3824399"/>
              <a:chOff x="2239093" y="2285256"/>
              <a:chExt cx="148043" cy="3824399"/>
            </a:xfrm>
          </p:grpSpPr>
          <p:sp>
            <p:nvSpPr>
              <p:cNvPr id="74" name="任意多边形 73"/>
              <p:cNvSpPr/>
              <p:nvPr/>
            </p:nvSpPr>
            <p:spPr>
              <a:xfrm rot="10800000">
                <a:off x="2239092" y="228530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5" name="任意多边形 74"/>
              <p:cNvSpPr/>
              <p:nvPr/>
            </p:nvSpPr>
            <p:spPr>
              <a:xfrm rot="10800000">
                <a:off x="2239092" y="2461518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6" name="任意多边形 75"/>
              <p:cNvSpPr/>
              <p:nvPr/>
            </p:nvSpPr>
            <p:spPr>
              <a:xfrm rot="10800000">
                <a:off x="2239092" y="2637733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7" name="任意多边形 76"/>
              <p:cNvSpPr/>
              <p:nvPr/>
            </p:nvSpPr>
            <p:spPr>
              <a:xfrm rot="10800000">
                <a:off x="2239092" y="281394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8" name="任意多边形 77"/>
              <p:cNvSpPr/>
              <p:nvPr/>
            </p:nvSpPr>
            <p:spPr>
              <a:xfrm rot="10800000">
                <a:off x="2239092" y="299016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9" name="任意多边形 78"/>
              <p:cNvSpPr/>
              <p:nvPr/>
            </p:nvSpPr>
            <p:spPr>
              <a:xfrm rot="10800000">
                <a:off x="2239092" y="3164792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0" name="任意多边形 79"/>
              <p:cNvSpPr/>
              <p:nvPr/>
            </p:nvSpPr>
            <p:spPr>
              <a:xfrm rot="10800000">
                <a:off x="2239092" y="3341008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1" name="任意多边形 80"/>
              <p:cNvSpPr/>
              <p:nvPr/>
            </p:nvSpPr>
            <p:spPr>
              <a:xfrm rot="10800000">
                <a:off x="2239092" y="3517223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2" name="任意多边形 81"/>
              <p:cNvSpPr/>
              <p:nvPr/>
            </p:nvSpPr>
            <p:spPr>
              <a:xfrm rot="10800000">
                <a:off x="2239092" y="3693439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3" name="任意多边形 82"/>
              <p:cNvSpPr/>
              <p:nvPr/>
            </p:nvSpPr>
            <p:spPr>
              <a:xfrm rot="10800000">
                <a:off x="2239092" y="3869654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4" name="任意多边形 83"/>
              <p:cNvSpPr/>
              <p:nvPr/>
            </p:nvSpPr>
            <p:spPr>
              <a:xfrm rot="10800000">
                <a:off x="2239092" y="4045870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5" name="任意多边形 84"/>
              <p:cNvSpPr/>
              <p:nvPr/>
            </p:nvSpPr>
            <p:spPr>
              <a:xfrm rot="10800000">
                <a:off x="2239092" y="4222085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6" name="任意多边形 85"/>
              <p:cNvSpPr/>
              <p:nvPr/>
            </p:nvSpPr>
            <p:spPr>
              <a:xfrm rot="10800000">
                <a:off x="2239092" y="4398301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7" name="任意多边形 86"/>
              <p:cNvSpPr/>
              <p:nvPr/>
            </p:nvSpPr>
            <p:spPr>
              <a:xfrm rot="10800000">
                <a:off x="2239092" y="457451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8" name="任意多边形 87"/>
              <p:cNvSpPr/>
              <p:nvPr/>
            </p:nvSpPr>
            <p:spPr>
              <a:xfrm rot="10800000">
                <a:off x="2239092" y="4749144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9" name="任意多边形 88"/>
              <p:cNvSpPr/>
              <p:nvPr/>
            </p:nvSpPr>
            <p:spPr>
              <a:xfrm rot="10800000">
                <a:off x="2239092" y="4925360"/>
                <a:ext cx="148043" cy="128589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0" name="任意多边形 89"/>
              <p:cNvSpPr/>
              <p:nvPr/>
            </p:nvSpPr>
            <p:spPr>
              <a:xfrm rot="10800000">
                <a:off x="2239092" y="5101575"/>
                <a:ext cx="148043" cy="128590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1" name="任意多边形 90"/>
              <p:cNvSpPr/>
              <p:nvPr/>
            </p:nvSpPr>
            <p:spPr>
              <a:xfrm rot="10800000">
                <a:off x="2239092" y="5277791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 rot="10800000">
                <a:off x="2239092" y="5454006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3" name="任意多边形 92"/>
              <p:cNvSpPr/>
              <p:nvPr/>
            </p:nvSpPr>
            <p:spPr>
              <a:xfrm rot="10800000">
                <a:off x="2239092" y="5630222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4" name="任意多边形 93"/>
              <p:cNvSpPr/>
              <p:nvPr/>
            </p:nvSpPr>
            <p:spPr>
              <a:xfrm rot="10800000">
                <a:off x="2239092" y="5806437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5" name="任意多边形 94"/>
              <p:cNvSpPr/>
              <p:nvPr/>
            </p:nvSpPr>
            <p:spPr>
              <a:xfrm rot="10800000">
                <a:off x="2239092" y="5982653"/>
                <a:ext cx="148043" cy="127002"/>
              </a:xfrm>
              <a:custGeom>
                <a:avLst/>
                <a:gdLst>
                  <a:gd name="connsiteX0" fmla="*/ 609542 w 1219083"/>
                  <a:gd name="connsiteY0" fmla="*/ 0 h 1050934"/>
                  <a:gd name="connsiteX1" fmla="*/ 1219083 w 1219083"/>
                  <a:gd name="connsiteY1" fmla="*/ 1050934 h 1050934"/>
                  <a:gd name="connsiteX2" fmla="*/ 1209320 w 1219083"/>
                  <a:gd name="connsiteY2" fmla="*/ 1050934 h 1050934"/>
                  <a:gd name="connsiteX3" fmla="*/ 1180955 w 1219083"/>
                  <a:gd name="connsiteY3" fmla="*/ 1005239 h 1050934"/>
                  <a:gd name="connsiteX4" fmla="*/ 609541 w 1219083"/>
                  <a:gd name="connsiteY4" fmla="*/ 739583 h 1050934"/>
                  <a:gd name="connsiteX5" fmla="*/ 38128 w 1219083"/>
                  <a:gd name="connsiteY5" fmla="*/ 1005239 h 1050934"/>
                  <a:gd name="connsiteX6" fmla="*/ 9762 w 1219083"/>
                  <a:gd name="connsiteY6" fmla="*/ 1050934 h 1050934"/>
                  <a:gd name="connsiteX7" fmla="*/ 0 w 1219083"/>
                  <a:gd name="connsiteY7" fmla="*/ 1050934 h 1050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083" h="1050934">
                    <a:moveTo>
                      <a:pt x="609542" y="0"/>
                    </a:moveTo>
                    <a:lnTo>
                      <a:pt x="1219083" y="1050934"/>
                    </a:lnTo>
                    <a:lnTo>
                      <a:pt x="1209320" y="1050934"/>
                    </a:lnTo>
                    <a:lnTo>
                      <a:pt x="1180955" y="1005239"/>
                    </a:lnTo>
                    <a:cubicBezTo>
                      <a:pt x="1057118" y="844961"/>
                      <a:pt x="847404" y="739583"/>
                      <a:pt x="609541" y="739583"/>
                    </a:cubicBezTo>
                    <a:cubicBezTo>
                      <a:pt x="371679" y="739583"/>
                      <a:pt x="161964" y="844961"/>
                      <a:pt x="38128" y="1005239"/>
                    </a:cubicBezTo>
                    <a:lnTo>
                      <a:pt x="9762" y="1050934"/>
                    </a:lnTo>
                    <a:lnTo>
                      <a:pt x="0" y="10509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grpSp>
        <p:nvGrpSpPr>
          <p:cNvPr id="159" name="组合 158"/>
          <p:cNvGrpSpPr/>
          <p:nvPr/>
        </p:nvGrpSpPr>
        <p:grpSpPr>
          <a:xfrm>
            <a:off x="2081089" y="-1265111"/>
            <a:ext cx="149225" cy="1360488"/>
            <a:chOff x="2085975" y="-136525"/>
            <a:chExt cx="149225" cy="1360488"/>
          </a:xfrm>
        </p:grpSpPr>
        <p:sp>
          <p:nvSpPr>
            <p:cNvPr id="160" name="任意多边形 159"/>
            <p:cNvSpPr/>
            <p:nvPr/>
          </p:nvSpPr>
          <p:spPr>
            <a:xfrm rot="10800000">
              <a:off x="2085975" y="-1365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1" name="任意多边形 160"/>
            <p:cNvSpPr/>
            <p:nvPr/>
          </p:nvSpPr>
          <p:spPr>
            <a:xfrm rot="10800000">
              <a:off x="2085975" y="39688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2" name="任意多边形 161"/>
            <p:cNvSpPr/>
            <p:nvPr/>
          </p:nvSpPr>
          <p:spPr>
            <a:xfrm rot="10800000">
              <a:off x="2085975" y="215900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3" name="任意多边形 162"/>
            <p:cNvSpPr/>
            <p:nvPr/>
          </p:nvSpPr>
          <p:spPr>
            <a:xfrm rot="10800000">
              <a:off x="2085975" y="392113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4" name="任意多边形 163"/>
            <p:cNvSpPr/>
            <p:nvPr/>
          </p:nvSpPr>
          <p:spPr>
            <a:xfrm rot="10800000">
              <a:off x="2085975" y="568325"/>
              <a:ext cx="149225" cy="127000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5" name="任意多边形 164"/>
            <p:cNvSpPr/>
            <p:nvPr/>
          </p:nvSpPr>
          <p:spPr>
            <a:xfrm rot="10800000">
              <a:off x="2085975" y="742950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6" name="任意多边形 165"/>
            <p:cNvSpPr/>
            <p:nvPr/>
          </p:nvSpPr>
          <p:spPr>
            <a:xfrm rot="10800000">
              <a:off x="2085975" y="919163"/>
              <a:ext cx="149225" cy="128587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7" name="任意多边形 166"/>
            <p:cNvSpPr/>
            <p:nvPr/>
          </p:nvSpPr>
          <p:spPr>
            <a:xfrm rot="10800000">
              <a:off x="2085975" y="1095375"/>
              <a:ext cx="149225" cy="128588"/>
            </a:xfrm>
            <a:custGeom>
              <a:avLst/>
              <a:gdLst>
                <a:gd name="connsiteX0" fmla="*/ 609542 w 1219083"/>
                <a:gd name="connsiteY0" fmla="*/ 0 h 1050934"/>
                <a:gd name="connsiteX1" fmla="*/ 1219083 w 1219083"/>
                <a:gd name="connsiteY1" fmla="*/ 1050934 h 1050934"/>
                <a:gd name="connsiteX2" fmla="*/ 1209320 w 1219083"/>
                <a:gd name="connsiteY2" fmla="*/ 1050934 h 1050934"/>
                <a:gd name="connsiteX3" fmla="*/ 1180955 w 1219083"/>
                <a:gd name="connsiteY3" fmla="*/ 1005239 h 1050934"/>
                <a:gd name="connsiteX4" fmla="*/ 609541 w 1219083"/>
                <a:gd name="connsiteY4" fmla="*/ 739583 h 1050934"/>
                <a:gd name="connsiteX5" fmla="*/ 38128 w 1219083"/>
                <a:gd name="connsiteY5" fmla="*/ 1005239 h 1050934"/>
                <a:gd name="connsiteX6" fmla="*/ 9762 w 1219083"/>
                <a:gd name="connsiteY6" fmla="*/ 1050934 h 1050934"/>
                <a:gd name="connsiteX7" fmla="*/ 0 w 1219083"/>
                <a:gd name="connsiteY7" fmla="*/ 1050934 h 105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83" h="1050934">
                  <a:moveTo>
                    <a:pt x="609542" y="0"/>
                  </a:moveTo>
                  <a:lnTo>
                    <a:pt x="1219083" y="1050934"/>
                  </a:lnTo>
                  <a:lnTo>
                    <a:pt x="1209320" y="1050934"/>
                  </a:lnTo>
                  <a:lnTo>
                    <a:pt x="1180955" y="1005239"/>
                  </a:lnTo>
                  <a:cubicBezTo>
                    <a:pt x="1057118" y="844961"/>
                    <a:pt x="847404" y="739583"/>
                    <a:pt x="609541" y="739583"/>
                  </a:cubicBezTo>
                  <a:cubicBezTo>
                    <a:pt x="371679" y="739583"/>
                    <a:pt x="161964" y="844961"/>
                    <a:pt x="38128" y="1005239"/>
                  </a:cubicBezTo>
                  <a:lnTo>
                    <a:pt x="9762" y="1050934"/>
                  </a:lnTo>
                  <a:lnTo>
                    <a:pt x="0" y="1050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47" name="文本框 146"/>
          <p:cNvSpPr txBox="1"/>
          <p:nvPr/>
        </p:nvSpPr>
        <p:spPr>
          <a:xfrm>
            <a:off x="4006413" y="79451"/>
            <a:ext cx="518603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倾听未知</a:t>
            </a:r>
            <a:endParaRPr lang="en-US" altLang="zh-CN" sz="4800" dirty="0" smtClean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r>
              <a:rPr lang="en-US" altLang="zh-CN" sz="40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 </a:t>
            </a:r>
            <a:r>
              <a:rPr lang="en-US" altLang="zh-CN" sz="2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——</a:t>
            </a:r>
            <a:r>
              <a:rPr lang="zh-CN" altLang="en-US" sz="280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听到无法</a:t>
            </a:r>
            <a:r>
              <a:rPr lang="zh-CN" altLang="en-US" sz="2800" dirty="0" smtClean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听到的声音</a:t>
            </a:r>
            <a:endParaRPr lang="en-US" altLang="zh-CN" sz="2800" dirty="0" smtClean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2520324" y="3185837"/>
            <a:ext cx="6562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深入了解队友，与他们建立心灵上更深的联系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92" y="2305338"/>
            <a:ext cx="1845973" cy="184597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49" name="组合 86"/>
          <p:cNvGrpSpPr>
            <a:grpSpLocks/>
          </p:cNvGrpSpPr>
          <p:nvPr/>
        </p:nvGrpSpPr>
        <p:grpSpPr bwMode="auto">
          <a:xfrm>
            <a:off x="2520328" y="2314800"/>
            <a:ext cx="3106346" cy="628934"/>
            <a:chOff x="3688460" y="2289717"/>
            <a:chExt cx="3105585" cy="628840"/>
          </a:xfrm>
        </p:grpSpPr>
        <p:sp>
          <p:nvSpPr>
            <p:cNvPr id="152" name="圆角矩形 151"/>
            <p:cNvSpPr/>
            <p:nvPr/>
          </p:nvSpPr>
          <p:spPr>
            <a:xfrm>
              <a:off x="3688460" y="2289717"/>
              <a:ext cx="2947265" cy="61109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76200">
              <a:noFill/>
            </a:ln>
            <a:effectLst>
              <a:outerShdw blurRad="1397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4" name="文本框 82"/>
            <p:cNvSpPr txBox="1">
              <a:spLocks noChangeArrowheads="1"/>
            </p:cNvSpPr>
            <p:nvPr/>
          </p:nvSpPr>
          <p:spPr bwMode="auto">
            <a:xfrm>
              <a:off x="3927971" y="2303095"/>
              <a:ext cx="2866074" cy="615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00" dirty="0">
                  <a:solidFill>
                    <a:srgbClr val="0D0D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更深的联系</a:t>
              </a:r>
              <a:endParaRPr lang="en-US" altLang="zh-CN" sz="34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5" name="组合 86"/>
          <p:cNvGrpSpPr>
            <a:grpSpLocks/>
          </p:cNvGrpSpPr>
          <p:nvPr/>
        </p:nvGrpSpPr>
        <p:grpSpPr bwMode="auto">
          <a:xfrm>
            <a:off x="4808566" y="4460139"/>
            <a:ext cx="2981240" cy="628651"/>
            <a:chOff x="3688460" y="2289717"/>
            <a:chExt cx="2980510" cy="628557"/>
          </a:xfrm>
        </p:grpSpPr>
        <p:sp>
          <p:nvSpPr>
            <p:cNvPr id="156" name="圆角矩形 155"/>
            <p:cNvSpPr/>
            <p:nvPr/>
          </p:nvSpPr>
          <p:spPr>
            <a:xfrm>
              <a:off x="3688460" y="2289717"/>
              <a:ext cx="2947265" cy="61109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76200">
              <a:noFill/>
            </a:ln>
            <a:effectLst>
              <a:outerShdw blurRad="1397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7" name="文本框 82"/>
            <p:cNvSpPr txBox="1">
              <a:spLocks noChangeArrowheads="1"/>
            </p:cNvSpPr>
            <p:nvPr/>
          </p:nvSpPr>
          <p:spPr bwMode="auto">
            <a:xfrm>
              <a:off x="3802896" y="2302812"/>
              <a:ext cx="2866074" cy="615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00" dirty="0" smtClean="0">
                  <a:solidFill>
                    <a:srgbClr val="0D0D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简单的做自己</a:t>
              </a:r>
              <a:endParaRPr lang="en-US" altLang="zh-CN" sz="3400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8" name="文本框 157"/>
          <p:cNvSpPr txBox="1"/>
          <p:nvPr/>
        </p:nvSpPr>
        <p:spPr>
          <a:xfrm>
            <a:off x="1911667" y="5144429"/>
            <a:ext cx="6128179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越是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简单的做自己，越是愿意理解和接收真实的自己和他人，越多的改变就会呈现在眼前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70"/>
          <a:stretch/>
        </p:blipFill>
        <p:spPr>
          <a:xfrm>
            <a:off x="7756553" y="4146305"/>
            <a:ext cx="1857375" cy="20039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18" name="组合 117"/>
          <p:cNvGrpSpPr/>
          <p:nvPr/>
        </p:nvGrpSpPr>
        <p:grpSpPr>
          <a:xfrm>
            <a:off x="9279761" y="521217"/>
            <a:ext cx="2114740" cy="2114740"/>
            <a:chOff x="6125028" y="2365829"/>
            <a:chExt cx="2307772" cy="230777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19" name="流程图: 联系 118"/>
            <p:cNvSpPr/>
            <p:nvPr/>
          </p:nvSpPr>
          <p:spPr>
            <a:xfrm>
              <a:off x="6125028" y="2365829"/>
              <a:ext cx="2307772" cy="2307772"/>
            </a:xfrm>
            <a:prstGeom prst="flowChartConnector">
              <a:avLst/>
            </a:prstGeom>
            <a:solidFill>
              <a:srgbClr val="FDCE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流程图: 联系 119"/>
            <p:cNvSpPr/>
            <p:nvPr/>
          </p:nvSpPr>
          <p:spPr>
            <a:xfrm>
              <a:off x="6284683" y="2525486"/>
              <a:ext cx="1988457" cy="1988458"/>
            </a:xfrm>
            <a:prstGeom prst="flowChartConnector">
              <a:avLst/>
            </a:prstGeom>
            <a:solidFill>
              <a:srgbClr val="FFF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9563782" y="960583"/>
            <a:ext cx="156966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NO.10</a:t>
            </a:r>
          </a:p>
          <a:p>
            <a:pPr algn="ctr"/>
            <a:r>
              <a: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原则</a:t>
            </a:r>
          </a:p>
        </p:txBody>
      </p:sp>
    </p:spTree>
    <p:extLst>
      <p:ext uri="{BB962C8B-B14F-4D97-AF65-F5344CB8AC3E}">
        <p14:creationId xmlns:p14="http://schemas.microsoft.com/office/powerpoint/2010/main" val="38970551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/>
          <p:cNvSpPr/>
          <p:nvPr/>
        </p:nvSpPr>
        <p:spPr>
          <a:xfrm>
            <a:off x="1" y="0"/>
            <a:ext cx="12192000" cy="6858000"/>
          </a:xfrm>
          <a:prstGeom prst="triangle">
            <a:avLst/>
          </a:prstGeom>
          <a:solidFill>
            <a:srgbClr val="944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219199" y="329555"/>
            <a:ext cx="2443298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4</a:t>
            </a:r>
            <a:endParaRPr lang="zh-CN" altLang="en-US" sz="3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307753" y="2740414"/>
            <a:ext cx="6109365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禅师眼</a:t>
            </a:r>
            <a:r>
              <a:rPr lang="zh-CN" altLang="en-US" sz="6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中的团队</a:t>
            </a:r>
            <a:endParaRPr lang="en-US" altLang="zh-CN" sz="6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07030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A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2347834" y="1311266"/>
            <a:ext cx="3356279" cy="3267075"/>
            <a:chOff x="2347834" y="1311266"/>
            <a:chExt cx="3356279" cy="326707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47" name="组合 46"/>
            <p:cNvGrpSpPr/>
            <p:nvPr/>
          </p:nvGrpSpPr>
          <p:grpSpPr>
            <a:xfrm>
              <a:off x="2437038" y="1311266"/>
              <a:ext cx="3267075" cy="3267075"/>
              <a:chOff x="6125028" y="2365829"/>
              <a:chExt cx="2307772" cy="2307772"/>
            </a:xfrm>
            <a:effectLst/>
          </p:grpSpPr>
          <p:sp>
            <p:nvSpPr>
              <p:cNvPr id="48" name="流程图: 联系 47"/>
              <p:cNvSpPr/>
              <p:nvPr/>
            </p:nvSpPr>
            <p:spPr>
              <a:xfrm>
                <a:off x="6125028" y="2365829"/>
                <a:ext cx="2307772" cy="2307772"/>
              </a:xfrm>
              <a:prstGeom prst="flowChartConnector">
                <a:avLst/>
              </a:prstGeom>
              <a:solidFill>
                <a:srgbClr val="652D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流程图: 联系 48"/>
              <p:cNvSpPr/>
              <p:nvPr/>
            </p:nvSpPr>
            <p:spPr>
              <a:xfrm>
                <a:off x="6284685" y="2525486"/>
                <a:ext cx="1988458" cy="1988458"/>
              </a:xfrm>
              <a:prstGeom prst="flowChartConnector">
                <a:avLst/>
              </a:prstGeom>
              <a:solidFill>
                <a:srgbClr val="FFF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" name="等腰三角形 1"/>
            <p:cNvSpPr/>
            <p:nvPr/>
          </p:nvSpPr>
          <p:spPr>
            <a:xfrm rot="13649581">
              <a:off x="2401735" y="3857473"/>
              <a:ext cx="522654" cy="630455"/>
            </a:xfrm>
            <a:prstGeom prst="triangle">
              <a:avLst/>
            </a:prstGeom>
            <a:solidFill>
              <a:srgbClr val="652D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704113" y="3169094"/>
            <a:ext cx="3356156" cy="3267075"/>
            <a:chOff x="5704113" y="3169094"/>
            <a:chExt cx="3356156" cy="326707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6" name="组合 55"/>
            <p:cNvGrpSpPr/>
            <p:nvPr/>
          </p:nvGrpSpPr>
          <p:grpSpPr>
            <a:xfrm>
              <a:off x="5704113" y="3169094"/>
              <a:ext cx="3267075" cy="3267075"/>
              <a:chOff x="6125028" y="2365829"/>
              <a:chExt cx="2307772" cy="2307772"/>
            </a:xfrm>
            <a:effectLst/>
          </p:grpSpPr>
          <p:sp>
            <p:nvSpPr>
              <p:cNvPr id="57" name="流程图: 联系 56"/>
              <p:cNvSpPr/>
              <p:nvPr/>
            </p:nvSpPr>
            <p:spPr>
              <a:xfrm>
                <a:off x="6125028" y="2365829"/>
                <a:ext cx="2307772" cy="2307772"/>
              </a:xfrm>
              <a:prstGeom prst="flowChartConnector">
                <a:avLst/>
              </a:prstGeom>
              <a:solidFill>
                <a:srgbClr val="652D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流程图: 联系 57"/>
              <p:cNvSpPr/>
              <p:nvPr/>
            </p:nvSpPr>
            <p:spPr>
              <a:xfrm>
                <a:off x="6284685" y="2525486"/>
                <a:ext cx="1988458" cy="1988458"/>
              </a:xfrm>
              <a:prstGeom prst="flowChartConnector">
                <a:avLst/>
              </a:prstGeom>
              <a:solidFill>
                <a:srgbClr val="FFF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9" name="等腰三角形 58"/>
            <p:cNvSpPr/>
            <p:nvPr/>
          </p:nvSpPr>
          <p:spPr>
            <a:xfrm rot="2830087">
              <a:off x="8483715" y="3215049"/>
              <a:ext cx="522654" cy="630455"/>
            </a:xfrm>
            <a:prstGeom prst="triangle">
              <a:avLst/>
            </a:prstGeom>
            <a:solidFill>
              <a:srgbClr val="652D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052769" y="4352317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灵魂</a:t>
            </a:r>
            <a:endParaRPr lang="zh-CN" altLang="en-US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8991879" y="2529304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纽带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933044" y="2229334"/>
            <a:ext cx="244169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融入团队</a:t>
            </a:r>
            <a:endParaRPr lang="en-US" altLang="zh-CN" sz="4400" dirty="0" smtClean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r>
              <a:rPr lang="zh-CN" alt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的灵魂中</a:t>
            </a: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845020" y="4079356"/>
            <a:ext cx="300595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建立非同</a:t>
            </a:r>
            <a:endParaRPr lang="en-US" altLang="zh-CN" sz="4400" dirty="0" smtClean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pPr algn="ctr"/>
            <a:r>
              <a:rPr lang="zh-CN" alt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寻常的纽带</a:t>
            </a: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-27025" y="-26798"/>
            <a:ext cx="12221248" cy="855601"/>
            <a:chOff x="-29248" y="-9525"/>
            <a:chExt cx="12221248" cy="855601"/>
          </a:xfrm>
        </p:grpSpPr>
        <p:sp>
          <p:nvSpPr>
            <p:cNvPr id="27" name="矩形 26"/>
            <p:cNvSpPr/>
            <p:nvPr/>
          </p:nvSpPr>
          <p:spPr>
            <a:xfrm>
              <a:off x="0" y="-9525"/>
              <a:ext cx="12192000" cy="828675"/>
            </a:xfrm>
            <a:prstGeom prst="rect">
              <a:avLst/>
            </a:prstGeom>
            <a:solidFill>
              <a:srgbClr val="944AC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28" name="组合 18"/>
            <p:cNvGrpSpPr>
              <a:grpSpLocks/>
            </p:cNvGrpSpPr>
            <p:nvPr/>
          </p:nvGrpSpPr>
          <p:grpSpPr bwMode="auto">
            <a:xfrm>
              <a:off x="0" y="-9525"/>
              <a:ext cx="2117724" cy="855601"/>
              <a:chOff x="915906" y="-1850794"/>
              <a:chExt cx="2117281" cy="854904"/>
            </a:xfrm>
          </p:grpSpPr>
          <p:sp>
            <p:nvSpPr>
              <p:cNvPr id="34" name="五边形 33"/>
              <p:cNvSpPr/>
              <p:nvPr/>
            </p:nvSpPr>
            <p:spPr>
              <a:xfrm>
                <a:off x="922440" y="-1823890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五边形 34"/>
              <p:cNvSpPr/>
              <p:nvPr/>
            </p:nvSpPr>
            <p:spPr>
              <a:xfrm>
                <a:off x="921946" y="-1837342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五边形 35"/>
              <p:cNvSpPr/>
              <p:nvPr/>
            </p:nvSpPr>
            <p:spPr>
              <a:xfrm>
                <a:off x="915906" y="-1850794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文本框 28"/>
            <p:cNvSpPr txBox="1"/>
            <p:nvPr/>
          </p:nvSpPr>
          <p:spPr>
            <a:xfrm>
              <a:off x="-29248" y="75044"/>
              <a:ext cx="1219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禅师眼</a:t>
              </a:r>
              <a:r>
                <a:rPr lang="zh-CN" altLang="en-US" sz="3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中的团队</a:t>
              </a:r>
              <a:endPara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grpSp>
          <p:nvGrpSpPr>
            <p:cNvPr id="30" name="组合 18"/>
            <p:cNvGrpSpPr>
              <a:grpSpLocks/>
            </p:cNvGrpSpPr>
            <p:nvPr/>
          </p:nvGrpSpPr>
          <p:grpSpPr bwMode="auto">
            <a:xfrm rot="10800000">
              <a:off x="10067740" y="3936"/>
              <a:ext cx="2117724" cy="829571"/>
              <a:chOff x="922441" y="-1865140"/>
              <a:chExt cx="2117281" cy="828895"/>
            </a:xfrm>
          </p:grpSpPr>
          <p:sp>
            <p:nvSpPr>
              <p:cNvPr id="31" name="五边形 30"/>
              <p:cNvSpPr/>
              <p:nvPr/>
            </p:nvSpPr>
            <p:spPr>
              <a:xfrm>
                <a:off x="928974" y="-1865140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五边形 31"/>
              <p:cNvSpPr/>
              <p:nvPr/>
            </p:nvSpPr>
            <p:spPr>
              <a:xfrm>
                <a:off x="922441" y="-1864245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五边形 32"/>
              <p:cNvSpPr/>
              <p:nvPr/>
            </p:nvSpPr>
            <p:spPr>
              <a:xfrm>
                <a:off x="922441" y="-1865138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994545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A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圆角矩形 62"/>
          <p:cNvSpPr/>
          <p:nvPr/>
        </p:nvSpPr>
        <p:spPr bwMode="auto">
          <a:xfrm>
            <a:off x="790613" y="820832"/>
            <a:ext cx="10626650" cy="7396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76200">
            <a:noFill/>
          </a:ln>
          <a:effectLst>
            <a:outerShdw blurRad="1397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33292" y="863154"/>
            <a:ext cx="10341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</a:t>
            </a:r>
            <a:r>
              <a:rPr lang="zh-CN" altLang="en-US" sz="3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不断取得成功，关键在于以球队为整体共同成长</a:t>
            </a: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653617" y="2527449"/>
            <a:ext cx="8900642" cy="2358943"/>
            <a:chOff x="1653617" y="2376295"/>
            <a:chExt cx="8900642" cy="2358943"/>
          </a:xfrm>
        </p:grpSpPr>
        <p:grpSp>
          <p:nvGrpSpPr>
            <p:cNvPr id="27" name="组合 26"/>
            <p:cNvGrpSpPr/>
            <p:nvPr/>
          </p:nvGrpSpPr>
          <p:grpSpPr>
            <a:xfrm>
              <a:off x="1653617" y="2376295"/>
              <a:ext cx="8900642" cy="2358943"/>
              <a:chOff x="1716282" y="805517"/>
              <a:chExt cx="6389555" cy="1693428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3046603" y="1377505"/>
                <a:ext cx="4233024" cy="584775"/>
              </a:xfrm>
              <a:prstGeom prst="rect">
                <a:avLst/>
              </a:prstGeom>
              <a:solidFill>
                <a:srgbClr val="FDCE4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DCE49"/>
                  </a:solidFill>
                </a:endParaRPr>
              </a:p>
            </p:txBody>
          </p:sp>
          <p:grpSp>
            <p:nvGrpSpPr>
              <p:cNvPr id="29" name="组合 28"/>
              <p:cNvGrpSpPr/>
              <p:nvPr/>
            </p:nvGrpSpPr>
            <p:grpSpPr>
              <a:xfrm>
                <a:off x="1716282" y="805517"/>
                <a:ext cx="6389555" cy="1693428"/>
                <a:chOff x="1548352" y="801361"/>
                <a:chExt cx="6389555" cy="1693428"/>
              </a:xfrm>
            </p:grpSpPr>
            <p:grpSp>
              <p:nvGrpSpPr>
                <p:cNvPr id="42" name="组合 41"/>
                <p:cNvGrpSpPr/>
                <p:nvPr/>
              </p:nvGrpSpPr>
              <p:grpSpPr>
                <a:xfrm>
                  <a:off x="3918234" y="821506"/>
                  <a:ext cx="1649791" cy="1649791"/>
                  <a:chOff x="6125028" y="2365829"/>
                  <a:chExt cx="2307772" cy="2307772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44" name="流程图: 联系 43"/>
                  <p:cNvSpPr/>
                  <p:nvPr/>
                </p:nvSpPr>
                <p:spPr>
                  <a:xfrm>
                    <a:off x="6125028" y="2365829"/>
                    <a:ext cx="2307772" cy="2307772"/>
                  </a:xfrm>
                  <a:prstGeom prst="flowChartConnector">
                    <a:avLst/>
                  </a:prstGeom>
                  <a:solidFill>
                    <a:srgbClr val="652D8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" name="流程图: 联系 44"/>
                  <p:cNvSpPr/>
                  <p:nvPr/>
                </p:nvSpPr>
                <p:spPr>
                  <a:xfrm>
                    <a:off x="6284685" y="2525486"/>
                    <a:ext cx="1988458" cy="1988458"/>
                  </a:xfrm>
                  <a:prstGeom prst="flowChartConnector">
                    <a:avLst/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32" name="组合 31"/>
                <p:cNvGrpSpPr/>
                <p:nvPr/>
              </p:nvGrpSpPr>
              <p:grpSpPr>
                <a:xfrm>
                  <a:off x="1548352" y="801361"/>
                  <a:ext cx="3819123" cy="1649791"/>
                  <a:chOff x="1828055" y="4753429"/>
                  <a:chExt cx="3819123" cy="1649791"/>
                </a:xfrm>
              </p:grpSpPr>
              <p:grpSp>
                <p:nvGrpSpPr>
                  <p:cNvPr id="38" name="组合 37"/>
                  <p:cNvGrpSpPr/>
                  <p:nvPr/>
                </p:nvGrpSpPr>
                <p:grpSpPr>
                  <a:xfrm>
                    <a:off x="1828055" y="4753429"/>
                    <a:ext cx="1649791" cy="1649791"/>
                    <a:chOff x="5153143" y="2365828"/>
                    <a:chExt cx="2307772" cy="2307772"/>
                  </a:xfrm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40" name="流程图: 联系 39"/>
                    <p:cNvSpPr/>
                    <p:nvPr/>
                  </p:nvSpPr>
                  <p:spPr>
                    <a:xfrm>
                      <a:off x="5153143" y="2365828"/>
                      <a:ext cx="2307772" cy="2307772"/>
                    </a:xfrm>
                    <a:prstGeom prst="flowChartConnector">
                      <a:avLst/>
                    </a:prstGeom>
                    <a:solidFill>
                      <a:srgbClr val="652D8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1" name="流程图: 联系 40"/>
                    <p:cNvSpPr/>
                    <p:nvPr/>
                  </p:nvSpPr>
                  <p:spPr>
                    <a:xfrm>
                      <a:off x="5305833" y="2523389"/>
                      <a:ext cx="1988456" cy="1988458"/>
                    </a:xfrm>
                    <a:prstGeom prst="flowChartConnector">
                      <a:avLst/>
                    </a:prstGeom>
                    <a:solidFill>
                      <a:srgbClr val="FFF2CC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39" name="文本框 38"/>
                  <p:cNvSpPr txBox="1"/>
                  <p:nvPr/>
                </p:nvSpPr>
                <p:spPr>
                  <a:xfrm>
                    <a:off x="2034302" y="5155090"/>
                    <a:ext cx="1237295" cy="9500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4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rPr>
                      <a:t>同一</a:t>
                    </a:r>
                    <a:r>
                      <a:rPr lang="zh-CN" altLang="en-US" sz="40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rPr>
                      <a:t>种</a:t>
                    </a:r>
                    <a:endParaRPr lang="en-US" altLang="zh-CN" sz="4000" dirty="0" smtClean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华康俪金黑W8" panose="020B0809000000000000" pitchFamily="49" charset="-122"/>
                      <a:ea typeface="华康俪金黑W8" panose="020B0809000000000000" pitchFamily="49" charset="-122"/>
                    </a:endParaRPr>
                  </a:p>
                  <a:p>
                    <a:pPr algn="ctr"/>
                    <a:r>
                      <a:rPr lang="zh-CN" altLang="en-US" sz="4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rPr>
                      <a:t>呼吸</a:t>
                    </a:r>
                    <a:endParaRPr lang="en-US" altLang="zh-CN" sz="4000" dirty="0" smtClean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华康俪金黑W8" panose="020B0809000000000000" pitchFamily="49" charset="-122"/>
                      <a:ea typeface="华康俪金黑W8" panose="020B0809000000000000" pitchFamily="49" charset="-122"/>
                    </a:endParaRPr>
                  </a:p>
                </p:txBody>
              </p:sp>
              <p:sp>
                <p:nvSpPr>
                  <p:cNvPr id="54" name="文本框 53"/>
                  <p:cNvSpPr txBox="1"/>
                  <p:nvPr/>
                </p:nvSpPr>
                <p:spPr>
                  <a:xfrm>
                    <a:off x="4409883" y="5162681"/>
                    <a:ext cx="1237295" cy="9500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4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rPr>
                      <a:t>同一</a:t>
                    </a:r>
                    <a:r>
                      <a:rPr lang="zh-CN" altLang="en-US" sz="40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rPr>
                      <a:t>种</a:t>
                    </a:r>
                    <a:endParaRPr lang="en-US" altLang="zh-CN" sz="4000" dirty="0" smtClean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华康俪金黑W8" panose="020B0809000000000000" pitchFamily="49" charset="-122"/>
                      <a:ea typeface="华康俪金黑W8" panose="020B0809000000000000" pitchFamily="49" charset="-122"/>
                    </a:endParaRPr>
                  </a:p>
                  <a:p>
                    <a:pPr algn="ctr"/>
                    <a:r>
                      <a:rPr lang="zh-CN" altLang="en-US" sz="4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rPr>
                      <a:t>思想</a:t>
                    </a:r>
                    <a:endParaRPr lang="en-US" altLang="zh-CN" sz="4000" dirty="0" smtClean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华康俪金黑W8" panose="020B0809000000000000" pitchFamily="49" charset="-122"/>
                      <a:ea typeface="华康俪金黑W8" panose="020B0809000000000000" pitchFamily="49" charset="-122"/>
                    </a:endParaRPr>
                  </a:p>
                </p:txBody>
              </p:sp>
            </p:grpSp>
            <p:grpSp>
              <p:nvGrpSpPr>
                <p:cNvPr id="34" name="组合 33"/>
                <p:cNvGrpSpPr/>
                <p:nvPr/>
              </p:nvGrpSpPr>
              <p:grpSpPr>
                <a:xfrm>
                  <a:off x="6288116" y="844998"/>
                  <a:ext cx="1649791" cy="1649791"/>
                  <a:chOff x="6125028" y="2365829"/>
                  <a:chExt cx="2307772" cy="2307772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36" name="流程图: 联系 35"/>
                  <p:cNvSpPr/>
                  <p:nvPr/>
                </p:nvSpPr>
                <p:spPr>
                  <a:xfrm>
                    <a:off x="6125028" y="2365829"/>
                    <a:ext cx="2307772" cy="2307772"/>
                  </a:xfrm>
                  <a:prstGeom prst="flowChartConnector">
                    <a:avLst/>
                  </a:prstGeom>
                  <a:solidFill>
                    <a:srgbClr val="652D8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7" name="流程图: 联系 36"/>
                  <p:cNvSpPr/>
                  <p:nvPr/>
                </p:nvSpPr>
                <p:spPr>
                  <a:xfrm>
                    <a:off x="6284685" y="2525486"/>
                    <a:ext cx="1988458" cy="1988458"/>
                  </a:xfrm>
                  <a:prstGeom prst="flowChartConnector">
                    <a:avLst/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  <p:sp>
          <p:nvSpPr>
            <p:cNvPr id="4" name="文本框 3"/>
            <p:cNvSpPr txBox="1"/>
            <p:nvPr/>
          </p:nvSpPr>
          <p:spPr>
            <a:xfrm>
              <a:off x="8541574" y="2861566"/>
              <a:ext cx="1723549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同一种</a:t>
              </a:r>
              <a:endParaRPr lang="en-US" altLang="zh-CN" sz="40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  <a:p>
              <a:pPr algn="ctr"/>
              <a:r>
                <a:rPr lang="zh-CN" altLang="en-US" sz="40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精神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-29248" y="6002399"/>
            <a:ext cx="12221248" cy="855601"/>
            <a:chOff x="-29248" y="-9525"/>
            <a:chExt cx="12221248" cy="855601"/>
          </a:xfrm>
        </p:grpSpPr>
        <p:sp>
          <p:nvSpPr>
            <p:cNvPr id="35" name="矩形 34"/>
            <p:cNvSpPr/>
            <p:nvPr/>
          </p:nvSpPr>
          <p:spPr>
            <a:xfrm>
              <a:off x="0" y="-9525"/>
              <a:ext cx="12192000" cy="828675"/>
            </a:xfrm>
            <a:prstGeom prst="rect">
              <a:avLst/>
            </a:prstGeom>
            <a:solidFill>
              <a:srgbClr val="944AC2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43" name="组合 18"/>
            <p:cNvGrpSpPr>
              <a:grpSpLocks/>
            </p:cNvGrpSpPr>
            <p:nvPr/>
          </p:nvGrpSpPr>
          <p:grpSpPr bwMode="auto">
            <a:xfrm>
              <a:off x="0" y="-9525"/>
              <a:ext cx="2117724" cy="855601"/>
              <a:chOff x="915906" y="-1850794"/>
              <a:chExt cx="2117281" cy="854904"/>
            </a:xfrm>
          </p:grpSpPr>
          <p:sp>
            <p:nvSpPr>
              <p:cNvPr id="51" name="五边形 50"/>
              <p:cNvSpPr/>
              <p:nvPr/>
            </p:nvSpPr>
            <p:spPr>
              <a:xfrm>
                <a:off x="922440" y="-1823890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五边形 51"/>
              <p:cNvSpPr/>
              <p:nvPr/>
            </p:nvSpPr>
            <p:spPr>
              <a:xfrm>
                <a:off x="921946" y="-1837342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五边形 52"/>
              <p:cNvSpPr/>
              <p:nvPr/>
            </p:nvSpPr>
            <p:spPr>
              <a:xfrm>
                <a:off x="915906" y="-1850794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文本框 45"/>
            <p:cNvSpPr txBox="1"/>
            <p:nvPr/>
          </p:nvSpPr>
          <p:spPr>
            <a:xfrm>
              <a:off x="-29248" y="75044"/>
              <a:ext cx="1219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最高境界</a:t>
              </a:r>
            </a:p>
          </p:txBody>
        </p:sp>
        <p:grpSp>
          <p:nvGrpSpPr>
            <p:cNvPr id="47" name="组合 18"/>
            <p:cNvGrpSpPr>
              <a:grpSpLocks/>
            </p:cNvGrpSpPr>
            <p:nvPr/>
          </p:nvGrpSpPr>
          <p:grpSpPr bwMode="auto">
            <a:xfrm rot="10800000">
              <a:off x="10067740" y="3936"/>
              <a:ext cx="2117724" cy="829571"/>
              <a:chOff x="922441" y="-1865140"/>
              <a:chExt cx="2117281" cy="828895"/>
            </a:xfrm>
          </p:grpSpPr>
          <p:sp>
            <p:nvSpPr>
              <p:cNvPr id="48" name="五边形 47"/>
              <p:cNvSpPr/>
              <p:nvPr/>
            </p:nvSpPr>
            <p:spPr>
              <a:xfrm>
                <a:off x="928974" y="-1865140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五边形 48"/>
              <p:cNvSpPr/>
              <p:nvPr/>
            </p:nvSpPr>
            <p:spPr>
              <a:xfrm>
                <a:off x="922441" y="-1864245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五边形 49"/>
              <p:cNvSpPr/>
              <p:nvPr/>
            </p:nvSpPr>
            <p:spPr>
              <a:xfrm>
                <a:off x="922441" y="-1865138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31798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 rot="10800000">
            <a:off x="-1" y="0"/>
            <a:ext cx="12191999" cy="6858000"/>
          </a:xfrm>
          <a:prstGeom prst="rtTriangle">
            <a:avLst/>
          </a:prstGeom>
          <a:solidFill>
            <a:srgbClr val="944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19199" y="329555"/>
            <a:ext cx="2443298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5</a:t>
            </a:r>
            <a:endParaRPr lang="zh-CN" altLang="en-US" sz="3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33582" y="1914604"/>
            <a:ext cx="667201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禅师揭秘</a:t>
            </a:r>
            <a:endParaRPr lang="en-US" altLang="zh-CN" sz="6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r>
              <a:rPr lang="zh-CN" altLang="en-US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</a:t>
            </a:r>
            <a:r>
              <a:rPr lang="en-US" altLang="zh-CN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——</a:t>
            </a:r>
            <a:r>
              <a:rPr lang="zh-CN" altLang="en-US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关于乔丹、科比</a:t>
            </a:r>
            <a:endParaRPr lang="en-US" altLang="zh-CN" sz="4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78583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圆角矩形 28"/>
          <p:cNvSpPr/>
          <p:nvPr/>
        </p:nvSpPr>
        <p:spPr bwMode="auto">
          <a:xfrm>
            <a:off x="916272" y="5410513"/>
            <a:ext cx="10192114" cy="913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76200">
            <a:noFill/>
          </a:ln>
          <a:effectLst>
            <a:outerShdw blurRad="1397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圆角矩形 14"/>
          <p:cNvSpPr/>
          <p:nvPr/>
        </p:nvSpPr>
        <p:spPr bwMode="auto">
          <a:xfrm>
            <a:off x="531898" y="1247146"/>
            <a:ext cx="2901785" cy="6799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76200">
            <a:noFill/>
          </a:ln>
          <a:effectLst>
            <a:outerShdw blurRad="1397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0" y="-18290"/>
            <a:ext cx="12192000" cy="843024"/>
            <a:chOff x="0" y="-18290"/>
            <a:chExt cx="12192000" cy="843024"/>
          </a:xfrm>
        </p:grpSpPr>
        <p:sp>
          <p:nvSpPr>
            <p:cNvPr id="3" name="矩形 2"/>
            <p:cNvSpPr/>
            <p:nvPr/>
          </p:nvSpPr>
          <p:spPr>
            <a:xfrm>
              <a:off x="0" y="-9525"/>
              <a:ext cx="12192000" cy="828675"/>
            </a:xfrm>
            <a:prstGeom prst="rect">
              <a:avLst/>
            </a:prstGeom>
            <a:solidFill>
              <a:srgbClr val="FDCE49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4" name="组合 18"/>
            <p:cNvGrpSpPr>
              <a:grpSpLocks/>
            </p:cNvGrpSpPr>
            <p:nvPr/>
          </p:nvGrpSpPr>
          <p:grpSpPr bwMode="auto">
            <a:xfrm>
              <a:off x="0" y="-18290"/>
              <a:ext cx="2142476" cy="843024"/>
              <a:chOff x="-859340" y="-429553"/>
              <a:chExt cx="2142027" cy="842337"/>
            </a:xfrm>
          </p:grpSpPr>
          <p:sp>
            <p:nvSpPr>
              <p:cNvPr id="10" name="五边形 9"/>
              <p:cNvSpPr/>
              <p:nvPr/>
            </p:nvSpPr>
            <p:spPr>
              <a:xfrm>
                <a:off x="-859340" y="-429553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五边形 10"/>
              <p:cNvSpPr/>
              <p:nvPr/>
            </p:nvSpPr>
            <p:spPr>
              <a:xfrm>
                <a:off x="-835248" y="-415216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五边形 11"/>
              <p:cNvSpPr/>
              <p:nvPr/>
            </p:nvSpPr>
            <p:spPr>
              <a:xfrm>
                <a:off x="-834594" y="-429553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0" y="38176"/>
              <a:ext cx="1219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科比与奥尼尔为何矛盾？</a:t>
              </a:r>
              <a:endPara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grpSp>
          <p:nvGrpSpPr>
            <p:cNvPr id="6" name="组合 18"/>
            <p:cNvGrpSpPr>
              <a:grpSpLocks/>
            </p:cNvGrpSpPr>
            <p:nvPr/>
          </p:nvGrpSpPr>
          <p:grpSpPr bwMode="auto">
            <a:xfrm rot="10800000">
              <a:off x="10049524" y="-18290"/>
              <a:ext cx="2142476" cy="843024"/>
              <a:chOff x="-859340" y="-429553"/>
              <a:chExt cx="2142027" cy="842337"/>
            </a:xfrm>
          </p:grpSpPr>
          <p:sp>
            <p:nvSpPr>
              <p:cNvPr id="7" name="五边形 6"/>
              <p:cNvSpPr/>
              <p:nvPr/>
            </p:nvSpPr>
            <p:spPr>
              <a:xfrm>
                <a:off x="-859340" y="-429553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五边形 7"/>
              <p:cNvSpPr/>
              <p:nvPr/>
            </p:nvSpPr>
            <p:spPr>
              <a:xfrm>
                <a:off x="-835248" y="-415216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五边形 8"/>
              <p:cNvSpPr/>
              <p:nvPr/>
            </p:nvSpPr>
            <p:spPr>
              <a:xfrm>
                <a:off x="-834594" y="-429553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sp>
        <p:nvSpPr>
          <p:cNvPr id="13" name="文本框 12"/>
          <p:cNvSpPr txBox="1"/>
          <p:nvPr/>
        </p:nvSpPr>
        <p:spPr>
          <a:xfrm>
            <a:off x="767740" y="1219200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原因有三：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2785477" y="2989943"/>
            <a:ext cx="8322909" cy="0"/>
          </a:xfrm>
          <a:prstGeom prst="line">
            <a:avLst/>
          </a:prstGeom>
          <a:ln w="254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2988045" y="2349498"/>
            <a:ext cx="33105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、成长背景不同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2785477" y="3997130"/>
            <a:ext cx="8322909" cy="0"/>
          </a:xfrm>
          <a:prstGeom prst="line">
            <a:avLst/>
          </a:prstGeom>
          <a:ln w="254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2988045" y="3356685"/>
            <a:ext cx="33105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、性格完全不同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2785477" y="4927705"/>
            <a:ext cx="8322909" cy="0"/>
          </a:xfrm>
          <a:prstGeom prst="line">
            <a:avLst/>
          </a:prstGeom>
          <a:ln w="254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2988045" y="4308162"/>
            <a:ext cx="83054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、科比讨厌奥尼尔试图把自己变成他的“小兄弟”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30538" y="5504337"/>
            <a:ext cx="99309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其实就是，一个</a:t>
            </a:r>
            <a:r>
              <a:rPr lang="zh-CN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想</a:t>
            </a:r>
            <a:r>
              <a:rPr lang="zh-CN" altLang="en-US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当老大，一个需要当老大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62163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3007488"/>
            <a:ext cx="12192000" cy="843024"/>
            <a:chOff x="0" y="-18290"/>
            <a:chExt cx="12192000" cy="843024"/>
          </a:xfrm>
        </p:grpSpPr>
        <p:grpSp>
          <p:nvGrpSpPr>
            <p:cNvPr id="4" name="组合 18"/>
            <p:cNvGrpSpPr>
              <a:grpSpLocks/>
            </p:cNvGrpSpPr>
            <p:nvPr/>
          </p:nvGrpSpPr>
          <p:grpSpPr bwMode="auto">
            <a:xfrm>
              <a:off x="0" y="-18290"/>
              <a:ext cx="2142476" cy="843024"/>
              <a:chOff x="-859340" y="-429553"/>
              <a:chExt cx="2142027" cy="842337"/>
            </a:xfrm>
          </p:grpSpPr>
          <p:sp>
            <p:nvSpPr>
              <p:cNvPr id="10" name="五边形 9"/>
              <p:cNvSpPr/>
              <p:nvPr/>
            </p:nvSpPr>
            <p:spPr>
              <a:xfrm>
                <a:off x="-859340" y="-429553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五边形 10"/>
              <p:cNvSpPr/>
              <p:nvPr/>
            </p:nvSpPr>
            <p:spPr>
              <a:xfrm>
                <a:off x="-835248" y="-415216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五边形 11"/>
              <p:cNvSpPr/>
              <p:nvPr/>
            </p:nvSpPr>
            <p:spPr>
              <a:xfrm>
                <a:off x="-834594" y="-429553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6" name="组合 18"/>
            <p:cNvGrpSpPr>
              <a:grpSpLocks/>
            </p:cNvGrpSpPr>
            <p:nvPr/>
          </p:nvGrpSpPr>
          <p:grpSpPr bwMode="auto">
            <a:xfrm rot="10800000">
              <a:off x="10049524" y="-18290"/>
              <a:ext cx="2142476" cy="843024"/>
              <a:chOff x="-859340" y="-429553"/>
              <a:chExt cx="2142027" cy="842337"/>
            </a:xfrm>
          </p:grpSpPr>
          <p:sp>
            <p:nvSpPr>
              <p:cNvPr id="7" name="五边形 6"/>
              <p:cNvSpPr/>
              <p:nvPr/>
            </p:nvSpPr>
            <p:spPr>
              <a:xfrm>
                <a:off x="-859340" y="-429553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五边形 7"/>
              <p:cNvSpPr/>
              <p:nvPr/>
            </p:nvSpPr>
            <p:spPr>
              <a:xfrm>
                <a:off x="-835248" y="-415216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五边形 8"/>
              <p:cNvSpPr/>
              <p:nvPr/>
            </p:nvSpPr>
            <p:spPr>
              <a:xfrm>
                <a:off x="-834594" y="-429553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F3B403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sp>
        <p:nvSpPr>
          <p:cNvPr id="14" name="文本框 13"/>
          <p:cNvSpPr txBox="1"/>
          <p:nvPr/>
        </p:nvSpPr>
        <p:spPr>
          <a:xfrm>
            <a:off x="2068695" y="1686927"/>
            <a:ext cx="849463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禅师看来</a:t>
            </a:r>
            <a:endParaRPr lang="en-US" altLang="zh-CN" sz="7200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pPr algn="ctr"/>
            <a:r>
              <a:rPr lang="zh-CN" altLang="en-US" sz="72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乔丹和科比谁更强？</a:t>
            </a:r>
            <a:endParaRPr lang="zh-CN" altLang="en-US" sz="72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634335" y="4542971"/>
            <a:ext cx="923330" cy="167129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4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&gt; &gt; &gt;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47354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944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294338" y="2767280"/>
            <a:ext cx="16033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 smtClean="0">
                <a:solidFill>
                  <a:srgbClr val="944AC2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VS</a:t>
            </a:r>
            <a:endParaRPr lang="zh-CN" altLang="en-US" sz="8000" dirty="0">
              <a:solidFill>
                <a:srgbClr val="944AC2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43726"/>
          <a:stretch/>
        </p:blipFill>
        <p:spPr>
          <a:xfrm>
            <a:off x="4779150" y="3425371"/>
            <a:ext cx="2633700" cy="120419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97"/>
          <a:stretch/>
        </p:blipFill>
        <p:spPr>
          <a:xfrm>
            <a:off x="9688430" y="4075716"/>
            <a:ext cx="2375709" cy="223799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1" name="组合 10"/>
          <p:cNvGrpSpPr/>
          <p:nvPr/>
        </p:nvGrpSpPr>
        <p:grpSpPr>
          <a:xfrm>
            <a:off x="279707" y="439165"/>
            <a:ext cx="2118862" cy="2642812"/>
            <a:chOff x="279707" y="439165"/>
            <a:chExt cx="2118862" cy="2642812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21"/>
            <a:stretch/>
          </p:blipFill>
          <p:spPr>
            <a:xfrm flipH="1">
              <a:off x="279707" y="439165"/>
              <a:ext cx="2118862" cy="2642812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" name="矩形 9"/>
            <p:cNvSpPr/>
            <p:nvPr/>
          </p:nvSpPr>
          <p:spPr>
            <a:xfrm>
              <a:off x="1465943" y="2423886"/>
              <a:ext cx="595086" cy="658091"/>
            </a:xfrm>
            <a:prstGeom prst="rect">
              <a:avLst/>
            </a:prstGeom>
            <a:solidFill>
              <a:srgbClr val="FDCE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圆角矩形 11"/>
          <p:cNvSpPr/>
          <p:nvPr/>
        </p:nvSpPr>
        <p:spPr>
          <a:xfrm>
            <a:off x="2693834" y="455038"/>
            <a:ext cx="6929137" cy="604837"/>
          </a:xfrm>
          <a:prstGeom prst="roundRect">
            <a:avLst>
              <a:gd name="adj" fmla="val 50000"/>
            </a:avLst>
          </a:prstGeom>
          <a:solidFill>
            <a:srgbClr val="FDDB7B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更为高超的领导能力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2693833" y="1238394"/>
            <a:ext cx="6929138" cy="604837"/>
          </a:xfrm>
          <a:prstGeom prst="roundRect">
            <a:avLst>
              <a:gd name="adj" fmla="val 50000"/>
            </a:avLst>
          </a:prstGeom>
          <a:solidFill>
            <a:srgbClr val="FDDB7B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通过存在感强调球队的内部气氛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2693833" y="2108858"/>
            <a:ext cx="6929139" cy="604837"/>
          </a:xfrm>
          <a:prstGeom prst="roundRect">
            <a:avLst>
              <a:gd name="adj" fmla="val 50000"/>
            </a:avLst>
          </a:prstGeom>
          <a:solidFill>
            <a:srgbClr val="FDDB7B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更强悍、恐怖的防守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球员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631432" y="4135323"/>
            <a:ext cx="6929137" cy="604837"/>
          </a:xfrm>
          <a:prstGeom prst="roundRect">
            <a:avLst>
              <a:gd name="adj" fmla="val 50000"/>
            </a:avLst>
          </a:prstGeom>
          <a:solidFill>
            <a:srgbClr val="B17CD2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800" dirty="0" smtClean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能够为了得到而放弃其他</a:t>
            </a:r>
            <a:endParaRPr lang="zh-CN" altLang="en-US" sz="2800" dirty="0">
              <a:solidFill>
                <a:schemeClr val="bg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2631432" y="4950776"/>
            <a:ext cx="6929137" cy="604837"/>
          </a:xfrm>
          <a:prstGeom prst="roundRect">
            <a:avLst>
              <a:gd name="adj" fmla="val 50000"/>
            </a:avLst>
          </a:prstGeom>
          <a:solidFill>
            <a:srgbClr val="B17CD2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喜欢以身作则、更为包容性的领导方式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2631431" y="5783563"/>
            <a:ext cx="6929137" cy="604837"/>
          </a:xfrm>
          <a:prstGeom prst="roundRect">
            <a:avLst>
              <a:gd name="adj" fmla="val 50000"/>
            </a:avLst>
          </a:prstGeom>
          <a:solidFill>
            <a:srgbClr val="B17CD2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依赖灵活性和技术的防守</a:t>
            </a:r>
          </a:p>
        </p:txBody>
      </p:sp>
    </p:spTree>
    <p:extLst>
      <p:ext uri="{BB962C8B-B14F-4D97-AF65-F5344CB8AC3E}">
        <p14:creationId xmlns:p14="http://schemas.microsoft.com/office/powerpoint/2010/main" val="12185825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A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3403" y="3049494"/>
            <a:ext cx="12195404" cy="1754326"/>
            <a:chOff x="-3403" y="2736502"/>
            <a:chExt cx="12195404" cy="1754326"/>
          </a:xfrm>
        </p:grpSpPr>
        <p:grpSp>
          <p:nvGrpSpPr>
            <p:cNvPr id="74" name="组合 18"/>
            <p:cNvGrpSpPr>
              <a:grpSpLocks/>
            </p:cNvGrpSpPr>
            <p:nvPr/>
          </p:nvGrpSpPr>
          <p:grpSpPr bwMode="auto">
            <a:xfrm>
              <a:off x="-3403" y="3012790"/>
              <a:ext cx="12195404" cy="830548"/>
              <a:chOff x="-386592" y="-1520927"/>
              <a:chExt cx="12192853" cy="829871"/>
            </a:xfrm>
          </p:grpSpPr>
          <p:sp>
            <p:nvSpPr>
              <p:cNvPr id="75" name="五边形 74"/>
              <p:cNvSpPr/>
              <p:nvPr/>
            </p:nvSpPr>
            <p:spPr>
              <a:xfrm>
                <a:off x="-383190" y="-1519056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4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五边形 75"/>
              <p:cNvSpPr/>
              <p:nvPr/>
            </p:nvSpPr>
            <p:spPr>
              <a:xfrm>
                <a:off x="-386592" y="-1519061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4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五边形 76"/>
              <p:cNvSpPr/>
              <p:nvPr/>
            </p:nvSpPr>
            <p:spPr>
              <a:xfrm>
                <a:off x="-386592" y="-1520927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4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" name="五边形 15"/>
              <p:cNvSpPr/>
              <p:nvPr/>
            </p:nvSpPr>
            <p:spPr>
              <a:xfrm rot="10800000">
                <a:off x="9688979" y="-1519057"/>
                <a:ext cx="2117281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4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7" name="五边形 16"/>
              <p:cNvSpPr/>
              <p:nvPr/>
            </p:nvSpPr>
            <p:spPr>
              <a:xfrm rot="10800000">
                <a:off x="10022284" y="-1519058"/>
                <a:ext cx="1783976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4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五边形 17"/>
              <p:cNvSpPr/>
              <p:nvPr/>
            </p:nvSpPr>
            <p:spPr>
              <a:xfrm rot="10800000">
                <a:off x="10438123" y="-1519060"/>
                <a:ext cx="1368138" cy="828000"/>
              </a:xfrm>
              <a:prstGeom prst="homePlate">
                <a:avLst>
                  <a:gd name="adj" fmla="val 28291"/>
                </a:avLst>
              </a:prstGeom>
              <a:solidFill>
                <a:srgbClr val="652D86">
                  <a:alpha val="474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" name="文本框 1"/>
            <p:cNvSpPr txBox="1"/>
            <p:nvPr/>
          </p:nvSpPr>
          <p:spPr>
            <a:xfrm>
              <a:off x="4136571" y="3428999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920498" y="2736502"/>
              <a:ext cx="835100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不知道你现在是否对团队有了不同的理解</a:t>
              </a:r>
              <a:endParaRPr lang="zh-CN" altLang="en-US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6" b="7826"/>
          <a:stretch/>
        </p:blipFill>
        <p:spPr>
          <a:xfrm>
            <a:off x="4615466" y="449182"/>
            <a:ext cx="2545188" cy="22918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文本框 5"/>
          <p:cNvSpPr txBox="1"/>
          <p:nvPr/>
        </p:nvSpPr>
        <p:spPr>
          <a:xfrm>
            <a:off x="5266285" y="4713668"/>
            <a:ext cx="165942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5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但</a:t>
            </a:r>
            <a:endParaRPr lang="zh-CN" altLang="en-US" sz="115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52760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204685" y="0"/>
            <a:ext cx="9782628" cy="6858000"/>
            <a:chOff x="1204685" y="0"/>
            <a:chExt cx="9782628" cy="6858000"/>
          </a:xfrm>
          <a:solidFill>
            <a:srgbClr val="944AC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" name="矩形 1"/>
            <p:cNvSpPr/>
            <p:nvPr/>
          </p:nvSpPr>
          <p:spPr>
            <a:xfrm>
              <a:off x="3035300" y="0"/>
              <a:ext cx="61214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直角三角形 2"/>
            <p:cNvSpPr/>
            <p:nvPr/>
          </p:nvSpPr>
          <p:spPr>
            <a:xfrm rot="10800000">
              <a:off x="1204685" y="0"/>
              <a:ext cx="1830612" cy="68580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rot="10800000" flipH="1">
              <a:off x="9156700" y="0"/>
              <a:ext cx="1830613" cy="68580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310622" y="700944"/>
            <a:ext cx="5570756" cy="5456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希望</a:t>
            </a:r>
            <a:endParaRPr lang="en-US" altLang="zh-CN" sz="6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禅师</a:t>
            </a:r>
            <a:r>
              <a:rPr lang="zh-CN" alt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的</a:t>
            </a:r>
            <a:r>
              <a:rPr lang="zh-CN" altLang="en-US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菲式法则</a:t>
            </a:r>
            <a:endParaRPr lang="en-US" altLang="zh-CN" sz="6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会对</a:t>
            </a:r>
            <a:r>
              <a:rPr lang="zh-CN" altLang="en-US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你有所启发</a:t>
            </a:r>
            <a:endParaRPr lang="en-US" altLang="zh-CN" sz="6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  <a:ea typeface="华康俪金黑W8" panose="020B0809000000000000" pitchFamily="49" charset="-122"/>
              </a:rPr>
              <a:t>THANKS</a:t>
            </a:r>
            <a:r>
              <a:rPr lang="en-US" altLang="zh-CN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5256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C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040742" y="1"/>
            <a:ext cx="6110516" cy="4180114"/>
            <a:chOff x="3040742" y="1"/>
            <a:chExt cx="6110516" cy="4180114"/>
          </a:xfrm>
          <a:solidFill>
            <a:srgbClr val="944AC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" name="矩形 1"/>
            <p:cNvSpPr/>
            <p:nvPr/>
          </p:nvSpPr>
          <p:spPr>
            <a:xfrm>
              <a:off x="3040743" y="1"/>
              <a:ext cx="6110515" cy="214811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等腰三角形 2"/>
            <p:cNvSpPr/>
            <p:nvPr/>
          </p:nvSpPr>
          <p:spPr>
            <a:xfrm flipV="1">
              <a:off x="3040742" y="2148115"/>
              <a:ext cx="6110515" cy="2032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任意多边形 4"/>
          <p:cNvSpPr/>
          <p:nvPr/>
        </p:nvSpPr>
        <p:spPr>
          <a:xfrm>
            <a:off x="6081486" y="0"/>
            <a:ext cx="6125028" cy="6858000"/>
          </a:xfrm>
          <a:custGeom>
            <a:avLst/>
            <a:gdLst>
              <a:gd name="connsiteX0" fmla="*/ 3062514 w 6125028"/>
              <a:gd name="connsiteY0" fmla="*/ 0 h 6894286"/>
              <a:gd name="connsiteX1" fmla="*/ 3062514 w 6125028"/>
              <a:gd name="connsiteY1" fmla="*/ 2177143 h 6894286"/>
              <a:gd name="connsiteX2" fmla="*/ 0 w 6125028"/>
              <a:gd name="connsiteY2" fmla="*/ 4209143 h 6894286"/>
              <a:gd name="connsiteX3" fmla="*/ 0 w 6125028"/>
              <a:gd name="connsiteY3" fmla="*/ 6879772 h 6894286"/>
              <a:gd name="connsiteX4" fmla="*/ 6125028 w 6125028"/>
              <a:gd name="connsiteY4" fmla="*/ 6894286 h 6894286"/>
              <a:gd name="connsiteX5" fmla="*/ 6096000 w 6125028"/>
              <a:gd name="connsiteY5" fmla="*/ 29029 h 6894286"/>
              <a:gd name="connsiteX6" fmla="*/ 3062514 w 6125028"/>
              <a:gd name="connsiteY6" fmla="*/ 0 h 6894286"/>
              <a:gd name="connsiteX0" fmla="*/ 3062514 w 6125028"/>
              <a:gd name="connsiteY0" fmla="*/ 0 h 6894286"/>
              <a:gd name="connsiteX1" fmla="*/ 3062514 w 6125028"/>
              <a:gd name="connsiteY1" fmla="*/ 2177143 h 6894286"/>
              <a:gd name="connsiteX2" fmla="*/ 0 w 6125028"/>
              <a:gd name="connsiteY2" fmla="*/ 4209143 h 6894286"/>
              <a:gd name="connsiteX3" fmla="*/ 0 w 6125028"/>
              <a:gd name="connsiteY3" fmla="*/ 6879772 h 6894286"/>
              <a:gd name="connsiteX4" fmla="*/ 6125028 w 6125028"/>
              <a:gd name="connsiteY4" fmla="*/ 6894286 h 6894286"/>
              <a:gd name="connsiteX5" fmla="*/ 6096000 w 6125028"/>
              <a:gd name="connsiteY5" fmla="*/ 14438 h 6894286"/>
              <a:gd name="connsiteX6" fmla="*/ 3062514 w 6125028"/>
              <a:gd name="connsiteY6" fmla="*/ 0 h 689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5028" h="6894286">
                <a:moveTo>
                  <a:pt x="3062514" y="0"/>
                </a:moveTo>
                <a:lnTo>
                  <a:pt x="3062514" y="2177143"/>
                </a:lnTo>
                <a:lnTo>
                  <a:pt x="0" y="4209143"/>
                </a:lnTo>
                <a:lnTo>
                  <a:pt x="0" y="6879772"/>
                </a:lnTo>
                <a:lnTo>
                  <a:pt x="6125028" y="6894286"/>
                </a:lnTo>
                <a:lnTo>
                  <a:pt x="6096000" y="14438"/>
                </a:lnTo>
                <a:lnTo>
                  <a:pt x="3062514" y="0"/>
                </a:lnTo>
                <a:close/>
              </a:path>
            </a:pathLst>
          </a:custGeom>
          <a:solidFill>
            <a:srgbClr val="FCC4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70486" y="1237115"/>
            <a:ext cx="1821997" cy="1821997"/>
          </a:xfrm>
          <a:prstGeom prst="flowChartConnector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8" name="直接连接符 7"/>
          <p:cNvCxnSpPr/>
          <p:nvPr/>
        </p:nvCxnSpPr>
        <p:spPr>
          <a:xfrm>
            <a:off x="6081486" y="4949201"/>
            <a:ext cx="0" cy="943428"/>
          </a:xfrm>
          <a:prstGeom prst="line">
            <a:avLst/>
          </a:prstGeom>
          <a:ln w="254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790023" y="4876966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华康俪金黑W8" panose="020B0809000000000000" pitchFamily="49" charset="-122"/>
                <a:ea typeface="华康俪金黑W8" panose="020B0809000000000000" pitchFamily="49" charset="-122"/>
              </a:rPr>
              <a:t>读书笔记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095999" y="4983984"/>
            <a:ext cx="37737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944AC2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dirty="0" smtClean="0">
                <a:solidFill>
                  <a:srgbClr val="944AC2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制作：</a:t>
            </a:r>
            <a:r>
              <a:rPr lang="en-US" altLang="zh-CN" sz="2800" dirty="0" smtClean="0">
                <a:solidFill>
                  <a:srgbClr val="944AC2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800" dirty="0" smtClean="0">
                <a:solidFill>
                  <a:srgbClr val="944AC2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初梦想</a:t>
            </a:r>
            <a:r>
              <a:rPr lang="en-US" altLang="zh-CN" sz="2800" dirty="0" smtClean="0">
                <a:solidFill>
                  <a:srgbClr val="944AC2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</a:p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dirty="0" smtClean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指导：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800" dirty="0" smtClean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秋叶</a:t>
            </a:r>
            <a:endParaRPr lang="en-US" altLang="zh-CN" sz="2800" dirty="0" smtClean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42899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736" y="838043"/>
            <a:ext cx="8228528" cy="424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034631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1662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095280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8365" y="4061256"/>
            <a:ext cx="8228528" cy="196694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620"/>
              </a:spcBef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62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72768" y="4401009"/>
            <a:ext cx="7646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78365" y="2165390"/>
            <a:ext cx="1749616" cy="120708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24488" y="2165393"/>
            <a:ext cx="1749616" cy="1207082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7100" y="2165390"/>
            <a:ext cx="1749616" cy="120708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0078" y="2165390"/>
            <a:ext cx="1749616" cy="120708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47435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85318" y="4012191"/>
            <a:ext cx="8251029" cy="1446421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347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82782">
                <a:defRPr/>
              </a:pPr>
              <a:r>
                <a:rPr lang="en-US" altLang="zh-CN" sz="126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260" kern="0" dirty="0">
                  <a:solidFill>
                    <a:prstClr val="black"/>
                  </a:solidFill>
                </a:rPr>
              </a:br>
              <a:endParaRPr lang="en-US" altLang="zh-CN" sz="126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1715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6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7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39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519839" cy="916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16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0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216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090590" cy="3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35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212347" y="1161046"/>
            <a:ext cx="5767312" cy="261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700"/>
              </a:spcBef>
            </a:pPr>
            <a:r>
              <a:rPr lang="zh-CN" altLang="en-US" sz="39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96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074</a:t>
            </a:r>
            <a:r>
              <a:rPr lang="zh-CN" altLang="en-US" sz="396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96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700"/>
              </a:spcBef>
            </a:pP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52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40149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1498</TotalTime>
  <Words>1267</Words>
  <Application>Microsoft Office PowerPoint</Application>
  <PresentationFormat>宽屏</PresentationFormat>
  <Paragraphs>225</Paragraphs>
  <Slides>35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52" baseType="lpstr">
      <vt:lpstr>方正大黑简体</vt:lpstr>
      <vt:lpstr>方正正黑简体</vt:lpstr>
      <vt:lpstr>方正正中黑简体</vt:lpstr>
      <vt:lpstr>汉仪菱心体简</vt:lpstr>
      <vt:lpstr>华康俪金黑W8</vt:lpstr>
      <vt:lpstr>宋体</vt:lpstr>
      <vt:lpstr>微软雅黑</vt:lpstr>
      <vt:lpstr>造字工房悦圆演示版常规体</vt:lpstr>
      <vt:lpstr>Arial</vt:lpstr>
      <vt:lpstr>Bodoni MT Black</vt:lpstr>
      <vt:lpstr>Broadway</vt:lpstr>
      <vt:lpstr>Calibri</vt:lpstr>
      <vt:lpstr>Calibri Light</vt:lpstr>
      <vt:lpstr>Times New Roman</vt:lpstr>
      <vt:lpstr>Wingdings</vt:lpstr>
      <vt:lpstr>默认设计模板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dellpc</dc:creator>
  <cp:lastModifiedBy>小巴</cp:lastModifiedBy>
  <cp:revision>128</cp:revision>
  <dcterms:created xsi:type="dcterms:W3CDTF">2014-03-24T07:37:09Z</dcterms:created>
  <dcterms:modified xsi:type="dcterms:W3CDTF">2014-04-08T05:54:21Z</dcterms:modified>
</cp:coreProperties>
</file>