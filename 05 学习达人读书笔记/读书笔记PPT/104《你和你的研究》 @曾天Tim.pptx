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84" r:id="rId1"/>
  </p:sldMasterIdLst>
  <p:notesMasterIdLst>
    <p:notesMasterId r:id="rId18"/>
  </p:notesMasterIdLst>
  <p:sldIdLst>
    <p:sldId id="258" r:id="rId2"/>
    <p:sldId id="265" r:id="rId3"/>
    <p:sldId id="260" r:id="rId4"/>
    <p:sldId id="306" r:id="rId5"/>
    <p:sldId id="307" r:id="rId6"/>
    <p:sldId id="308" r:id="rId7"/>
    <p:sldId id="309" r:id="rId8"/>
    <p:sldId id="310" r:id="rId9"/>
    <p:sldId id="311" r:id="rId10"/>
    <p:sldId id="312" r:id="rId11"/>
    <p:sldId id="313" r:id="rId12"/>
    <p:sldId id="285" r:id="rId13"/>
    <p:sldId id="264" r:id="rId14"/>
    <p:sldId id="314" r:id="rId15"/>
    <p:sldId id="315" r:id="rId16"/>
    <p:sldId id="316" r:id="rId17"/>
  </p:sldIdLst>
  <p:sldSz cx="12192000" cy="6858000"/>
  <p:notesSz cx="6858000" cy="9144000"/>
  <p:embeddedFontLst>
    <p:embeddedFont>
      <p:font typeface="方正康体简体" panose="02010600030101010101" charset="-122"/>
      <p:regular r:id="rId19"/>
    </p:embeddedFont>
    <p:embeddedFont>
      <p:font typeface="方正清刻本悦宋简体" panose="02000000000000000000" pitchFamily="2" charset="-122"/>
      <p:regular r:id="rId20"/>
    </p:embeddedFont>
    <p:embeddedFont>
      <p:font typeface="方正正大黑简体" panose="02000000000000000000" pitchFamily="2" charset="-122"/>
      <p:regular r:id="rId21"/>
    </p:embeddedFont>
    <p:embeddedFont>
      <p:font typeface="Calibri Light" panose="020F0302020204030204" pitchFamily="34" charset="0"/>
      <p:regular r:id="rId22"/>
      <p:italic r:id="rId23"/>
    </p:embeddedFont>
    <p:embeddedFont>
      <p:font typeface="方正大标宋简体" panose="02010600030101010101" charset="-122"/>
      <p:regular r:id="rId24"/>
    </p:embeddedFont>
    <p:embeddedFont>
      <p:font typeface="方正粗宋简体" panose="03000509000000000000" pitchFamily="65" charset="-122"/>
      <p:regular r:id="rId25"/>
    </p:embeddedFont>
    <p:embeddedFont>
      <p:font typeface="方正宋刻本秀楷简体" panose="02000000000000000000" pitchFamily="2" charset="-122"/>
      <p:regular r:id="rId26"/>
    </p:embeddedFont>
    <p:embeddedFont>
      <p:font typeface="Calibri" panose="020F0502020204030204" pitchFamily="34" charset="0"/>
      <p:regular r:id="rId27"/>
      <p:bold r:id="rId28"/>
      <p:italic r:id="rId29"/>
      <p:boldItalic r:id="rId30"/>
    </p:embeddedFont>
    <p:embeddedFont>
      <p:font typeface="方正正黑简体" panose="02000000000000000000" pitchFamily="2" charset="-122"/>
      <p:regular r:id="rId31"/>
    </p:embeddedFont>
    <p:embeddedFont>
      <p:font typeface="方正正中黑简体" panose="02000000000000000000" pitchFamily="2" charset="-122"/>
      <p:regular r:id="rId32"/>
    </p:embeddedFont>
    <p:embeddedFont>
      <p:font typeface="微软雅黑" panose="020B0503020204020204" pitchFamily="34" charset="-122"/>
      <p:regular r:id="rId33"/>
      <p:bold r:id="rId34"/>
    </p:embeddedFont>
    <p:embeddedFont>
      <p:font typeface="华文中宋" panose="02010600040101010101" pitchFamily="2" charset="-122"/>
      <p:regular r:id="rId35"/>
    </p:embeddedFont>
    <p:embeddedFont>
      <p:font typeface="华康俪金黑W8(P)" panose="020B0800000000000000" pitchFamily="34" charset="-122"/>
      <p:regular r:id="rId36"/>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74D1D"/>
    <a:srgbClr val="C2553E"/>
    <a:srgbClr val="AB6225"/>
    <a:srgbClr val="A48A68"/>
    <a:srgbClr val="070916"/>
    <a:srgbClr val="66553E"/>
    <a:srgbClr val="8D7555"/>
    <a:srgbClr val="975621"/>
    <a:srgbClr val="BDAA91"/>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44" autoAdjust="0"/>
    <p:restoredTop sz="84370" autoAdjust="0"/>
  </p:normalViewPr>
  <p:slideViewPr>
    <p:cSldViewPr showGuides="1">
      <p:cViewPr varScale="1">
        <p:scale>
          <a:sx n="62" d="100"/>
          <a:sy n="62" d="100"/>
        </p:scale>
        <p:origin x="996" y="78"/>
      </p:cViewPr>
      <p:guideLst>
        <p:guide orient="horz" pos="2160"/>
        <p:guide pos="3840"/>
      </p:guideLst>
    </p:cSldViewPr>
  </p:slideViewPr>
  <p:notesTextViewPr>
    <p:cViewPr>
      <p:scale>
        <a:sx n="1" d="1"/>
        <a:sy n="1" d="1"/>
      </p:scale>
      <p:origin x="0" y="0"/>
    </p:cViewPr>
  </p:notesTextViewPr>
  <p:sorterViewPr>
    <p:cViewPr>
      <p:scale>
        <a:sx n="100" d="100"/>
        <a:sy n="100" d="100"/>
      </p:scale>
      <p:origin x="0" y="-514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CCB20F-494A-4B39-915A-DD2F6BFA089A}" type="datetimeFigureOut">
              <a:rPr lang="zh-CN" altLang="en-US" smtClean="0"/>
              <a:t>2014/5/12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63C31-A661-4FBA-A1D9-222C3BEB3F5D}" type="slidenum">
              <a:rPr lang="zh-CN" altLang="en-US" smtClean="0"/>
              <a:t>‹#›</a:t>
            </a:fld>
            <a:endParaRPr lang="zh-CN" altLang="en-US"/>
          </a:p>
        </p:txBody>
      </p:sp>
    </p:spTree>
    <p:extLst>
      <p:ext uri="{BB962C8B-B14F-4D97-AF65-F5344CB8AC3E}">
        <p14:creationId xmlns:p14="http://schemas.microsoft.com/office/powerpoint/2010/main" val="31269059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smtClean="0"/>
              <a:t>图灵奖是计算机领域最负盛名，最崇高的奖项。</a:t>
            </a:r>
            <a:endParaRPr lang="zh-CN" altLang="en-US" dirty="0"/>
          </a:p>
        </p:txBody>
      </p:sp>
      <p:sp>
        <p:nvSpPr>
          <p:cNvPr id="4" name="灯片编号占位符 3"/>
          <p:cNvSpPr>
            <a:spLocks noGrp="1"/>
          </p:cNvSpPr>
          <p:nvPr>
            <p:ph type="sldNum" sz="quarter" idx="10"/>
          </p:nvPr>
        </p:nvSpPr>
        <p:spPr/>
        <p:txBody>
          <a:bodyPr/>
          <a:lstStyle/>
          <a:p>
            <a:fld id="{19763C31-A661-4FBA-A1D9-222C3BEB3F5D}" type="slidenum">
              <a:rPr lang="zh-CN" altLang="en-US" smtClean="0"/>
              <a:t>2</a:t>
            </a:fld>
            <a:endParaRPr lang="zh-CN" altLang="en-US"/>
          </a:p>
        </p:txBody>
      </p:sp>
    </p:spTree>
    <p:extLst>
      <p:ext uri="{BB962C8B-B14F-4D97-AF65-F5344CB8AC3E}">
        <p14:creationId xmlns:p14="http://schemas.microsoft.com/office/powerpoint/2010/main" val="3931944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zh-CN" altLang="zh-CN"/>
          </a:p>
        </p:txBody>
      </p:sp>
      <p:sp>
        <p:nvSpPr>
          <p:cNvPr id="5" name="Footer Placeholder 4"/>
          <p:cNvSpPr>
            <a:spLocks noGrp="1"/>
          </p:cNvSpPr>
          <p:nvPr>
            <p:ph type="ftr" sz="quarter" idx="11"/>
          </p:nvPr>
        </p:nvSpPr>
        <p:spPr/>
        <p:txBody>
          <a:bodyPr/>
          <a:lstStyle/>
          <a:p>
            <a:pPr>
              <a:defRPr/>
            </a:pPr>
            <a:endParaRPr lang="zh-CN" altLang="zh-CN"/>
          </a:p>
        </p:txBody>
      </p:sp>
      <p:sp>
        <p:nvSpPr>
          <p:cNvPr id="6" name="Slide Number Placeholder 5"/>
          <p:cNvSpPr>
            <a:spLocks noGrp="1"/>
          </p:cNvSpPr>
          <p:nvPr>
            <p:ph type="sldNum" sz="quarter" idx="12"/>
          </p:nvPr>
        </p:nvSpPr>
        <p:spPr/>
        <p:txBody>
          <a:bodyPr/>
          <a:lstStyle/>
          <a:p>
            <a:pPr>
              <a:defRPr/>
            </a:pPr>
            <a:fld id="{3284C2EC-F852-470A-A9DD-86F0A59AC289}" type="slidenum">
              <a:rPr lang="zh-CN" altLang="zh-CN" smtClean="0"/>
              <a:pPr>
                <a:defRPr/>
              </a:pPr>
              <a:t>‹#›</a:t>
            </a:fld>
            <a:endParaRPr lang="zh-CN" altLang="zh-CN"/>
          </a:p>
        </p:txBody>
      </p:sp>
    </p:spTree>
    <p:extLst>
      <p:ext uri="{BB962C8B-B14F-4D97-AF65-F5344CB8AC3E}">
        <p14:creationId xmlns:p14="http://schemas.microsoft.com/office/powerpoint/2010/main" val="316536334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zh-CN" altLang="zh-CN"/>
          </a:p>
        </p:txBody>
      </p:sp>
      <p:sp>
        <p:nvSpPr>
          <p:cNvPr id="5" name="Footer Placeholder 4"/>
          <p:cNvSpPr>
            <a:spLocks noGrp="1"/>
          </p:cNvSpPr>
          <p:nvPr>
            <p:ph type="ftr" sz="quarter" idx="11"/>
          </p:nvPr>
        </p:nvSpPr>
        <p:spPr/>
        <p:txBody>
          <a:bodyPr/>
          <a:lstStyle/>
          <a:p>
            <a:pPr>
              <a:defRPr/>
            </a:pPr>
            <a:endParaRPr lang="zh-CN" altLang="zh-CN"/>
          </a:p>
        </p:txBody>
      </p:sp>
      <p:sp>
        <p:nvSpPr>
          <p:cNvPr id="6" name="Slide Number Placeholder 5"/>
          <p:cNvSpPr>
            <a:spLocks noGrp="1"/>
          </p:cNvSpPr>
          <p:nvPr>
            <p:ph type="sldNum" sz="quarter" idx="12"/>
          </p:nvPr>
        </p:nvSpPr>
        <p:spPr/>
        <p:txBody>
          <a:bodyPr/>
          <a:lstStyle/>
          <a:p>
            <a:pPr>
              <a:defRPr/>
            </a:pPr>
            <a:fld id="{75BA8B93-8351-4898-BB24-564053CE2302}" type="slidenum">
              <a:rPr lang="zh-CN" altLang="zh-CN" smtClean="0"/>
              <a:pPr>
                <a:defRPr/>
              </a:pPr>
              <a:t>‹#›</a:t>
            </a:fld>
            <a:endParaRPr lang="zh-CN" altLang="zh-CN"/>
          </a:p>
        </p:txBody>
      </p:sp>
    </p:spTree>
    <p:extLst>
      <p:ext uri="{BB962C8B-B14F-4D97-AF65-F5344CB8AC3E}">
        <p14:creationId xmlns:p14="http://schemas.microsoft.com/office/powerpoint/2010/main" val="4074502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endParaRPr lang="zh-CN" altLang="zh-CN"/>
          </a:p>
        </p:txBody>
      </p:sp>
      <p:sp>
        <p:nvSpPr>
          <p:cNvPr id="5" name="Footer Placeholder 4"/>
          <p:cNvSpPr>
            <a:spLocks noGrp="1"/>
          </p:cNvSpPr>
          <p:nvPr>
            <p:ph type="ftr" sz="quarter" idx="11"/>
          </p:nvPr>
        </p:nvSpPr>
        <p:spPr/>
        <p:txBody>
          <a:bodyPr/>
          <a:lstStyle/>
          <a:p>
            <a:pPr>
              <a:defRPr/>
            </a:pPr>
            <a:endParaRPr lang="zh-CN" altLang="zh-CN"/>
          </a:p>
        </p:txBody>
      </p:sp>
      <p:sp>
        <p:nvSpPr>
          <p:cNvPr id="6" name="Slide Number Placeholder 5"/>
          <p:cNvSpPr>
            <a:spLocks noGrp="1"/>
          </p:cNvSpPr>
          <p:nvPr>
            <p:ph type="sldNum" sz="quarter" idx="12"/>
          </p:nvPr>
        </p:nvSpPr>
        <p:spPr/>
        <p:txBody>
          <a:bodyPr/>
          <a:lstStyle/>
          <a:p>
            <a:pPr>
              <a:defRPr/>
            </a:pPr>
            <a:fld id="{15B5B81E-7CF0-4F5B-9FF8-B9F51549063A}" type="slidenum">
              <a:rPr lang="zh-CN" altLang="zh-CN" smtClean="0"/>
              <a:pPr>
                <a:defRPr/>
              </a:pPr>
              <a:t>‹#›</a:t>
            </a:fld>
            <a:endParaRPr lang="zh-CN" altLang="zh-CN"/>
          </a:p>
        </p:txBody>
      </p:sp>
    </p:spTree>
    <p:extLst>
      <p:ext uri="{BB962C8B-B14F-4D97-AF65-F5344CB8AC3E}">
        <p14:creationId xmlns:p14="http://schemas.microsoft.com/office/powerpoint/2010/main" val="3946411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pPr>
              <a:defRPr/>
            </a:pPr>
            <a:endParaRPr lang="zh-CN" altLang="zh-CN"/>
          </a:p>
        </p:txBody>
      </p:sp>
      <p:sp>
        <p:nvSpPr>
          <p:cNvPr id="6" name="Footer Placeholder 5"/>
          <p:cNvSpPr>
            <a:spLocks noGrp="1"/>
          </p:cNvSpPr>
          <p:nvPr>
            <p:ph type="ftr" sz="quarter" idx="11"/>
          </p:nvPr>
        </p:nvSpPr>
        <p:spPr/>
        <p:txBody>
          <a:bodyPr/>
          <a:lstStyle/>
          <a:p>
            <a:pPr>
              <a:defRPr/>
            </a:pPr>
            <a:endParaRPr lang="zh-CN" altLang="zh-CN"/>
          </a:p>
        </p:txBody>
      </p:sp>
      <p:sp>
        <p:nvSpPr>
          <p:cNvPr id="7" name="Slide Number Placeholder 6"/>
          <p:cNvSpPr>
            <a:spLocks noGrp="1"/>
          </p:cNvSpPr>
          <p:nvPr>
            <p:ph type="sldNum" sz="quarter" idx="12"/>
          </p:nvPr>
        </p:nvSpPr>
        <p:spPr/>
        <p:txBody>
          <a:bodyPr/>
          <a:lstStyle/>
          <a:p>
            <a:pPr>
              <a:defRPr/>
            </a:pPr>
            <a:fld id="{9CED4D57-6B8A-480D-AA65-EF318E8BA923}" type="slidenum">
              <a:rPr lang="zh-CN" altLang="zh-CN" smtClean="0"/>
              <a:pPr>
                <a:defRPr/>
              </a:pPr>
              <a:t>‹#›</a:t>
            </a:fld>
            <a:endParaRPr lang="zh-CN" altLang="zh-CN"/>
          </a:p>
        </p:txBody>
      </p:sp>
    </p:spTree>
    <p:extLst>
      <p:ext uri="{BB962C8B-B14F-4D97-AF65-F5344CB8AC3E}">
        <p14:creationId xmlns:p14="http://schemas.microsoft.com/office/powerpoint/2010/main" val="999951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endParaRPr lang="zh-CN" altLang="zh-CN"/>
          </a:p>
        </p:txBody>
      </p:sp>
      <p:sp>
        <p:nvSpPr>
          <p:cNvPr id="8" name="Footer Placeholder 7"/>
          <p:cNvSpPr>
            <a:spLocks noGrp="1"/>
          </p:cNvSpPr>
          <p:nvPr>
            <p:ph type="ftr" sz="quarter" idx="11"/>
          </p:nvPr>
        </p:nvSpPr>
        <p:spPr/>
        <p:txBody>
          <a:bodyPr/>
          <a:lstStyle/>
          <a:p>
            <a:pPr>
              <a:defRPr/>
            </a:pPr>
            <a:endParaRPr lang="zh-CN" altLang="zh-CN"/>
          </a:p>
        </p:txBody>
      </p:sp>
      <p:sp>
        <p:nvSpPr>
          <p:cNvPr id="9" name="Slide Number Placeholder 8"/>
          <p:cNvSpPr>
            <a:spLocks noGrp="1"/>
          </p:cNvSpPr>
          <p:nvPr>
            <p:ph type="sldNum" sz="quarter" idx="12"/>
          </p:nvPr>
        </p:nvSpPr>
        <p:spPr/>
        <p:txBody>
          <a:bodyPr/>
          <a:lstStyle/>
          <a:p>
            <a:pPr>
              <a:defRPr/>
            </a:pPr>
            <a:fld id="{272F1E0D-3DB7-4B98-B5A2-0BD6175C0CFB}" type="slidenum">
              <a:rPr lang="zh-CN" altLang="zh-CN" smtClean="0"/>
              <a:pPr>
                <a:defRPr/>
              </a:pPr>
              <a:t>‹#›</a:t>
            </a:fld>
            <a:endParaRPr lang="zh-CN" altLang="zh-CN"/>
          </a:p>
        </p:txBody>
      </p:sp>
    </p:spTree>
    <p:extLst>
      <p:ext uri="{BB962C8B-B14F-4D97-AF65-F5344CB8AC3E}">
        <p14:creationId xmlns:p14="http://schemas.microsoft.com/office/powerpoint/2010/main" val="4002169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zh-CN" altLang="zh-CN"/>
          </a:p>
        </p:txBody>
      </p:sp>
      <p:sp>
        <p:nvSpPr>
          <p:cNvPr id="4" name="Footer Placeholder 3"/>
          <p:cNvSpPr>
            <a:spLocks noGrp="1"/>
          </p:cNvSpPr>
          <p:nvPr>
            <p:ph type="ftr" sz="quarter" idx="11"/>
          </p:nvPr>
        </p:nvSpPr>
        <p:spPr/>
        <p:txBody>
          <a:bodyPr/>
          <a:lstStyle/>
          <a:p>
            <a:pPr>
              <a:defRPr/>
            </a:pPr>
            <a:endParaRPr lang="zh-CN" altLang="zh-CN"/>
          </a:p>
        </p:txBody>
      </p:sp>
      <p:sp>
        <p:nvSpPr>
          <p:cNvPr id="5" name="Slide Number Placeholder 4"/>
          <p:cNvSpPr>
            <a:spLocks noGrp="1"/>
          </p:cNvSpPr>
          <p:nvPr>
            <p:ph type="sldNum" sz="quarter" idx="12"/>
          </p:nvPr>
        </p:nvSpPr>
        <p:spPr/>
        <p:txBody>
          <a:bodyPr/>
          <a:lstStyle/>
          <a:p>
            <a:pPr>
              <a:defRPr/>
            </a:pPr>
            <a:fld id="{1F7E9454-2E4F-4179-AC26-B45346A8E5E6}" type="slidenum">
              <a:rPr lang="zh-CN" altLang="zh-CN" smtClean="0"/>
              <a:pPr>
                <a:defRPr/>
              </a:pPr>
              <a:t>‹#›</a:t>
            </a:fld>
            <a:endParaRPr lang="zh-CN" altLang="zh-CN"/>
          </a:p>
        </p:txBody>
      </p:sp>
    </p:spTree>
    <p:extLst>
      <p:ext uri="{BB962C8B-B14F-4D97-AF65-F5344CB8AC3E}">
        <p14:creationId xmlns:p14="http://schemas.microsoft.com/office/powerpoint/2010/main" val="1825535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zh-CN" altLang="zh-CN"/>
          </a:p>
        </p:txBody>
      </p:sp>
      <p:sp>
        <p:nvSpPr>
          <p:cNvPr id="3" name="Footer Placeholder 2"/>
          <p:cNvSpPr>
            <a:spLocks noGrp="1"/>
          </p:cNvSpPr>
          <p:nvPr>
            <p:ph type="ftr" sz="quarter" idx="11"/>
          </p:nvPr>
        </p:nvSpPr>
        <p:spPr/>
        <p:txBody>
          <a:bodyPr/>
          <a:lstStyle/>
          <a:p>
            <a:pPr>
              <a:defRPr/>
            </a:pPr>
            <a:endParaRPr lang="zh-CN" altLang="zh-CN"/>
          </a:p>
        </p:txBody>
      </p:sp>
      <p:sp>
        <p:nvSpPr>
          <p:cNvPr id="4" name="Slide Number Placeholder 3"/>
          <p:cNvSpPr>
            <a:spLocks noGrp="1"/>
          </p:cNvSpPr>
          <p:nvPr>
            <p:ph type="sldNum" sz="quarter" idx="12"/>
          </p:nvPr>
        </p:nvSpPr>
        <p:spPr/>
        <p:txBody>
          <a:bodyPr/>
          <a:lstStyle/>
          <a:p>
            <a:pPr>
              <a:defRPr/>
            </a:pPr>
            <a:fld id="{22AA2A7E-54E6-4B9A-B9F2-26045CE35D3E}" type="slidenum">
              <a:rPr lang="zh-CN" altLang="zh-CN" smtClean="0"/>
              <a:pPr>
                <a:defRPr/>
              </a:pPr>
              <a:t>‹#›</a:t>
            </a:fld>
            <a:endParaRPr lang="zh-CN" altLang="zh-CN"/>
          </a:p>
        </p:txBody>
      </p:sp>
    </p:spTree>
    <p:extLst>
      <p:ext uri="{BB962C8B-B14F-4D97-AF65-F5344CB8AC3E}">
        <p14:creationId xmlns:p14="http://schemas.microsoft.com/office/powerpoint/2010/main" val="2840356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zh-CN" altLang="zh-CN"/>
          </a:p>
        </p:txBody>
      </p:sp>
      <p:sp>
        <p:nvSpPr>
          <p:cNvPr id="6" name="Footer Placeholder 5"/>
          <p:cNvSpPr>
            <a:spLocks noGrp="1"/>
          </p:cNvSpPr>
          <p:nvPr>
            <p:ph type="ftr" sz="quarter" idx="11"/>
          </p:nvPr>
        </p:nvSpPr>
        <p:spPr/>
        <p:txBody>
          <a:bodyPr/>
          <a:lstStyle/>
          <a:p>
            <a:pPr>
              <a:defRPr/>
            </a:pPr>
            <a:endParaRPr lang="zh-CN" altLang="zh-CN"/>
          </a:p>
        </p:txBody>
      </p:sp>
      <p:sp>
        <p:nvSpPr>
          <p:cNvPr id="7" name="Slide Number Placeholder 6"/>
          <p:cNvSpPr>
            <a:spLocks noGrp="1"/>
          </p:cNvSpPr>
          <p:nvPr>
            <p:ph type="sldNum" sz="quarter" idx="12"/>
          </p:nvPr>
        </p:nvSpPr>
        <p:spPr/>
        <p:txBody>
          <a:bodyPr/>
          <a:lstStyle/>
          <a:p>
            <a:pPr>
              <a:defRPr/>
            </a:pPr>
            <a:fld id="{F4CF94B2-F66F-4EE6-B1E1-D241C68DB758}" type="slidenum">
              <a:rPr lang="zh-CN" altLang="zh-CN" smtClean="0"/>
              <a:pPr>
                <a:defRPr/>
              </a:pPr>
              <a:t>‹#›</a:t>
            </a:fld>
            <a:endParaRPr lang="zh-CN" altLang="zh-CN"/>
          </a:p>
        </p:txBody>
      </p:sp>
    </p:spTree>
    <p:extLst>
      <p:ext uri="{BB962C8B-B14F-4D97-AF65-F5344CB8AC3E}">
        <p14:creationId xmlns:p14="http://schemas.microsoft.com/office/powerpoint/2010/main" val="4066436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zh-CN" altLang="zh-CN"/>
          </a:p>
        </p:txBody>
      </p:sp>
      <p:sp>
        <p:nvSpPr>
          <p:cNvPr id="6" name="Footer Placeholder 5"/>
          <p:cNvSpPr>
            <a:spLocks noGrp="1"/>
          </p:cNvSpPr>
          <p:nvPr>
            <p:ph type="ftr" sz="quarter" idx="11"/>
          </p:nvPr>
        </p:nvSpPr>
        <p:spPr/>
        <p:txBody>
          <a:bodyPr/>
          <a:lstStyle/>
          <a:p>
            <a:pPr>
              <a:defRPr/>
            </a:pPr>
            <a:endParaRPr lang="zh-CN" altLang="zh-CN"/>
          </a:p>
        </p:txBody>
      </p:sp>
      <p:sp>
        <p:nvSpPr>
          <p:cNvPr id="7" name="Slide Number Placeholder 6"/>
          <p:cNvSpPr>
            <a:spLocks noGrp="1"/>
          </p:cNvSpPr>
          <p:nvPr>
            <p:ph type="sldNum" sz="quarter" idx="12"/>
          </p:nvPr>
        </p:nvSpPr>
        <p:spPr/>
        <p:txBody>
          <a:bodyPr/>
          <a:lstStyle/>
          <a:p>
            <a:pPr>
              <a:defRPr/>
            </a:pPr>
            <a:fld id="{64BB78EF-B977-4F0E-A8A5-6144ED398882}" type="slidenum">
              <a:rPr lang="zh-CN" altLang="zh-CN" smtClean="0"/>
              <a:pPr>
                <a:defRPr/>
              </a:pPr>
              <a:t>‹#›</a:t>
            </a:fld>
            <a:endParaRPr lang="zh-CN" altLang="zh-CN"/>
          </a:p>
        </p:txBody>
      </p:sp>
    </p:spTree>
    <p:extLst>
      <p:ext uri="{BB962C8B-B14F-4D97-AF65-F5344CB8AC3E}">
        <p14:creationId xmlns:p14="http://schemas.microsoft.com/office/powerpoint/2010/main" val="4032034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zh-CN" altLang="zh-CN"/>
          </a:p>
        </p:txBody>
      </p:sp>
      <p:sp>
        <p:nvSpPr>
          <p:cNvPr id="5" name="Footer Placeholder 4"/>
          <p:cNvSpPr>
            <a:spLocks noGrp="1"/>
          </p:cNvSpPr>
          <p:nvPr>
            <p:ph type="ftr" sz="quarter" idx="11"/>
          </p:nvPr>
        </p:nvSpPr>
        <p:spPr/>
        <p:txBody>
          <a:bodyPr/>
          <a:lstStyle/>
          <a:p>
            <a:pPr>
              <a:defRPr/>
            </a:pPr>
            <a:endParaRPr lang="zh-CN" altLang="zh-CN"/>
          </a:p>
        </p:txBody>
      </p:sp>
      <p:sp>
        <p:nvSpPr>
          <p:cNvPr id="6" name="Slide Number Placeholder 5"/>
          <p:cNvSpPr>
            <a:spLocks noGrp="1"/>
          </p:cNvSpPr>
          <p:nvPr>
            <p:ph type="sldNum" sz="quarter" idx="12"/>
          </p:nvPr>
        </p:nvSpPr>
        <p:spPr/>
        <p:txBody>
          <a:bodyPr/>
          <a:lstStyle/>
          <a:p>
            <a:pPr>
              <a:defRPr/>
            </a:pPr>
            <a:fld id="{2B8183D7-0B93-4594-ACC5-74436FEF7CD1}" type="slidenum">
              <a:rPr lang="zh-CN" altLang="zh-CN" smtClean="0"/>
              <a:pPr>
                <a:defRPr/>
              </a:pPr>
              <a:t>‹#›</a:t>
            </a:fld>
            <a:endParaRPr lang="zh-CN" altLang="zh-CN"/>
          </a:p>
        </p:txBody>
      </p:sp>
    </p:spTree>
    <p:extLst>
      <p:ext uri="{BB962C8B-B14F-4D97-AF65-F5344CB8AC3E}">
        <p14:creationId xmlns:p14="http://schemas.microsoft.com/office/powerpoint/2010/main" val="3245901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zh-CN" altLang="zh-CN"/>
          </a:p>
        </p:txBody>
      </p:sp>
      <p:sp>
        <p:nvSpPr>
          <p:cNvPr id="5" name="Footer Placeholder 4"/>
          <p:cNvSpPr>
            <a:spLocks noGrp="1"/>
          </p:cNvSpPr>
          <p:nvPr>
            <p:ph type="ftr" sz="quarter" idx="11"/>
          </p:nvPr>
        </p:nvSpPr>
        <p:spPr/>
        <p:txBody>
          <a:bodyPr/>
          <a:lstStyle/>
          <a:p>
            <a:pPr>
              <a:defRPr/>
            </a:pPr>
            <a:endParaRPr lang="zh-CN" altLang="zh-CN"/>
          </a:p>
        </p:txBody>
      </p:sp>
      <p:sp>
        <p:nvSpPr>
          <p:cNvPr id="6" name="Slide Number Placeholder 5"/>
          <p:cNvSpPr>
            <a:spLocks noGrp="1"/>
          </p:cNvSpPr>
          <p:nvPr>
            <p:ph type="sldNum" sz="quarter" idx="12"/>
          </p:nvPr>
        </p:nvSpPr>
        <p:spPr/>
        <p:txBody>
          <a:bodyPr/>
          <a:lstStyle/>
          <a:p>
            <a:pPr>
              <a:defRPr/>
            </a:pPr>
            <a:fld id="{4D8372D8-672D-457D-A7E8-104FA1A9EB76}" type="slidenum">
              <a:rPr lang="zh-CN" altLang="zh-CN" smtClean="0"/>
              <a:pPr>
                <a:defRPr/>
              </a:pPr>
              <a:t>‹#›</a:t>
            </a:fld>
            <a:endParaRPr lang="zh-CN" altLang="zh-CN"/>
          </a:p>
        </p:txBody>
      </p:sp>
    </p:spTree>
    <p:extLst>
      <p:ext uri="{BB962C8B-B14F-4D97-AF65-F5344CB8AC3E}">
        <p14:creationId xmlns:p14="http://schemas.microsoft.com/office/powerpoint/2010/main" val="3042027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zh-CN" altLang="zh-C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zh-C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B7F8D54-5516-4B2E-AB95-6F67C90F4696}" type="slidenum">
              <a:rPr lang="zh-CN" altLang="zh-CN" smtClean="0"/>
              <a:pPr>
                <a:defRPr/>
              </a:pPr>
              <a:t>‹#›</a:t>
            </a:fld>
            <a:endParaRPr lang="zh-CN" altLang="zh-CN"/>
          </a:p>
        </p:txBody>
      </p:sp>
    </p:spTree>
    <p:extLst>
      <p:ext uri="{BB962C8B-B14F-4D97-AF65-F5344CB8AC3E}">
        <p14:creationId xmlns:p14="http://schemas.microsoft.com/office/powerpoint/2010/main" val="127248982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69635" y="943238"/>
            <a:ext cx="7109559" cy="2369880"/>
          </a:xfrm>
          <a:prstGeom prst="rect">
            <a:avLst/>
          </a:prstGeom>
          <a:noFill/>
        </p:spPr>
        <p:txBody>
          <a:bodyPr>
            <a:spAutoFit/>
          </a:bodyPr>
          <a:lstStyle/>
          <a:p>
            <a:pPr eaLnBrk="1" hangingPunct="1">
              <a:defRPr/>
            </a:pPr>
            <a:r>
              <a:rPr lang="zh-CN" altLang="en-US" sz="7400" spc="1125" dirty="0">
                <a:gradFill flip="none" rotWithShape="1">
                  <a:gsLst>
                    <a:gs pos="0">
                      <a:srgbClr val="FC7336"/>
                    </a:gs>
                    <a:gs pos="23000">
                      <a:srgbClr val="FD9667"/>
                    </a:gs>
                    <a:gs pos="56000">
                      <a:srgbClr val="A13216"/>
                    </a:gs>
                    <a:gs pos="76000">
                      <a:srgbClr val="5C1F0C"/>
                    </a:gs>
                    <a:gs pos="100000">
                      <a:srgbClr val="A03216"/>
                    </a:gs>
                  </a:gsLst>
                  <a:lin ang="13500000" scaled="1"/>
                  <a:tileRect/>
                </a:gradFill>
                <a:latin typeface="方正正大黑简体" panose="02000000000000000000" pitchFamily="2" charset="-122"/>
                <a:ea typeface="方正正大黑简体" panose="02000000000000000000" pitchFamily="2" charset="-122"/>
              </a:rPr>
              <a:t>你和</a:t>
            </a:r>
            <a:endParaRPr lang="en-US" altLang="zh-CN" sz="7400" spc="1125" dirty="0">
              <a:gradFill flip="none" rotWithShape="1">
                <a:gsLst>
                  <a:gs pos="0">
                    <a:srgbClr val="FC7336"/>
                  </a:gs>
                  <a:gs pos="23000">
                    <a:srgbClr val="FD9667"/>
                  </a:gs>
                  <a:gs pos="56000">
                    <a:srgbClr val="A13216"/>
                  </a:gs>
                  <a:gs pos="76000">
                    <a:srgbClr val="5C1F0C"/>
                  </a:gs>
                  <a:gs pos="100000">
                    <a:srgbClr val="A03216"/>
                  </a:gs>
                </a:gsLst>
                <a:lin ang="13500000" scaled="1"/>
                <a:tileRect/>
              </a:gradFill>
              <a:latin typeface="方正正大黑简体" panose="02000000000000000000" pitchFamily="2" charset="-122"/>
              <a:ea typeface="方正正大黑简体" panose="02000000000000000000" pitchFamily="2" charset="-122"/>
            </a:endParaRPr>
          </a:p>
          <a:p>
            <a:pPr eaLnBrk="1" hangingPunct="1">
              <a:defRPr/>
            </a:pPr>
            <a:r>
              <a:rPr lang="zh-CN" altLang="en-US" sz="7400" spc="1125" dirty="0">
                <a:gradFill flip="none" rotWithShape="1">
                  <a:gsLst>
                    <a:gs pos="0">
                      <a:srgbClr val="FC7336"/>
                    </a:gs>
                    <a:gs pos="23000">
                      <a:srgbClr val="FD9667"/>
                    </a:gs>
                    <a:gs pos="56000">
                      <a:srgbClr val="A13216"/>
                    </a:gs>
                    <a:gs pos="76000">
                      <a:srgbClr val="5C1F0C"/>
                    </a:gs>
                    <a:gs pos="100000">
                      <a:srgbClr val="A03216"/>
                    </a:gs>
                  </a:gsLst>
                  <a:lin ang="13500000" scaled="1"/>
                  <a:tileRect/>
                </a:gradFill>
                <a:latin typeface="方正正大黑简体" panose="02000000000000000000" pitchFamily="2" charset="-122"/>
                <a:ea typeface="方正正大黑简体" panose="02000000000000000000" pitchFamily="2" charset="-122"/>
              </a:rPr>
              <a:t>你的研究</a:t>
            </a:r>
            <a:endParaRPr lang="en-US" altLang="zh-CN" sz="7400" spc="1125" dirty="0">
              <a:gradFill flip="none" rotWithShape="1">
                <a:gsLst>
                  <a:gs pos="0">
                    <a:srgbClr val="FC7336"/>
                  </a:gs>
                  <a:gs pos="23000">
                    <a:srgbClr val="FD9667"/>
                  </a:gs>
                  <a:gs pos="56000">
                    <a:srgbClr val="A13216"/>
                  </a:gs>
                  <a:gs pos="76000">
                    <a:srgbClr val="5C1F0C"/>
                  </a:gs>
                  <a:gs pos="100000">
                    <a:srgbClr val="A03216"/>
                  </a:gs>
                </a:gsLst>
                <a:lin ang="13500000" scaled="1"/>
                <a:tileRect/>
              </a:gradFill>
              <a:latin typeface="方正正大黑简体" panose="02000000000000000000" pitchFamily="2" charset="-122"/>
              <a:ea typeface="方正正大黑简体" panose="02000000000000000000" pitchFamily="2" charset="-122"/>
            </a:endParaRPr>
          </a:p>
        </p:txBody>
      </p:sp>
      <p:sp>
        <p:nvSpPr>
          <p:cNvPr id="3" name="矩形 2"/>
          <p:cNvSpPr/>
          <p:nvPr/>
        </p:nvSpPr>
        <p:spPr>
          <a:xfrm>
            <a:off x="0" y="4065588"/>
            <a:ext cx="12192000" cy="371475"/>
          </a:xfrm>
          <a:prstGeom prst="rect">
            <a:avLst/>
          </a:prstGeom>
          <a:solidFill>
            <a:srgbClr val="8A501E"/>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zh-CN" altLang="en-US"/>
          </a:p>
        </p:txBody>
      </p:sp>
      <p:sp>
        <p:nvSpPr>
          <p:cNvPr id="8" name="矩形 7"/>
          <p:cNvSpPr/>
          <p:nvPr/>
        </p:nvSpPr>
        <p:spPr>
          <a:xfrm>
            <a:off x="0" y="4389438"/>
            <a:ext cx="12192000" cy="371475"/>
          </a:xfrm>
          <a:prstGeom prst="rect">
            <a:avLst/>
          </a:prstGeom>
          <a:solidFill>
            <a:srgbClr val="07091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zh-CN" altLang="en-US"/>
          </a:p>
        </p:txBody>
      </p:sp>
      <p:sp>
        <p:nvSpPr>
          <p:cNvPr id="7" name="文本框 6"/>
          <p:cNvSpPr txBox="1"/>
          <p:nvPr/>
        </p:nvSpPr>
        <p:spPr>
          <a:xfrm>
            <a:off x="1415529" y="4005064"/>
            <a:ext cx="5616575" cy="392112"/>
          </a:xfrm>
          <a:prstGeom prst="rect">
            <a:avLst/>
          </a:prstGeom>
          <a:noFill/>
        </p:spPr>
        <p:txBody>
          <a:bodyPr>
            <a:spAutoFit/>
          </a:bodyPr>
          <a:lstStyle/>
          <a:p>
            <a:pPr algn="dist" eaLnBrk="1" hangingPunct="1">
              <a:defRPr/>
            </a:pPr>
            <a:r>
              <a:rPr lang="en-US" altLang="zh-CN" sz="1950" b="1" dirty="0" smtClean="0">
                <a:solidFill>
                  <a:schemeClr val="bg1"/>
                </a:solidFill>
                <a:latin typeface="微软雅黑" panose="020B0503020204020204" pitchFamily="34" charset="-122"/>
                <a:ea typeface="微软雅黑" panose="020B0503020204020204" pitchFamily="34" charset="-122"/>
              </a:rPr>
              <a:t>《</a:t>
            </a:r>
            <a:r>
              <a:rPr lang="zh-CN" altLang="en-US" sz="1950" b="1" dirty="0" smtClean="0">
                <a:solidFill>
                  <a:schemeClr val="bg1"/>
                </a:solidFill>
                <a:latin typeface="微软雅黑" panose="020B0503020204020204" pitchFamily="34" charset="-122"/>
                <a:ea typeface="微软雅黑" panose="020B0503020204020204" pitchFamily="34" charset="-122"/>
              </a:rPr>
              <a:t>做大事，成大业</a:t>
            </a:r>
            <a:r>
              <a:rPr lang="en-US" altLang="zh-CN" sz="1950" b="1" dirty="0" smtClean="0">
                <a:solidFill>
                  <a:schemeClr val="bg1"/>
                </a:solidFill>
                <a:latin typeface="微软雅黑" panose="020B0503020204020204" pitchFamily="34" charset="-122"/>
                <a:ea typeface="微软雅黑" panose="020B0503020204020204" pitchFamily="34" charset="-122"/>
              </a:rPr>
              <a:t>》</a:t>
            </a:r>
            <a:r>
              <a:rPr lang="zh-CN" altLang="en-US" sz="1950" b="1" dirty="0" smtClean="0">
                <a:solidFill>
                  <a:schemeClr val="bg1"/>
                </a:solidFill>
                <a:latin typeface="微软雅黑" panose="020B0503020204020204" pitchFamily="34" charset="-122"/>
                <a:ea typeface="微软雅黑" panose="020B0503020204020204" pitchFamily="34" charset="-122"/>
              </a:rPr>
              <a:t>经典</a:t>
            </a:r>
            <a:r>
              <a:rPr lang="zh-CN" altLang="en-US" sz="1950" b="1" dirty="0">
                <a:solidFill>
                  <a:schemeClr val="bg1"/>
                </a:solidFill>
                <a:latin typeface="微软雅黑" panose="020B0503020204020204" pitchFamily="34" charset="-122"/>
                <a:ea typeface="微软雅黑" panose="020B0503020204020204" pitchFamily="34" charset="-122"/>
              </a:rPr>
              <a:t>演讲</a:t>
            </a:r>
          </a:p>
        </p:txBody>
      </p:sp>
      <p:sp>
        <p:nvSpPr>
          <p:cNvPr id="2054" name="文本框 9"/>
          <p:cNvSpPr txBox="1">
            <a:spLocks noChangeArrowheads="1"/>
          </p:cNvSpPr>
          <p:nvPr/>
        </p:nvSpPr>
        <p:spPr bwMode="auto">
          <a:xfrm>
            <a:off x="1415480" y="3289797"/>
            <a:ext cx="5994400"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en-US" altLang="zh-CN" sz="3500" dirty="0">
                <a:latin typeface="方正康体简体" panose="03000509000000000000" pitchFamily="65" charset="-122"/>
                <a:ea typeface="方正康体简体" panose="03000509000000000000" pitchFamily="65" charset="-122"/>
              </a:rPr>
              <a:t>You and Your Research</a:t>
            </a:r>
            <a:endParaRPr lang="zh-CN" altLang="en-US" sz="3500" dirty="0">
              <a:latin typeface="方正康体简体" panose="03000509000000000000" pitchFamily="65" charset="-122"/>
              <a:ea typeface="方正康体简体" panose="03000509000000000000" pitchFamily="65" charset="-122"/>
            </a:endParaRPr>
          </a:p>
        </p:txBody>
      </p:sp>
      <p:sp>
        <p:nvSpPr>
          <p:cNvPr id="13" name="文本框 12"/>
          <p:cNvSpPr txBox="1"/>
          <p:nvPr/>
        </p:nvSpPr>
        <p:spPr>
          <a:xfrm>
            <a:off x="9768408" y="1124744"/>
            <a:ext cx="2006635" cy="523220"/>
          </a:xfrm>
          <a:prstGeom prst="rect">
            <a:avLst/>
          </a:prstGeom>
          <a:noFill/>
        </p:spPr>
        <p:txBody>
          <a:bodyPr wrap="square">
            <a:spAutoFit/>
          </a:bodyPr>
          <a:lstStyle/>
          <a:p>
            <a:pPr eaLnBrk="1" hangingPunct="1">
              <a:defRPr/>
            </a:pPr>
            <a:r>
              <a:rPr lang="zh-CN" altLang="en-US" sz="2800" b="1" spc="600" dirty="0">
                <a:solidFill>
                  <a:srgbClr val="8A501E"/>
                </a:solidFill>
                <a:latin typeface="微软雅黑" panose="020B0503020204020204" pitchFamily="34" charset="-122"/>
                <a:ea typeface="微软雅黑" panose="020B0503020204020204" pitchFamily="34" charset="-122"/>
              </a:rPr>
              <a:t>读书笔记</a:t>
            </a:r>
          </a:p>
        </p:txBody>
      </p:sp>
      <p:cxnSp>
        <p:nvCxnSpPr>
          <p:cNvPr id="15" name="直接连接符 14"/>
          <p:cNvCxnSpPr/>
          <p:nvPr/>
        </p:nvCxnSpPr>
        <p:spPr>
          <a:xfrm>
            <a:off x="9624392" y="1207639"/>
            <a:ext cx="0" cy="346075"/>
          </a:xfrm>
          <a:prstGeom prst="line">
            <a:avLst/>
          </a:prstGeom>
          <a:ln w="28575">
            <a:solidFill>
              <a:srgbClr val="8A501E"/>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1784632" y="1207639"/>
            <a:ext cx="0" cy="346075"/>
          </a:xfrm>
          <a:prstGeom prst="line">
            <a:avLst/>
          </a:prstGeom>
          <a:ln w="28575">
            <a:solidFill>
              <a:srgbClr val="8A501E"/>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1415529" y="4365104"/>
            <a:ext cx="5616575" cy="392415"/>
          </a:xfrm>
          <a:prstGeom prst="rect">
            <a:avLst/>
          </a:prstGeom>
          <a:noFill/>
        </p:spPr>
        <p:txBody>
          <a:bodyPr>
            <a:spAutoFit/>
          </a:bodyPr>
          <a:lstStyle/>
          <a:p>
            <a:pPr algn="dist" eaLnBrk="1" hangingPunct="1">
              <a:defRPr/>
            </a:pPr>
            <a:r>
              <a:rPr lang="en-US" altLang="zh-CN" sz="1950" b="1" dirty="0">
                <a:solidFill>
                  <a:schemeClr val="bg1"/>
                </a:solidFill>
                <a:latin typeface="微软雅黑" panose="020B0503020204020204" pitchFamily="34" charset="-122"/>
                <a:ea typeface="微软雅黑" panose="020B0503020204020204" pitchFamily="34" charset="-122"/>
              </a:rPr>
              <a:t>Richard Hamming</a:t>
            </a:r>
            <a:endParaRPr lang="zh-CN" altLang="en-US" sz="1950" b="1" dirty="0">
              <a:solidFill>
                <a:schemeClr val="bg1"/>
              </a:solidFill>
              <a:latin typeface="微软雅黑" panose="020B0503020204020204" pitchFamily="34" charset="-122"/>
              <a:ea typeface="微软雅黑" panose="020B0503020204020204" pitchFamily="34" charset="-122"/>
            </a:endParaRPr>
          </a:p>
        </p:txBody>
      </p:sp>
      <p:sp>
        <p:nvSpPr>
          <p:cNvPr id="2059" name="文本框 15"/>
          <p:cNvSpPr txBox="1">
            <a:spLocks noChangeArrowheads="1"/>
          </p:cNvSpPr>
          <p:nvPr/>
        </p:nvSpPr>
        <p:spPr bwMode="auto">
          <a:xfrm>
            <a:off x="8886427" y="5445224"/>
            <a:ext cx="2970213"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lnSpc>
                <a:spcPct val="125000"/>
              </a:lnSpc>
            </a:pPr>
            <a:r>
              <a:rPr lang="zh-CN" altLang="en-US" sz="2000" b="1" dirty="0" smtClean="0">
                <a:latin typeface="微软雅黑" panose="020B0503020204020204" pitchFamily="34" charset="-122"/>
                <a:ea typeface="微软雅黑" panose="020B0503020204020204" pitchFamily="34" charset="-122"/>
              </a:rPr>
              <a:t>演讲人：</a:t>
            </a:r>
            <a:r>
              <a:rPr lang="zh-CN" altLang="en-US" sz="2000" b="1" dirty="0">
                <a:latin typeface="微软雅黑" panose="020B0503020204020204" pitchFamily="34" charset="-122"/>
                <a:ea typeface="微软雅黑" panose="020B0503020204020204" pitchFamily="34" charset="-122"/>
              </a:rPr>
              <a:t>理查德</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海明</a:t>
            </a:r>
            <a:endParaRPr lang="en-US" altLang="zh-CN" sz="2000" b="1" dirty="0">
              <a:latin typeface="微软雅黑" panose="020B0503020204020204" pitchFamily="34" charset="-122"/>
              <a:ea typeface="微软雅黑" panose="020B0503020204020204" pitchFamily="34" charset="-122"/>
            </a:endParaRPr>
          </a:p>
          <a:p>
            <a:pPr algn="r" eaLnBrk="1" hangingPunct="1">
              <a:lnSpc>
                <a:spcPct val="125000"/>
              </a:lnSpc>
            </a:pPr>
            <a:r>
              <a:rPr lang="en-US" altLang="zh-CN" sz="2000" dirty="0" smtClean="0">
                <a:latin typeface="微软雅黑" panose="020B0503020204020204" pitchFamily="34" charset="-122"/>
                <a:ea typeface="微软雅黑" panose="020B0503020204020204" pitchFamily="34" charset="-122"/>
              </a:rPr>
              <a:t>PPT</a:t>
            </a:r>
            <a:r>
              <a:rPr lang="zh-CN" altLang="en-US" sz="2000" dirty="0" smtClean="0">
                <a:latin typeface="微软雅黑" panose="020B0503020204020204" pitchFamily="34" charset="-122"/>
                <a:ea typeface="微软雅黑" panose="020B0503020204020204" pitchFamily="34" charset="-122"/>
              </a:rPr>
              <a:t>制作：      曾天</a:t>
            </a:r>
            <a:r>
              <a:rPr lang="en-US" altLang="zh-CN" sz="2000" dirty="0" smtClean="0">
                <a:latin typeface="微软雅黑" panose="020B0503020204020204" pitchFamily="34" charset="-122"/>
                <a:ea typeface="微软雅黑" panose="020B0503020204020204" pitchFamily="34" charset="-122"/>
              </a:rPr>
              <a:t>Tim</a:t>
            </a:r>
            <a:endParaRPr lang="zh-CN" altLang="en-US" sz="2000" dirty="0">
              <a:latin typeface="微软雅黑" panose="020B0503020204020204" pitchFamily="34" charset="-122"/>
              <a:ea typeface="微软雅黑" panose="020B0503020204020204" pitchFamily="34" charset="-122"/>
            </a:endParaRPr>
          </a:p>
        </p:txBody>
      </p:sp>
      <p:pic>
        <p:nvPicPr>
          <p:cNvPr id="1026" name="Picture 2" descr="File:Richard Hamming.jpg"/>
          <p:cNvPicPr>
            <a:picLocks noChangeAspect="1" noChangeArrowheads="1"/>
          </p:cNvPicPr>
          <p:nvPr/>
        </p:nvPicPr>
        <p:blipFill rotWithShape="1">
          <a:blip r:embed="rId2">
            <a:extLst>
              <a:ext uri="{28A0092B-C50C-407E-A947-70E740481C1C}">
                <a14:useLocalDpi xmlns:a14="http://schemas.microsoft.com/office/drawing/2010/main" val="0"/>
              </a:ext>
            </a:extLst>
          </a:blip>
          <a:srcRect b="23246"/>
          <a:stretch/>
        </p:blipFill>
        <p:spPr bwMode="auto">
          <a:xfrm>
            <a:off x="10203973" y="3676601"/>
            <a:ext cx="1508651" cy="1514579"/>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17" name="内容占位符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66412" y="260648"/>
            <a:ext cx="2390228" cy="731019"/>
          </a:xfrm>
          <a:prstGeom prst="rect">
            <a:avLst/>
          </a:prstGeom>
        </p:spPr>
      </p:pic>
      <p:pic>
        <p:nvPicPr>
          <p:cNvPr id="21" name="图片 20"/>
          <p:cNvPicPr>
            <a:picLocks noChangeAspect="1"/>
          </p:cNvPicPr>
          <p:nvPr/>
        </p:nvPicPr>
        <p:blipFill rotWithShape="1">
          <a:blip r:embed="rId4" cstate="print">
            <a:extLst>
              <a:ext uri="{28A0092B-C50C-407E-A947-70E740481C1C}">
                <a14:useLocalDpi xmlns:a14="http://schemas.microsoft.com/office/drawing/2010/main" val="0"/>
              </a:ext>
            </a:extLst>
          </a:blip>
          <a:srcRect r="60496"/>
          <a:stretch/>
        </p:blipFill>
        <p:spPr>
          <a:xfrm>
            <a:off x="10370459" y="5875491"/>
            <a:ext cx="418603" cy="32362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487488" y="362118"/>
            <a:ext cx="4320480" cy="1292662"/>
          </a:xfrm>
          <a:prstGeom prst="rect">
            <a:avLst/>
          </a:prstGeom>
          <a:noFill/>
        </p:spPr>
        <p:txBody>
          <a:bodyPr wrap="square">
            <a:spAutoFit/>
          </a:bodyPr>
          <a:lstStyle/>
          <a:p>
            <a:pPr algn="ctr" eaLnBrk="1" hangingPunct="1">
              <a:lnSpc>
                <a:spcPct val="130000"/>
              </a:lnSpc>
              <a:defRPr/>
            </a:pPr>
            <a:r>
              <a:rPr lang="zh-CN" altLang="en-US" sz="4000" spc="1125" dirty="0">
                <a:gradFill flip="none" rotWithShape="1">
                  <a:gsLst>
                    <a:gs pos="0">
                      <a:srgbClr val="FC7336"/>
                    </a:gs>
                    <a:gs pos="23000">
                      <a:srgbClr val="FD9667"/>
                    </a:gs>
                    <a:gs pos="56000">
                      <a:srgbClr val="A13216"/>
                    </a:gs>
                    <a:gs pos="76000">
                      <a:srgbClr val="5C1F0C"/>
                    </a:gs>
                    <a:gs pos="100000">
                      <a:srgbClr val="A03216"/>
                    </a:gs>
                  </a:gsLst>
                  <a:lin ang="13500000" scaled="1"/>
                  <a:tileRect/>
                </a:gradFill>
                <a:latin typeface="方正正大黑简体" panose="02000000000000000000" pitchFamily="2" charset="-122"/>
                <a:ea typeface="方正正大黑简体" panose="02000000000000000000" pitchFamily="2" charset="-122"/>
              </a:rPr>
              <a:t>理查德</a:t>
            </a:r>
            <a:r>
              <a:rPr lang="en-US" altLang="zh-CN" sz="4000" spc="1125" dirty="0">
                <a:gradFill flip="none" rotWithShape="1">
                  <a:gsLst>
                    <a:gs pos="0">
                      <a:srgbClr val="FC7336"/>
                    </a:gs>
                    <a:gs pos="23000">
                      <a:srgbClr val="FD9667"/>
                    </a:gs>
                    <a:gs pos="56000">
                      <a:srgbClr val="A13216"/>
                    </a:gs>
                    <a:gs pos="76000">
                      <a:srgbClr val="5C1F0C"/>
                    </a:gs>
                    <a:gs pos="100000">
                      <a:srgbClr val="A03216"/>
                    </a:gs>
                  </a:gsLst>
                  <a:lin ang="13500000" scaled="1"/>
                  <a:tileRect/>
                </a:gradFill>
                <a:latin typeface="方正正大黑简体" panose="02000000000000000000" pitchFamily="2" charset="-122"/>
                <a:ea typeface="方正正大黑简体" panose="02000000000000000000" pitchFamily="2" charset="-122"/>
              </a:rPr>
              <a:t>·</a:t>
            </a:r>
            <a:r>
              <a:rPr lang="zh-CN" altLang="en-US" sz="4000" spc="1125" dirty="0">
                <a:gradFill flip="none" rotWithShape="1">
                  <a:gsLst>
                    <a:gs pos="0">
                      <a:srgbClr val="FC7336"/>
                    </a:gs>
                    <a:gs pos="23000">
                      <a:srgbClr val="FD9667"/>
                    </a:gs>
                    <a:gs pos="56000">
                      <a:srgbClr val="A13216"/>
                    </a:gs>
                    <a:gs pos="76000">
                      <a:srgbClr val="5C1F0C"/>
                    </a:gs>
                    <a:gs pos="100000">
                      <a:srgbClr val="A03216"/>
                    </a:gs>
                  </a:gsLst>
                  <a:lin ang="13500000" scaled="1"/>
                  <a:tileRect/>
                </a:gradFill>
                <a:latin typeface="方正正大黑简体" panose="02000000000000000000" pitchFamily="2" charset="-122"/>
                <a:ea typeface="方正正大黑简体" panose="02000000000000000000" pitchFamily="2" charset="-122"/>
              </a:rPr>
              <a:t>海明</a:t>
            </a:r>
            <a:endParaRPr lang="en-US" altLang="zh-CN" sz="4000" spc="1125" dirty="0">
              <a:gradFill flip="none" rotWithShape="1">
                <a:gsLst>
                  <a:gs pos="0">
                    <a:srgbClr val="FC7336"/>
                  </a:gs>
                  <a:gs pos="23000">
                    <a:srgbClr val="FD9667"/>
                  </a:gs>
                  <a:gs pos="56000">
                    <a:srgbClr val="A13216"/>
                  </a:gs>
                  <a:gs pos="76000">
                    <a:srgbClr val="5C1F0C"/>
                  </a:gs>
                  <a:gs pos="100000">
                    <a:srgbClr val="A03216"/>
                  </a:gs>
                </a:gsLst>
                <a:lin ang="13500000" scaled="1"/>
                <a:tileRect/>
              </a:gradFill>
              <a:latin typeface="方正正大黑简体" panose="02000000000000000000" pitchFamily="2" charset="-122"/>
              <a:ea typeface="方正正大黑简体" panose="02000000000000000000" pitchFamily="2" charset="-122"/>
            </a:endParaRPr>
          </a:p>
          <a:p>
            <a:pPr algn="ctr" eaLnBrk="1" hangingPunct="1">
              <a:lnSpc>
                <a:spcPct val="130000"/>
              </a:lnSpc>
              <a:defRPr/>
            </a:pPr>
            <a:r>
              <a:rPr lang="zh-CN" altLang="en-US" sz="2000" spc="300" dirty="0">
                <a:solidFill>
                  <a:srgbClr val="AB6225"/>
                </a:solidFill>
                <a:latin typeface="方正粗宋简体" panose="03000509000000000000" pitchFamily="65" charset="-122"/>
                <a:ea typeface="方正粗宋简体" panose="03000509000000000000" pitchFamily="65" charset="-122"/>
              </a:rPr>
              <a:t>（</a:t>
            </a:r>
            <a:r>
              <a:rPr lang="en-US" altLang="zh-CN" sz="2000" spc="300" dirty="0">
                <a:solidFill>
                  <a:srgbClr val="AB6225"/>
                </a:solidFill>
                <a:latin typeface="方正粗宋简体" panose="03000509000000000000" pitchFamily="65" charset="-122"/>
                <a:ea typeface="方正粗宋简体" panose="03000509000000000000" pitchFamily="65" charset="-122"/>
              </a:rPr>
              <a:t>1915—1998</a:t>
            </a:r>
            <a:r>
              <a:rPr lang="zh-CN" altLang="en-US" sz="2000" spc="300" dirty="0">
                <a:solidFill>
                  <a:srgbClr val="AB6225"/>
                </a:solidFill>
                <a:latin typeface="方正粗宋简体" panose="03000509000000000000" pitchFamily="65" charset="-122"/>
                <a:ea typeface="方正粗宋简体" panose="03000509000000000000" pitchFamily="65" charset="-122"/>
              </a:rPr>
              <a:t>）</a:t>
            </a:r>
          </a:p>
        </p:txBody>
      </p:sp>
      <p:sp>
        <p:nvSpPr>
          <p:cNvPr id="5" name="文本框 12"/>
          <p:cNvSpPr txBox="1">
            <a:spLocks noChangeArrowheads="1"/>
          </p:cNvSpPr>
          <p:nvPr/>
        </p:nvSpPr>
        <p:spPr bwMode="auto">
          <a:xfrm>
            <a:off x="767408" y="1930584"/>
            <a:ext cx="6048672" cy="3808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pPr>
            <a:r>
              <a:rPr lang="zh-CN" altLang="en-US" sz="2300" dirty="0">
                <a:solidFill>
                  <a:srgbClr val="000000"/>
                </a:solidFill>
                <a:latin typeface="方正宋刻本秀楷简体" panose="02000000000000000000" pitchFamily="2" charset="-122"/>
                <a:ea typeface="方正宋刻本秀楷简体" panose="02000000000000000000" pitchFamily="2" charset="-122"/>
              </a:rPr>
              <a:t>    </a:t>
            </a:r>
            <a:r>
              <a:rPr lang="en-US" altLang="zh-CN" sz="2300" dirty="0">
                <a:solidFill>
                  <a:srgbClr val="000000"/>
                </a:solidFill>
                <a:latin typeface="方正宋刻本秀楷简体" panose="02000000000000000000" pitchFamily="2" charset="-122"/>
                <a:ea typeface="方正宋刻本秀楷简体" panose="02000000000000000000" pitchFamily="2" charset="-122"/>
              </a:rPr>
              <a:t>Hamming</a:t>
            </a:r>
            <a:r>
              <a:rPr lang="zh-CN" altLang="en-US" sz="2300" dirty="0">
                <a:solidFill>
                  <a:srgbClr val="000000"/>
                </a:solidFill>
                <a:latin typeface="方正宋刻本秀楷简体" panose="02000000000000000000" pitchFamily="2" charset="-122"/>
                <a:ea typeface="方正宋刻本秀楷简体" panose="02000000000000000000" pitchFamily="2" charset="-122"/>
              </a:rPr>
              <a:t>是二十世纪计算机领域最伟大的科学家之一，</a:t>
            </a:r>
            <a:r>
              <a:rPr lang="en-US" altLang="zh-CN" sz="2300" dirty="0">
                <a:solidFill>
                  <a:srgbClr val="000000"/>
                </a:solidFill>
                <a:latin typeface="方正宋刻本秀楷简体" panose="02000000000000000000" pitchFamily="2" charset="-122"/>
                <a:ea typeface="方正宋刻本秀楷简体" panose="02000000000000000000" pitchFamily="2" charset="-122"/>
              </a:rPr>
              <a:t>1968</a:t>
            </a:r>
            <a:r>
              <a:rPr lang="zh-CN" altLang="en-US" sz="2300" dirty="0">
                <a:solidFill>
                  <a:srgbClr val="000000"/>
                </a:solidFill>
                <a:latin typeface="方正宋刻本秀楷简体" panose="02000000000000000000" pitchFamily="2" charset="-122"/>
                <a:ea typeface="方正宋刻本秀楷简体" panose="02000000000000000000" pitchFamily="2" charset="-122"/>
              </a:rPr>
              <a:t>年他获得了图灵奖。其发明的“海明码”，现在仍是每个计算机专业学生的必修内容。</a:t>
            </a:r>
            <a:endParaRPr lang="en-US" altLang="zh-CN" sz="2300" dirty="0">
              <a:solidFill>
                <a:srgbClr val="000000"/>
              </a:solidFill>
              <a:latin typeface="方正宋刻本秀楷简体" panose="02000000000000000000" pitchFamily="2" charset="-122"/>
              <a:ea typeface="方正宋刻本秀楷简体" panose="02000000000000000000" pitchFamily="2" charset="-122"/>
            </a:endParaRPr>
          </a:p>
          <a:p>
            <a:pPr eaLnBrk="1" hangingPunct="1">
              <a:lnSpc>
                <a:spcPct val="150000"/>
              </a:lnSpc>
              <a:spcBef>
                <a:spcPct val="0"/>
              </a:spcBef>
              <a:buFontTx/>
              <a:buNone/>
            </a:pPr>
            <a:r>
              <a:rPr lang="en-US" altLang="zh-CN" sz="2300" b="1" dirty="0">
                <a:solidFill>
                  <a:srgbClr val="AB6225"/>
                </a:solidFill>
                <a:latin typeface="方正宋刻本秀楷简体" panose="02000000000000000000" pitchFamily="2" charset="-122"/>
                <a:ea typeface="方正宋刻本秀楷简体" panose="02000000000000000000" pitchFamily="2" charset="-122"/>
              </a:rPr>
              <a:t>    </a:t>
            </a:r>
            <a:r>
              <a:rPr lang="zh-CN" altLang="en-US" sz="2300" dirty="0">
                <a:solidFill>
                  <a:srgbClr val="AB6225"/>
                </a:solidFill>
                <a:latin typeface="方正宋刻本秀楷简体" panose="02000000000000000000" pitchFamily="2" charset="-122"/>
                <a:ea typeface="方正宋刻本秀楷简体" panose="02000000000000000000" pitchFamily="2" charset="-122"/>
              </a:rPr>
              <a:t>本次分享的演讲，是</a:t>
            </a:r>
            <a:r>
              <a:rPr lang="en-US" altLang="zh-CN" sz="2300" dirty="0">
                <a:solidFill>
                  <a:srgbClr val="AB6225"/>
                </a:solidFill>
                <a:latin typeface="方正宋刻本秀楷简体" panose="02000000000000000000" pitchFamily="2" charset="-122"/>
                <a:ea typeface="方正宋刻本秀楷简体" panose="02000000000000000000" pitchFamily="2" charset="-122"/>
              </a:rPr>
              <a:t>Hamming</a:t>
            </a:r>
            <a:r>
              <a:rPr lang="zh-CN" altLang="en-US" sz="2300" dirty="0">
                <a:solidFill>
                  <a:srgbClr val="AB6225"/>
                </a:solidFill>
                <a:latin typeface="方正宋刻本秀楷简体" panose="02000000000000000000" pitchFamily="2" charset="-122"/>
                <a:ea typeface="方正宋刻本秀楷简体" panose="02000000000000000000" pitchFamily="2" charset="-122"/>
              </a:rPr>
              <a:t>在</a:t>
            </a:r>
            <a:r>
              <a:rPr lang="en-US" altLang="zh-CN" sz="2300" dirty="0">
                <a:solidFill>
                  <a:srgbClr val="AB6225"/>
                </a:solidFill>
                <a:latin typeface="方正宋刻本秀楷简体" panose="02000000000000000000" pitchFamily="2" charset="-122"/>
                <a:ea typeface="方正宋刻本秀楷简体" panose="02000000000000000000" pitchFamily="2" charset="-122"/>
              </a:rPr>
              <a:t>1986</a:t>
            </a:r>
            <a:r>
              <a:rPr lang="zh-CN" altLang="en-US" sz="2300" dirty="0">
                <a:solidFill>
                  <a:srgbClr val="AB6225"/>
                </a:solidFill>
                <a:latin typeface="方正宋刻本秀楷简体" panose="02000000000000000000" pitchFamily="2" charset="-122"/>
                <a:ea typeface="方正宋刻本秀楷简体" panose="02000000000000000000" pitchFamily="2" charset="-122"/>
              </a:rPr>
              <a:t>年为贝尔通讯研究中心的</a:t>
            </a:r>
            <a:r>
              <a:rPr lang="en-US" altLang="zh-CN" sz="2300" dirty="0">
                <a:solidFill>
                  <a:srgbClr val="AB6225"/>
                </a:solidFill>
                <a:latin typeface="方正宋刻本秀楷简体" panose="02000000000000000000" pitchFamily="2" charset="-122"/>
                <a:ea typeface="方正宋刻本秀楷简体" panose="02000000000000000000" pitchFamily="2" charset="-122"/>
              </a:rPr>
              <a:t>200</a:t>
            </a:r>
            <a:r>
              <a:rPr lang="zh-CN" altLang="en-US" sz="2300" dirty="0">
                <a:solidFill>
                  <a:srgbClr val="AB6225"/>
                </a:solidFill>
                <a:latin typeface="方正宋刻本秀楷简体" panose="02000000000000000000" pitchFamily="2" charset="-122"/>
                <a:ea typeface="方正宋刻本秀楷简体" panose="02000000000000000000" pitchFamily="2" charset="-122"/>
              </a:rPr>
              <a:t>多位年轻的科学家所做。是一场智者与智者的交流，饱含智慧。</a:t>
            </a:r>
            <a:endParaRPr lang="en-US" altLang="zh-CN" sz="2300" dirty="0">
              <a:solidFill>
                <a:srgbClr val="AB6225"/>
              </a:solidFill>
              <a:latin typeface="方正宋刻本秀楷简体" panose="02000000000000000000" pitchFamily="2" charset="-122"/>
              <a:ea typeface="方正宋刻本秀楷简体" panose="02000000000000000000" pitchFamily="2" charset="-122"/>
            </a:endParaRPr>
          </a:p>
        </p:txBody>
      </p:sp>
      <p:pic>
        <p:nvPicPr>
          <p:cNvPr id="2050" name="Picture 2" descr="File:Richard Hammi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6160" y="1196752"/>
            <a:ext cx="3923928" cy="5132385"/>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0537210"/>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395096" y="404664"/>
            <a:ext cx="5581227" cy="653705"/>
          </a:xfrm>
          <a:prstGeom prst="rect">
            <a:avLst/>
          </a:prstGeom>
          <a:noFill/>
        </p:spPr>
        <p:txBody>
          <a:bodyPr wrap="square">
            <a:spAutoFit/>
          </a:bodyPr>
          <a:lstStyle>
            <a:defPPr>
              <a:defRPr lang="zh-CN"/>
            </a:defPPr>
            <a:lvl1pPr algn="ctr">
              <a:lnSpc>
                <a:spcPct val="114000"/>
              </a:lnSpc>
              <a:defRPr sz="2800" spc="300">
                <a:solidFill>
                  <a:srgbClr val="AB6225"/>
                </a:solidFill>
                <a:latin typeface="方正粗宋简体" panose="03000509000000000000" pitchFamily="65" charset="-122"/>
                <a:ea typeface="方正粗宋简体" panose="03000509000000000000" pitchFamily="65" charset="-122"/>
              </a:defRPr>
            </a:lvl1pPr>
          </a:lstStyle>
          <a:p>
            <a:r>
              <a:rPr lang="zh-CN" altLang="en-US" sz="3200" dirty="0">
                <a:latin typeface="方正正大黑简体" panose="02000000000000000000" pitchFamily="2" charset="-122"/>
                <a:ea typeface="方正正大黑简体" panose="02000000000000000000" pitchFamily="2" charset="-122"/>
              </a:rPr>
              <a:t>为什么这篇演讲重要？</a:t>
            </a:r>
          </a:p>
        </p:txBody>
      </p:sp>
      <p:sp>
        <p:nvSpPr>
          <p:cNvPr id="6" name="文本框 5"/>
          <p:cNvSpPr txBox="1"/>
          <p:nvPr/>
        </p:nvSpPr>
        <p:spPr>
          <a:xfrm>
            <a:off x="2170586" y="2914576"/>
            <a:ext cx="8668536" cy="487185"/>
          </a:xfrm>
          <a:prstGeom prst="rect">
            <a:avLst/>
          </a:prstGeom>
          <a:noFill/>
        </p:spPr>
        <p:txBody>
          <a:bodyPr wrap="square">
            <a:spAutoFit/>
          </a:bodyPr>
          <a:lstStyle>
            <a:defPPr>
              <a:defRPr lang="zh-CN"/>
            </a:defPPr>
            <a:lvl1pPr algn="ctr">
              <a:lnSpc>
                <a:spcPct val="114000"/>
              </a:lnSpc>
              <a:defRPr sz="2800" spc="300">
                <a:solidFill>
                  <a:srgbClr val="AB6225"/>
                </a:solidFill>
                <a:latin typeface="方正粗宋简体" panose="03000509000000000000" pitchFamily="65" charset="-122"/>
                <a:ea typeface="方正粗宋简体" panose="03000509000000000000" pitchFamily="65" charset="-122"/>
              </a:defRPr>
            </a:lvl1pPr>
          </a:lstStyle>
          <a:p>
            <a:pPr algn="l" eaLnBrk="1" hangingPunct="1">
              <a:defRPr/>
            </a:pPr>
            <a:r>
              <a:rPr lang="zh-CN" altLang="en-US" sz="2400" dirty="0">
                <a:latin typeface="方正大标宋简体" panose="03000509000000000000" pitchFamily="65" charset="-122"/>
                <a:ea typeface="方正大标宋简体" panose="03000509000000000000" pitchFamily="65" charset="-122"/>
              </a:rPr>
              <a:t>了解自己与那些正在做事和已经成事的人之间的差别</a:t>
            </a:r>
          </a:p>
        </p:txBody>
      </p:sp>
      <p:sp>
        <p:nvSpPr>
          <p:cNvPr id="7" name="文本框 6"/>
          <p:cNvSpPr txBox="1"/>
          <p:nvPr/>
        </p:nvSpPr>
        <p:spPr>
          <a:xfrm>
            <a:off x="2170906" y="1556792"/>
            <a:ext cx="8243946" cy="513346"/>
          </a:xfrm>
          <a:prstGeom prst="rect">
            <a:avLst/>
          </a:prstGeom>
          <a:noFill/>
        </p:spPr>
        <p:txBody>
          <a:bodyPr wrap="square">
            <a:spAutoFit/>
          </a:bodyPr>
          <a:lstStyle>
            <a:defPPr>
              <a:defRPr lang="zh-CN"/>
            </a:defPPr>
            <a:lvl1pPr algn="ctr">
              <a:lnSpc>
                <a:spcPct val="114000"/>
              </a:lnSpc>
              <a:defRPr sz="2800" spc="300">
                <a:solidFill>
                  <a:srgbClr val="AB6225"/>
                </a:solidFill>
                <a:latin typeface="方正粗宋简体" panose="03000509000000000000" pitchFamily="65" charset="-122"/>
                <a:ea typeface="方正粗宋简体" panose="03000509000000000000" pitchFamily="65" charset="-122"/>
              </a:defRPr>
            </a:lvl1pPr>
          </a:lstStyle>
          <a:p>
            <a:pPr algn="l" eaLnBrk="1" hangingPunct="1">
              <a:defRPr/>
            </a:pPr>
            <a:r>
              <a:rPr lang="zh-CN" altLang="en-US" sz="2400" dirty="0">
                <a:latin typeface="方正大标宋简体" panose="03000509000000000000" pitchFamily="65" charset="-122"/>
                <a:ea typeface="方正大标宋简体" panose="03000509000000000000" pitchFamily="65" charset="-122"/>
              </a:rPr>
              <a:t>所讲的内容也适用于其他很多领域</a:t>
            </a:r>
          </a:p>
        </p:txBody>
      </p:sp>
      <p:sp>
        <p:nvSpPr>
          <p:cNvPr id="8" name="文本框 7"/>
          <p:cNvSpPr txBox="1"/>
          <p:nvPr/>
        </p:nvSpPr>
        <p:spPr>
          <a:xfrm>
            <a:off x="2170583" y="4883614"/>
            <a:ext cx="5666765" cy="487185"/>
          </a:xfrm>
          <a:prstGeom prst="rect">
            <a:avLst/>
          </a:prstGeom>
          <a:noFill/>
        </p:spPr>
        <p:txBody>
          <a:bodyPr wrap="square">
            <a:spAutoFit/>
          </a:bodyPr>
          <a:lstStyle>
            <a:defPPr>
              <a:defRPr lang="zh-CN"/>
            </a:defPPr>
            <a:lvl1pPr algn="ctr">
              <a:lnSpc>
                <a:spcPct val="114000"/>
              </a:lnSpc>
              <a:defRPr sz="2800" spc="300">
                <a:solidFill>
                  <a:srgbClr val="AB6225"/>
                </a:solidFill>
                <a:latin typeface="方正粗宋简体" panose="03000509000000000000" pitchFamily="65" charset="-122"/>
                <a:ea typeface="方正粗宋简体" panose="03000509000000000000" pitchFamily="65" charset="-122"/>
              </a:defRPr>
            </a:lvl1pPr>
          </a:lstStyle>
          <a:p>
            <a:pPr algn="l" eaLnBrk="1" hangingPunct="1">
              <a:defRPr/>
            </a:pPr>
            <a:r>
              <a:rPr lang="zh-CN" altLang="en-US" sz="2400" dirty="0">
                <a:latin typeface="方正大标宋简体" panose="03000509000000000000" pitchFamily="65" charset="-122"/>
                <a:ea typeface="方正大标宋简体" panose="03000509000000000000" pitchFamily="65" charset="-122"/>
              </a:rPr>
              <a:t>做大事，成大业</a:t>
            </a:r>
          </a:p>
        </p:txBody>
      </p:sp>
      <p:sp>
        <p:nvSpPr>
          <p:cNvPr id="3" name="矩形 2"/>
          <p:cNvSpPr/>
          <p:nvPr/>
        </p:nvSpPr>
        <p:spPr>
          <a:xfrm>
            <a:off x="1810222" y="3100316"/>
            <a:ext cx="189030" cy="142875"/>
          </a:xfrm>
          <a:prstGeom prst="rect">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3" name="矩形 12"/>
          <p:cNvSpPr/>
          <p:nvPr/>
        </p:nvSpPr>
        <p:spPr>
          <a:xfrm>
            <a:off x="1810544" y="1742533"/>
            <a:ext cx="189030" cy="142875"/>
          </a:xfrm>
          <a:prstGeom prst="rect">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4" name="矩形 13"/>
          <p:cNvSpPr/>
          <p:nvPr/>
        </p:nvSpPr>
        <p:spPr>
          <a:xfrm>
            <a:off x="1810222" y="5069354"/>
            <a:ext cx="189030" cy="142875"/>
          </a:xfrm>
          <a:prstGeom prst="rect">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 name="矩形 3"/>
          <p:cNvSpPr/>
          <p:nvPr/>
        </p:nvSpPr>
        <p:spPr>
          <a:xfrm>
            <a:off x="2170586" y="3573016"/>
            <a:ext cx="8856982" cy="1154162"/>
          </a:xfrm>
          <a:prstGeom prst="rect">
            <a:avLst/>
          </a:prstGeom>
        </p:spPr>
        <p:txBody>
          <a:bodyPr wrap="square">
            <a:spAutoFit/>
          </a:bodyPr>
          <a:lstStyle/>
          <a:p>
            <a:pPr eaLnBrk="1" hangingPunct="1">
              <a:defRPr/>
            </a:pPr>
            <a:r>
              <a:rPr lang="zh-CN" altLang="en-US" sz="2300" dirty="0">
                <a:solidFill>
                  <a:srgbClr val="000000"/>
                </a:solidFill>
                <a:latin typeface="方正宋刻本秀楷简体" panose="02000000000000000000" pitchFamily="2" charset="-122"/>
                <a:ea typeface="方正宋刻本秀楷简体" panose="02000000000000000000" pitchFamily="2" charset="-122"/>
              </a:rPr>
              <a:t>“</a:t>
            </a:r>
            <a:r>
              <a:rPr lang="en-US" altLang="zh-CN" sz="2300" dirty="0">
                <a:solidFill>
                  <a:srgbClr val="000000"/>
                </a:solidFill>
                <a:latin typeface="方正宋刻本秀楷简体" panose="02000000000000000000" pitchFamily="2" charset="-122"/>
                <a:ea typeface="方正宋刻本秀楷简体" panose="02000000000000000000" pitchFamily="2" charset="-122"/>
              </a:rPr>
              <a:t>1943</a:t>
            </a:r>
            <a:r>
              <a:rPr lang="zh-CN" altLang="en-US" sz="2300" dirty="0">
                <a:solidFill>
                  <a:srgbClr val="000000"/>
                </a:solidFill>
                <a:latin typeface="方正宋刻本秀楷简体" panose="02000000000000000000" pitchFamily="2" charset="-122"/>
                <a:ea typeface="方正宋刻本秀楷简体" panose="02000000000000000000" pitchFamily="2" charset="-122"/>
              </a:rPr>
              <a:t>年，我负责运行计算机有关方面的研究，我见过很多伟大的人，当时我无非就是个‘跑龙套’的，尽管身体上与他们无异，但是我又确实与他们存在这区别。”</a:t>
            </a:r>
          </a:p>
        </p:txBody>
      </p:sp>
      <p:sp>
        <p:nvSpPr>
          <p:cNvPr id="16" name="矩形 15"/>
          <p:cNvSpPr/>
          <p:nvPr/>
        </p:nvSpPr>
        <p:spPr>
          <a:xfrm>
            <a:off x="2185160" y="2132471"/>
            <a:ext cx="6886661" cy="446276"/>
          </a:xfrm>
          <a:prstGeom prst="rect">
            <a:avLst/>
          </a:prstGeom>
        </p:spPr>
        <p:txBody>
          <a:bodyPr wrap="square">
            <a:spAutoFit/>
          </a:bodyPr>
          <a:lstStyle/>
          <a:p>
            <a:pPr eaLnBrk="1" hangingPunct="1">
              <a:defRPr/>
            </a:pPr>
            <a:r>
              <a:rPr lang="zh-CN" altLang="en-US" sz="2300" dirty="0">
                <a:solidFill>
                  <a:srgbClr val="000000"/>
                </a:solidFill>
                <a:latin typeface="方正宋刻本秀楷简体" panose="02000000000000000000" pitchFamily="2" charset="-122"/>
                <a:ea typeface="方正宋刻本秀楷简体" panose="02000000000000000000" pitchFamily="2" charset="-122"/>
              </a:rPr>
              <a:t>杰出的工作在很多不同的领域里都具有相同的特点</a:t>
            </a:r>
          </a:p>
        </p:txBody>
      </p:sp>
      <p:sp>
        <p:nvSpPr>
          <p:cNvPr id="17" name="矩形 16"/>
          <p:cNvSpPr/>
          <p:nvPr/>
        </p:nvSpPr>
        <p:spPr>
          <a:xfrm>
            <a:off x="2177323" y="5477162"/>
            <a:ext cx="9319277" cy="446276"/>
          </a:xfrm>
          <a:prstGeom prst="rect">
            <a:avLst/>
          </a:prstGeom>
        </p:spPr>
        <p:txBody>
          <a:bodyPr wrap="square">
            <a:spAutoFit/>
          </a:bodyPr>
          <a:lstStyle/>
          <a:p>
            <a:pPr eaLnBrk="1" hangingPunct="1">
              <a:defRPr/>
            </a:pPr>
            <a:r>
              <a:rPr lang="zh-CN" altLang="en-US" sz="2300" dirty="0">
                <a:solidFill>
                  <a:srgbClr val="000000"/>
                </a:solidFill>
                <a:latin typeface="方正宋刻本秀楷简体" panose="02000000000000000000" pitchFamily="2" charset="-122"/>
                <a:ea typeface="方正宋刻本秀楷简体" panose="02000000000000000000" pitchFamily="2" charset="-122"/>
              </a:rPr>
              <a:t>我们每个人只有一次生命，应该承认，我们都是想完成一些大事的。</a:t>
            </a:r>
          </a:p>
        </p:txBody>
      </p:sp>
      <p:sp>
        <p:nvSpPr>
          <p:cNvPr id="22" name="矩形 21"/>
          <p:cNvSpPr/>
          <p:nvPr/>
        </p:nvSpPr>
        <p:spPr>
          <a:xfrm flipV="1">
            <a:off x="9440814" y="664879"/>
            <a:ext cx="2783632" cy="171833"/>
          </a:xfrm>
          <a:prstGeom prst="rect">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3" name="矩形 22"/>
          <p:cNvSpPr/>
          <p:nvPr/>
        </p:nvSpPr>
        <p:spPr>
          <a:xfrm>
            <a:off x="1" y="610806"/>
            <a:ext cx="2963494" cy="171833"/>
          </a:xfrm>
          <a:prstGeom prst="rect">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97219" y="764706"/>
            <a:ext cx="7705665" cy="488025"/>
          </a:xfrm>
          <a:prstGeom prst="rect">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文本框 1"/>
          <p:cNvSpPr txBox="1"/>
          <p:nvPr/>
        </p:nvSpPr>
        <p:spPr>
          <a:xfrm>
            <a:off x="1652355" y="750416"/>
            <a:ext cx="7294820" cy="548483"/>
          </a:xfrm>
          <a:prstGeom prst="rect">
            <a:avLst/>
          </a:prstGeom>
          <a:noFill/>
        </p:spPr>
        <p:txBody>
          <a:bodyPr wrap="square">
            <a:spAutoFit/>
          </a:bodyPr>
          <a:lstStyle>
            <a:defPPr>
              <a:defRPr lang="zh-CN"/>
            </a:defPPr>
            <a:lvl1pPr algn="ctr">
              <a:lnSpc>
                <a:spcPct val="114000"/>
              </a:lnSpc>
              <a:defRPr sz="2800" spc="300">
                <a:solidFill>
                  <a:srgbClr val="AB6225"/>
                </a:solidFill>
                <a:latin typeface="方正粗宋简体" panose="03000509000000000000" pitchFamily="65" charset="-122"/>
                <a:ea typeface="方正粗宋简体" panose="03000509000000000000" pitchFamily="65" charset="-122"/>
              </a:defRPr>
            </a:lvl1pPr>
          </a:lstStyle>
          <a:p>
            <a:pPr algn="l" eaLnBrk="1" hangingPunct="1">
              <a:defRPr/>
            </a:pPr>
            <a:r>
              <a:rPr lang="zh-CN" altLang="en-US" sz="2600" dirty="0">
                <a:solidFill>
                  <a:prstClr val="white"/>
                </a:solidFill>
                <a:latin typeface="方正大标宋简体" panose="03000509000000000000" pitchFamily="65" charset="-122"/>
                <a:ea typeface="方正大标宋简体" panose="03000509000000000000" pitchFamily="65" charset="-122"/>
              </a:rPr>
              <a:t>运气只光顾有准备之士</a:t>
            </a:r>
          </a:p>
        </p:txBody>
      </p:sp>
      <p:sp>
        <p:nvSpPr>
          <p:cNvPr id="4" name="矩形 3"/>
          <p:cNvSpPr/>
          <p:nvPr/>
        </p:nvSpPr>
        <p:spPr>
          <a:xfrm>
            <a:off x="1154162" y="3558495"/>
            <a:ext cx="9455465" cy="2246769"/>
          </a:xfrm>
          <a:prstGeom prst="rect">
            <a:avLst/>
          </a:prstGeom>
        </p:spPr>
        <p:txBody>
          <a:bodyPr wrap="square">
            <a:spAutoFit/>
          </a:bodyPr>
          <a:lstStyle/>
          <a:p>
            <a:pPr indent="468000" eaLnBrk="1" hangingPunct="1">
              <a:spcBef>
                <a:spcPts val="1200"/>
              </a:spcBef>
            </a:pPr>
            <a:r>
              <a:rPr lang="zh-CN" altLang="en-US" sz="2000" dirty="0" smtClean="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“你不能</a:t>
            </a: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从现在这个点</a:t>
            </a:r>
            <a:r>
              <a:rPr lang="zh-CN" altLang="en-US" sz="2000" dirty="0" smtClean="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上，连</a:t>
            </a: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出通向未来的那一条线。只有当你回头看时，才会</a:t>
            </a:r>
            <a:r>
              <a:rPr lang="zh-CN" altLang="en-US" sz="2000" dirty="0" smtClean="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发现</a:t>
            </a: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那些</a:t>
            </a:r>
            <a:r>
              <a:rPr lang="zh-CN" altLang="en-US" sz="2000" dirty="0" smtClean="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过去</a:t>
            </a: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的点其实已经画出了那条线。所以，要相信每一个点迟早都会连接到一起</a:t>
            </a:r>
            <a:r>
              <a:rPr lang="zh-CN" altLang="en-US" sz="2000" dirty="0" smtClean="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a:t>
            </a:r>
            <a:endParaRPr lang="en-US" altLang="zh-CN" sz="2000" dirty="0" smtClean="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endParaRPr>
          </a:p>
          <a:p>
            <a:pPr indent="468000" eaLnBrk="1" hangingPunct="1">
              <a:spcBef>
                <a:spcPts val="1200"/>
              </a:spcBef>
            </a:pPr>
            <a:r>
              <a:rPr lang="zh-CN" altLang="en-US" sz="2000" dirty="0" smtClean="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积极的去准备，去尝试。你是通过行动了解了自己，画出了“那条线”，最终走向你总归要去的地方。</a:t>
            </a:r>
            <a:endParaRPr lang="en-US" altLang="zh-CN" sz="2000" dirty="0" smtClean="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endParaRPr>
          </a:p>
          <a:p>
            <a:pPr indent="468000" eaLnBrk="1" hangingPunct="1">
              <a:spcBef>
                <a:spcPts val="1200"/>
              </a:spcBef>
            </a:pP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有些能力你总归是要锻炼的。此刻就是修行时</a:t>
            </a:r>
            <a:r>
              <a:rPr lang="zh-CN" altLang="en-US" sz="2000" dirty="0" smtClean="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a:t>
            </a:r>
            <a:endParaRPr lang="en-US" altLang="zh-CN"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endParaRPr>
          </a:p>
        </p:txBody>
      </p:sp>
      <p:sp>
        <p:nvSpPr>
          <p:cNvPr id="9" name="矩形 8"/>
          <p:cNvSpPr/>
          <p:nvPr/>
        </p:nvSpPr>
        <p:spPr>
          <a:xfrm>
            <a:off x="1272148" y="1700808"/>
            <a:ext cx="9480535" cy="1212640"/>
          </a:xfrm>
          <a:prstGeom prst="rect">
            <a:avLst/>
          </a:prstGeom>
        </p:spPr>
        <p:txBody>
          <a:bodyPr wrap="square">
            <a:spAutoFit/>
          </a:bodyPr>
          <a:lstStyle/>
          <a:p>
            <a:pPr indent="468000" eaLnBrk="1" hangingPunct="1">
              <a:lnSpc>
                <a:spcPct val="130000"/>
              </a:lnSpc>
              <a:defRPr/>
            </a:pPr>
            <a:r>
              <a:rPr lang="zh-CN" altLang="en-US" sz="2800" b="1" dirty="0">
                <a:solidFill>
                  <a:srgbClr val="975621"/>
                </a:solidFill>
                <a:latin typeface="华文中宋" panose="02010600040101010101" pitchFamily="2" charset="-122"/>
                <a:ea typeface="华文中宋" panose="02010600040101010101" pitchFamily="2" charset="-122"/>
              </a:rPr>
              <a:t>你去做的那件特定的事是偶然，但是，你总归要做某事却不是。</a:t>
            </a:r>
          </a:p>
        </p:txBody>
      </p:sp>
      <p:sp>
        <p:nvSpPr>
          <p:cNvPr id="11" name="半闭框 10"/>
          <p:cNvSpPr/>
          <p:nvPr/>
        </p:nvSpPr>
        <p:spPr>
          <a:xfrm>
            <a:off x="1272149" y="1700811"/>
            <a:ext cx="242278" cy="169803"/>
          </a:xfrm>
          <a:prstGeom prst="halfFrame">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endParaRPr>
          </a:p>
        </p:txBody>
      </p:sp>
      <p:sp>
        <p:nvSpPr>
          <p:cNvPr id="12" name="半闭框 11"/>
          <p:cNvSpPr/>
          <p:nvPr/>
        </p:nvSpPr>
        <p:spPr>
          <a:xfrm flipH="1" flipV="1">
            <a:off x="10488488" y="2827149"/>
            <a:ext cx="242278" cy="169803"/>
          </a:xfrm>
          <a:prstGeom prst="halfFrame">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endParaRPr>
          </a:p>
        </p:txBody>
      </p:sp>
      <p:pic>
        <p:nvPicPr>
          <p:cNvPr id="3" name="图片 2"/>
          <p:cNvPicPr>
            <a:picLocks noChangeAspect="1"/>
          </p:cNvPicPr>
          <p:nvPr/>
        </p:nvPicPr>
        <p:blipFill>
          <a:blip r:embed="rId2"/>
          <a:stretch>
            <a:fillRect/>
          </a:stretch>
        </p:blipFill>
        <p:spPr>
          <a:xfrm>
            <a:off x="767409" y="639455"/>
            <a:ext cx="772694" cy="725249"/>
          </a:xfrm>
          <a:prstGeom prst="ellipse">
            <a:avLst/>
          </a:prstGeom>
          <a:ln w="50800">
            <a:solidFill>
              <a:srgbClr val="AB6225"/>
            </a:solidFill>
          </a:ln>
        </p:spPr>
      </p:pic>
      <p:grpSp>
        <p:nvGrpSpPr>
          <p:cNvPr id="5" name="组合 4"/>
          <p:cNvGrpSpPr/>
          <p:nvPr/>
        </p:nvGrpSpPr>
        <p:grpSpPr>
          <a:xfrm flipH="1">
            <a:off x="9264352" y="5662953"/>
            <a:ext cx="1983390" cy="664464"/>
            <a:chOff x="872250" y="3373361"/>
            <a:chExt cx="1983390" cy="664464"/>
          </a:xfrm>
        </p:grpSpPr>
        <p:sp>
          <p:nvSpPr>
            <p:cNvPr id="13" name="矩形 12"/>
            <p:cNvSpPr/>
            <p:nvPr/>
          </p:nvSpPr>
          <p:spPr>
            <a:xfrm>
              <a:off x="1297219" y="3468075"/>
              <a:ext cx="1558421" cy="488025"/>
            </a:xfrm>
            <a:prstGeom prst="rect">
              <a:avLst/>
            </a:prstGeom>
            <a:solidFill>
              <a:srgbClr val="BB5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7" name="图片 6"/>
            <p:cNvPicPr>
              <a:picLocks noChangeAspect="1"/>
            </p:cNvPicPr>
            <p:nvPr/>
          </p:nvPicPr>
          <p:blipFill>
            <a:blip r:embed="rId3"/>
            <a:stretch>
              <a:fillRect/>
            </a:stretch>
          </p:blipFill>
          <p:spPr>
            <a:xfrm>
              <a:off x="872250" y="3373361"/>
              <a:ext cx="713664" cy="664464"/>
            </a:xfrm>
            <a:prstGeom prst="ellipse">
              <a:avLst/>
            </a:prstGeom>
            <a:ln w="50800">
              <a:solidFill>
                <a:srgbClr val="AB6225"/>
              </a:solidFill>
            </a:ln>
          </p:spPr>
        </p:pic>
      </p:grpSp>
      <p:cxnSp>
        <p:nvCxnSpPr>
          <p:cNvPr id="14" name="直接连接符 13"/>
          <p:cNvCxnSpPr/>
          <p:nvPr/>
        </p:nvCxnSpPr>
        <p:spPr>
          <a:xfrm>
            <a:off x="983432" y="3356992"/>
            <a:ext cx="10035366" cy="0"/>
          </a:xfrm>
          <a:prstGeom prst="line">
            <a:avLst/>
          </a:prstGeom>
          <a:ln>
            <a:solidFill>
              <a:srgbClr val="AB6225"/>
            </a:solidFill>
            <a:prstDash val="dash"/>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9264352" y="5770846"/>
            <a:ext cx="1269726" cy="461665"/>
          </a:xfrm>
          <a:prstGeom prst="rect">
            <a:avLst/>
          </a:prstGeom>
        </p:spPr>
        <p:txBody>
          <a:bodyPr wrap="square">
            <a:spAutoFit/>
          </a:bodyPr>
          <a:lstStyle/>
          <a:p>
            <a:pPr eaLnBrk="1" hangingPunct="1">
              <a:defRPr/>
            </a:pPr>
            <a:r>
              <a:rPr lang="zh-CN" altLang="en-US" sz="2400" spc="300" dirty="0" smtClean="0">
                <a:solidFill>
                  <a:prstClr val="white"/>
                </a:solidFill>
                <a:latin typeface="方正大标宋简体" panose="03000509000000000000" pitchFamily="65" charset="-122"/>
                <a:ea typeface="方正大标宋简体" panose="03000509000000000000" pitchFamily="65" charset="-122"/>
              </a:rPr>
              <a:t>微感悟</a:t>
            </a:r>
            <a:endParaRPr lang="zh-CN" altLang="en-US" sz="2400" spc="300" dirty="0">
              <a:solidFill>
                <a:prstClr val="white"/>
              </a:solidFill>
              <a:latin typeface="方正大标宋简体" panose="03000509000000000000" pitchFamily="65" charset="-122"/>
              <a:ea typeface="方正大标宋简体" panose="03000509000000000000" pitchFamily="65" charset="-122"/>
            </a:endParaRPr>
          </a:p>
        </p:txBody>
      </p:sp>
    </p:spTree>
    <p:extLst>
      <p:ext uri="{BB962C8B-B14F-4D97-AF65-F5344CB8AC3E}">
        <p14:creationId xmlns:p14="http://schemas.microsoft.com/office/powerpoint/2010/main" val="2525069710"/>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97219" y="764706"/>
            <a:ext cx="7705665" cy="488025"/>
          </a:xfrm>
          <a:prstGeom prst="rect">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文本框 1"/>
          <p:cNvSpPr txBox="1"/>
          <p:nvPr/>
        </p:nvSpPr>
        <p:spPr>
          <a:xfrm>
            <a:off x="1652355" y="750416"/>
            <a:ext cx="7294820" cy="520142"/>
          </a:xfrm>
          <a:prstGeom prst="rect">
            <a:avLst/>
          </a:prstGeom>
          <a:noFill/>
        </p:spPr>
        <p:txBody>
          <a:bodyPr wrap="square">
            <a:spAutoFit/>
          </a:bodyPr>
          <a:lstStyle>
            <a:defPPr>
              <a:defRPr lang="zh-CN"/>
            </a:defPPr>
            <a:lvl1pPr algn="ctr">
              <a:lnSpc>
                <a:spcPct val="114000"/>
              </a:lnSpc>
              <a:defRPr sz="2800" spc="300">
                <a:solidFill>
                  <a:srgbClr val="AB6225"/>
                </a:solidFill>
                <a:latin typeface="方正粗宋简体" panose="03000509000000000000" pitchFamily="65" charset="-122"/>
                <a:ea typeface="方正粗宋简体" panose="03000509000000000000" pitchFamily="65" charset="-122"/>
              </a:defRPr>
            </a:lvl1pPr>
          </a:lstStyle>
          <a:p>
            <a:pPr algn="l" eaLnBrk="1" hangingPunct="1">
              <a:defRPr/>
            </a:pPr>
            <a:r>
              <a:rPr lang="zh-CN" altLang="en-US" sz="2600" dirty="0" smtClean="0">
                <a:solidFill>
                  <a:prstClr val="white"/>
                </a:solidFill>
                <a:latin typeface="方正大标宋简体" panose="03000509000000000000" pitchFamily="65" charset="-122"/>
                <a:ea typeface="方正大标宋简体" panose="03000509000000000000" pitchFamily="65" charset="-122"/>
              </a:rPr>
              <a:t>重要品质之一就是勇气</a:t>
            </a:r>
            <a:endParaRPr lang="zh-CN" altLang="en-US" sz="2600" dirty="0">
              <a:solidFill>
                <a:prstClr val="white"/>
              </a:solidFill>
              <a:latin typeface="方正大标宋简体" panose="03000509000000000000" pitchFamily="65" charset="-122"/>
              <a:ea typeface="方正大标宋简体" panose="03000509000000000000" pitchFamily="65" charset="-122"/>
            </a:endParaRPr>
          </a:p>
        </p:txBody>
      </p:sp>
      <p:sp>
        <p:nvSpPr>
          <p:cNvPr id="4" name="矩形 3"/>
          <p:cNvSpPr/>
          <p:nvPr/>
        </p:nvSpPr>
        <p:spPr>
          <a:xfrm>
            <a:off x="1154162" y="3558495"/>
            <a:ext cx="9455465" cy="1938992"/>
          </a:xfrm>
          <a:prstGeom prst="rect">
            <a:avLst/>
          </a:prstGeom>
        </p:spPr>
        <p:txBody>
          <a:bodyPr wrap="square">
            <a:spAutoFit/>
          </a:bodyPr>
          <a:lstStyle/>
          <a:p>
            <a:pPr indent="468000" eaLnBrk="1" hangingPunct="1">
              <a:spcBef>
                <a:spcPts val="1200"/>
              </a:spcBef>
            </a:pP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勇气让人成为一个可靠的人。</a:t>
            </a:r>
          </a:p>
          <a:p>
            <a:pPr indent="468000" eaLnBrk="1" hangingPunct="1">
              <a:spcBef>
                <a:spcPts val="1200"/>
              </a:spcBef>
            </a:pP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每一项伟大的发现或者伟大的事业无不是对当时正常秩序的巨大颠覆，这需要巨大的勇气。想想哥白尼的”日心说“，爱因斯坦的”量子力学“和”相对论“，乔布斯的</a:t>
            </a:r>
            <a:r>
              <a:rPr lang="en-US" altLang="zh-CN"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iPhone</a:t>
            </a: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等。</a:t>
            </a:r>
          </a:p>
          <a:p>
            <a:pPr indent="468000" eaLnBrk="1" hangingPunct="1">
              <a:spcBef>
                <a:spcPts val="1200"/>
              </a:spcBef>
            </a:pP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“那些疯狂到以为自己能够改变世界的人，最终改变了世界。”</a:t>
            </a:r>
          </a:p>
        </p:txBody>
      </p:sp>
      <p:sp>
        <p:nvSpPr>
          <p:cNvPr id="9" name="矩形 8"/>
          <p:cNvSpPr/>
          <p:nvPr/>
        </p:nvSpPr>
        <p:spPr>
          <a:xfrm>
            <a:off x="1272148" y="1700808"/>
            <a:ext cx="9480535" cy="1158074"/>
          </a:xfrm>
          <a:prstGeom prst="rect">
            <a:avLst/>
          </a:prstGeom>
        </p:spPr>
        <p:txBody>
          <a:bodyPr wrap="square">
            <a:spAutoFit/>
          </a:bodyPr>
          <a:lstStyle/>
          <a:p>
            <a:pPr indent="468000" eaLnBrk="1" hangingPunct="1">
              <a:lnSpc>
                <a:spcPct val="130000"/>
              </a:lnSpc>
              <a:defRPr/>
            </a:pPr>
            <a:r>
              <a:rPr lang="zh-CN" altLang="en-US" sz="2800" b="1" dirty="0">
                <a:solidFill>
                  <a:srgbClr val="975621"/>
                </a:solidFill>
                <a:latin typeface="华文中宋" panose="02010600040101010101" pitchFamily="2" charset="-122"/>
                <a:ea typeface="华文中宋" panose="02010600040101010101" pitchFamily="2" charset="-122"/>
              </a:rPr>
              <a:t>一旦你鼓起了自己的勇气并相信自己能解决重要的问题，那么你就行。如果你觉得你不行，几乎肯定你就不会去做。</a:t>
            </a:r>
          </a:p>
        </p:txBody>
      </p:sp>
      <p:sp>
        <p:nvSpPr>
          <p:cNvPr id="11" name="半闭框 10"/>
          <p:cNvSpPr/>
          <p:nvPr/>
        </p:nvSpPr>
        <p:spPr>
          <a:xfrm>
            <a:off x="1272149" y="1700811"/>
            <a:ext cx="242278" cy="169803"/>
          </a:xfrm>
          <a:prstGeom prst="halfFrame">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endParaRPr>
          </a:p>
        </p:txBody>
      </p:sp>
      <p:sp>
        <p:nvSpPr>
          <p:cNvPr id="12" name="半闭框 11"/>
          <p:cNvSpPr/>
          <p:nvPr/>
        </p:nvSpPr>
        <p:spPr>
          <a:xfrm flipH="1" flipV="1">
            <a:off x="10488488" y="2827149"/>
            <a:ext cx="242278" cy="169803"/>
          </a:xfrm>
          <a:prstGeom prst="halfFrame">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endParaRPr>
          </a:p>
        </p:txBody>
      </p:sp>
      <p:pic>
        <p:nvPicPr>
          <p:cNvPr id="3" name="图片 2"/>
          <p:cNvPicPr>
            <a:picLocks noChangeAspect="1"/>
          </p:cNvPicPr>
          <p:nvPr/>
        </p:nvPicPr>
        <p:blipFill>
          <a:blip r:embed="rId2"/>
          <a:stretch>
            <a:fillRect/>
          </a:stretch>
        </p:blipFill>
        <p:spPr>
          <a:xfrm>
            <a:off x="767409" y="639455"/>
            <a:ext cx="772694" cy="725249"/>
          </a:xfrm>
          <a:prstGeom prst="ellipse">
            <a:avLst/>
          </a:prstGeom>
          <a:ln w="50800">
            <a:solidFill>
              <a:srgbClr val="AB6225"/>
            </a:solidFill>
          </a:ln>
        </p:spPr>
      </p:pic>
      <p:grpSp>
        <p:nvGrpSpPr>
          <p:cNvPr id="5" name="组合 4"/>
          <p:cNvGrpSpPr/>
          <p:nvPr/>
        </p:nvGrpSpPr>
        <p:grpSpPr>
          <a:xfrm flipH="1">
            <a:off x="9264352" y="5662953"/>
            <a:ext cx="1983390" cy="664464"/>
            <a:chOff x="872250" y="3373361"/>
            <a:chExt cx="1983390" cy="664464"/>
          </a:xfrm>
        </p:grpSpPr>
        <p:sp>
          <p:nvSpPr>
            <p:cNvPr id="13" name="矩形 12"/>
            <p:cNvSpPr/>
            <p:nvPr/>
          </p:nvSpPr>
          <p:spPr>
            <a:xfrm>
              <a:off x="1297219" y="3468075"/>
              <a:ext cx="1558421" cy="488025"/>
            </a:xfrm>
            <a:prstGeom prst="rect">
              <a:avLst/>
            </a:prstGeom>
            <a:solidFill>
              <a:srgbClr val="BB5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7" name="图片 6"/>
            <p:cNvPicPr>
              <a:picLocks noChangeAspect="1"/>
            </p:cNvPicPr>
            <p:nvPr/>
          </p:nvPicPr>
          <p:blipFill>
            <a:blip r:embed="rId3"/>
            <a:stretch>
              <a:fillRect/>
            </a:stretch>
          </p:blipFill>
          <p:spPr>
            <a:xfrm>
              <a:off x="872250" y="3373361"/>
              <a:ext cx="713664" cy="664464"/>
            </a:xfrm>
            <a:prstGeom prst="ellipse">
              <a:avLst/>
            </a:prstGeom>
            <a:ln w="50800">
              <a:solidFill>
                <a:srgbClr val="AB6225"/>
              </a:solidFill>
            </a:ln>
          </p:spPr>
        </p:pic>
      </p:grpSp>
      <p:cxnSp>
        <p:nvCxnSpPr>
          <p:cNvPr id="14" name="直接连接符 13"/>
          <p:cNvCxnSpPr/>
          <p:nvPr/>
        </p:nvCxnSpPr>
        <p:spPr>
          <a:xfrm>
            <a:off x="983432" y="3356992"/>
            <a:ext cx="10035366" cy="0"/>
          </a:xfrm>
          <a:prstGeom prst="line">
            <a:avLst/>
          </a:prstGeom>
          <a:ln>
            <a:solidFill>
              <a:srgbClr val="AB6225"/>
            </a:solidFill>
            <a:prstDash val="dash"/>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9264352" y="5770846"/>
            <a:ext cx="1269726" cy="461665"/>
          </a:xfrm>
          <a:prstGeom prst="rect">
            <a:avLst/>
          </a:prstGeom>
        </p:spPr>
        <p:txBody>
          <a:bodyPr wrap="square">
            <a:spAutoFit/>
          </a:bodyPr>
          <a:lstStyle/>
          <a:p>
            <a:pPr eaLnBrk="1" hangingPunct="1">
              <a:defRPr/>
            </a:pPr>
            <a:r>
              <a:rPr lang="zh-CN" altLang="en-US" sz="2400" spc="300" dirty="0" smtClean="0">
                <a:solidFill>
                  <a:prstClr val="white"/>
                </a:solidFill>
                <a:latin typeface="方正大标宋简体" panose="03000509000000000000" pitchFamily="65" charset="-122"/>
                <a:ea typeface="方正大标宋简体" panose="03000509000000000000" pitchFamily="65" charset="-122"/>
              </a:rPr>
              <a:t>微感悟</a:t>
            </a:r>
            <a:endParaRPr lang="zh-CN" altLang="en-US" sz="2400" spc="300" dirty="0">
              <a:solidFill>
                <a:prstClr val="white"/>
              </a:solidFill>
              <a:latin typeface="方正大标宋简体" panose="03000509000000000000" pitchFamily="65" charset="-122"/>
              <a:ea typeface="方正大标宋简体" panose="03000509000000000000" pitchFamily="65" charset="-122"/>
            </a:endParaRPr>
          </a:p>
        </p:txBody>
      </p:sp>
    </p:spTree>
    <p:extLst>
      <p:ext uri="{BB962C8B-B14F-4D97-AF65-F5344CB8AC3E}">
        <p14:creationId xmlns:p14="http://schemas.microsoft.com/office/powerpoint/2010/main" val="3001509808"/>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97219" y="764706"/>
            <a:ext cx="7705665" cy="488025"/>
          </a:xfrm>
          <a:prstGeom prst="rect">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文本框 1"/>
          <p:cNvSpPr txBox="1"/>
          <p:nvPr/>
        </p:nvSpPr>
        <p:spPr>
          <a:xfrm>
            <a:off x="1652355" y="750416"/>
            <a:ext cx="7294820" cy="520142"/>
          </a:xfrm>
          <a:prstGeom prst="rect">
            <a:avLst/>
          </a:prstGeom>
          <a:noFill/>
        </p:spPr>
        <p:txBody>
          <a:bodyPr wrap="square">
            <a:spAutoFit/>
          </a:bodyPr>
          <a:lstStyle>
            <a:defPPr>
              <a:defRPr lang="zh-CN"/>
            </a:defPPr>
            <a:lvl1pPr algn="ctr">
              <a:lnSpc>
                <a:spcPct val="114000"/>
              </a:lnSpc>
              <a:defRPr sz="2800" spc="300">
                <a:solidFill>
                  <a:srgbClr val="AB6225"/>
                </a:solidFill>
                <a:latin typeface="方正粗宋简体" panose="03000509000000000000" pitchFamily="65" charset="-122"/>
                <a:ea typeface="方正粗宋简体" panose="03000509000000000000" pitchFamily="65" charset="-122"/>
              </a:defRPr>
            </a:lvl1pPr>
          </a:lstStyle>
          <a:p>
            <a:pPr algn="l" eaLnBrk="1" hangingPunct="1">
              <a:defRPr/>
            </a:pPr>
            <a:r>
              <a:rPr lang="zh-CN" altLang="en-US" sz="2600" dirty="0" smtClean="0">
                <a:solidFill>
                  <a:prstClr val="white"/>
                </a:solidFill>
                <a:latin typeface="方正大标宋简体" panose="03000509000000000000" pitchFamily="65" charset="-122"/>
                <a:ea typeface="方正大标宋简体" panose="03000509000000000000" pitchFamily="65" charset="-122"/>
              </a:rPr>
              <a:t>困难和机遇常在一念之转</a:t>
            </a:r>
            <a:endParaRPr lang="zh-CN" altLang="en-US" sz="2600" dirty="0">
              <a:solidFill>
                <a:prstClr val="white"/>
              </a:solidFill>
              <a:latin typeface="方正大标宋简体" panose="03000509000000000000" pitchFamily="65" charset="-122"/>
              <a:ea typeface="方正大标宋简体" panose="03000509000000000000" pitchFamily="65" charset="-122"/>
            </a:endParaRPr>
          </a:p>
        </p:txBody>
      </p:sp>
      <p:sp>
        <p:nvSpPr>
          <p:cNvPr id="4" name="矩形 3"/>
          <p:cNvSpPr/>
          <p:nvPr/>
        </p:nvSpPr>
        <p:spPr>
          <a:xfrm>
            <a:off x="1154162" y="3270463"/>
            <a:ext cx="9455465" cy="2246769"/>
          </a:xfrm>
          <a:prstGeom prst="rect">
            <a:avLst/>
          </a:prstGeom>
        </p:spPr>
        <p:txBody>
          <a:bodyPr wrap="square">
            <a:spAutoFit/>
          </a:bodyPr>
          <a:lstStyle/>
          <a:p>
            <a:pPr indent="468000" eaLnBrk="1" hangingPunct="1">
              <a:spcBef>
                <a:spcPts val="1200"/>
              </a:spcBef>
            </a:pP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那些看起来像缺陷的东西，通过换位思考，常常变成你可能拥有的最有价值的财富。</a:t>
            </a:r>
          </a:p>
          <a:p>
            <a:pPr indent="468000" eaLnBrk="1" hangingPunct="1">
              <a:spcBef>
                <a:spcPts val="1200"/>
              </a:spcBef>
            </a:pP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许多科学家每当不能解决一个难题时，他们终究转而去研究为什么“不能”的问题。他们然后反过来看问题：“本来嘛，这才是问题所在。” 于是，就有了一个重要的结果。比如相对论的发现。</a:t>
            </a:r>
          </a:p>
          <a:p>
            <a:pPr indent="468000" eaLnBrk="1" hangingPunct="1">
              <a:spcBef>
                <a:spcPts val="1200"/>
              </a:spcBef>
            </a:pP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挑出思维的框框。</a:t>
            </a:r>
            <a:r>
              <a:rPr lang="en-US" altLang="zh-CN"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iPhone</a:t>
            </a: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如何颠覆</a:t>
            </a:r>
            <a:r>
              <a:rPr lang="en-US" altLang="zh-CN"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Nokia</a:t>
            </a: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a:t>
            </a:r>
          </a:p>
        </p:txBody>
      </p:sp>
      <p:sp>
        <p:nvSpPr>
          <p:cNvPr id="9" name="矩形 8"/>
          <p:cNvSpPr/>
          <p:nvPr/>
        </p:nvSpPr>
        <p:spPr>
          <a:xfrm>
            <a:off x="1272148" y="1700808"/>
            <a:ext cx="9480535" cy="597921"/>
          </a:xfrm>
          <a:prstGeom prst="rect">
            <a:avLst/>
          </a:prstGeom>
        </p:spPr>
        <p:txBody>
          <a:bodyPr wrap="square">
            <a:spAutoFit/>
          </a:bodyPr>
          <a:lstStyle/>
          <a:p>
            <a:pPr indent="468000" eaLnBrk="1" hangingPunct="1">
              <a:lnSpc>
                <a:spcPct val="130000"/>
              </a:lnSpc>
              <a:defRPr/>
            </a:pPr>
            <a:r>
              <a:rPr lang="zh-CN" altLang="en-US" sz="2800" b="1" dirty="0">
                <a:solidFill>
                  <a:srgbClr val="975621"/>
                </a:solidFill>
                <a:latin typeface="华文中宋" panose="02010600040101010101" pitchFamily="2" charset="-122"/>
                <a:ea typeface="华文中宋" panose="02010600040101010101" pitchFamily="2" charset="-122"/>
              </a:rPr>
              <a:t>成功的科学家改变视角，一个瑕疵也能变成了一块美玉。</a:t>
            </a:r>
          </a:p>
        </p:txBody>
      </p:sp>
      <p:sp>
        <p:nvSpPr>
          <p:cNvPr id="11" name="半闭框 10"/>
          <p:cNvSpPr/>
          <p:nvPr/>
        </p:nvSpPr>
        <p:spPr>
          <a:xfrm>
            <a:off x="1272149" y="1700811"/>
            <a:ext cx="242278" cy="169803"/>
          </a:xfrm>
          <a:prstGeom prst="halfFrame">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endParaRPr>
          </a:p>
        </p:txBody>
      </p:sp>
      <p:sp>
        <p:nvSpPr>
          <p:cNvPr id="12" name="半闭框 11"/>
          <p:cNvSpPr/>
          <p:nvPr/>
        </p:nvSpPr>
        <p:spPr>
          <a:xfrm flipH="1" flipV="1">
            <a:off x="10488488" y="2348880"/>
            <a:ext cx="242278" cy="169803"/>
          </a:xfrm>
          <a:prstGeom prst="halfFrame">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endParaRPr>
          </a:p>
        </p:txBody>
      </p:sp>
      <p:pic>
        <p:nvPicPr>
          <p:cNvPr id="3" name="图片 2"/>
          <p:cNvPicPr>
            <a:picLocks noChangeAspect="1"/>
          </p:cNvPicPr>
          <p:nvPr/>
        </p:nvPicPr>
        <p:blipFill>
          <a:blip r:embed="rId2"/>
          <a:stretch>
            <a:fillRect/>
          </a:stretch>
        </p:blipFill>
        <p:spPr>
          <a:xfrm>
            <a:off x="767409" y="639455"/>
            <a:ext cx="772694" cy="725249"/>
          </a:xfrm>
          <a:prstGeom prst="ellipse">
            <a:avLst/>
          </a:prstGeom>
          <a:ln w="50800">
            <a:solidFill>
              <a:srgbClr val="AB6225"/>
            </a:solidFill>
          </a:ln>
        </p:spPr>
      </p:pic>
      <p:grpSp>
        <p:nvGrpSpPr>
          <p:cNvPr id="5" name="组合 4"/>
          <p:cNvGrpSpPr/>
          <p:nvPr/>
        </p:nvGrpSpPr>
        <p:grpSpPr>
          <a:xfrm flipH="1">
            <a:off x="9264352" y="5662953"/>
            <a:ext cx="1983390" cy="664464"/>
            <a:chOff x="872250" y="3373361"/>
            <a:chExt cx="1983390" cy="664464"/>
          </a:xfrm>
        </p:grpSpPr>
        <p:sp>
          <p:nvSpPr>
            <p:cNvPr id="13" name="矩形 12"/>
            <p:cNvSpPr/>
            <p:nvPr/>
          </p:nvSpPr>
          <p:spPr>
            <a:xfrm>
              <a:off x="1297219" y="3468075"/>
              <a:ext cx="1558421" cy="488025"/>
            </a:xfrm>
            <a:prstGeom prst="rect">
              <a:avLst/>
            </a:prstGeom>
            <a:solidFill>
              <a:srgbClr val="BB5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7" name="图片 6"/>
            <p:cNvPicPr>
              <a:picLocks noChangeAspect="1"/>
            </p:cNvPicPr>
            <p:nvPr/>
          </p:nvPicPr>
          <p:blipFill>
            <a:blip r:embed="rId3"/>
            <a:stretch>
              <a:fillRect/>
            </a:stretch>
          </p:blipFill>
          <p:spPr>
            <a:xfrm>
              <a:off x="872250" y="3373361"/>
              <a:ext cx="713664" cy="664464"/>
            </a:xfrm>
            <a:prstGeom prst="ellipse">
              <a:avLst/>
            </a:prstGeom>
            <a:ln w="50800">
              <a:solidFill>
                <a:srgbClr val="AB6225"/>
              </a:solidFill>
            </a:ln>
          </p:spPr>
        </p:pic>
      </p:grpSp>
      <p:cxnSp>
        <p:nvCxnSpPr>
          <p:cNvPr id="14" name="直接连接符 13"/>
          <p:cNvCxnSpPr/>
          <p:nvPr/>
        </p:nvCxnSpPr>
        <p:spPr>
          <a:xfrm>
            <a:off x="983432" y="3140968"/>
            <a:ext cx="10035366" cy="0"/>
          </a:xfrm>
          <a:prstGeom prst="line">
            <a:avLst/>
          </a:prstGeom>
          <a:ln>
            <a:solidFill>
              <a:srgbClr val="AB6225"/>
            </a:solidFill>
            <a:prstDash val="dash"/>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9264352" y="5770846"/>
            <a:ext cx="1269726" cy="461665"/>
          </a:xfrm>
          <a:prstGeom prst="rect">
            <a:avLst/>
          </a:prstGeom>
        </p:spPr>
        <p:txBody>
          <a:bodyPr wrap="square">
            <a:spAutoFit/>
          </a:bodyPr>
          <a:lstStyle/>
          <a:p>
            <a:pPr eaLnBrk="1" hangingPunct="1">
              <a:defRPr/>
            </a:pPr>
            <a:r>
              <a:rPr lang="zh-CN" altLang="en-US" sz="2400" spc="300" dirty="0" smtClean="0">
                <a:solidFill>
                  <a:prstClr val="white"/>
                </a:solidFill>
                <a:latin typeface="方正大标宋简体" panose="03000509000000000000" pitchFamily="65" charset="-122"/>
                <a:ea typeface="方正大标宋简体" panose="03000509000000000000" pitchFamily="65" charset="-122"/>
              </a:rPr>
              <a:t>微感悟</a:t>
            </a:r>
            <a:endParaRPr lang="zh-CN" altLang="en-US" sz="2400" spc="300" dirty="0">
              <a:solidFill>
                <a:prstClr val="white"/>
              </a:solidFill>
              <a:latin typeface="方正大标宋简体" panose="03000509000000000000" pitchFamily="65" charset="-122"/>
              <a:ea typeface="方正大标宋简体" panose="03000509000000000000" pitchFamily="65" charset="-122"/>
            </a:endParaRPr>
          </a:p>
        </p:txBody>
      </p:sp>
    </p:spTree>
    <p:extLst>
      <p:ext uri="{BB962C8B-B14F-4D97-AF65-F5344CB8AC3E}">
        <p14:creationId xmlns:p14="http://schemas.microsoft.com/office/powerpoint/2010/main" val="3306100950"/>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97219" y="764706"/>
            <a:ext cx="7705665" cy="488025"/>
          </a:xfrm>
          <a:prstGeom prst="rect">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文本框 1"/>
          <p:cNvSpPr txBox="1"/>
          <p:nvPr/>
        </p:nvSpPr>
        <p:spPr>
          <a:xfrm>
            <a:off x="1652355" y="750416"/>
            <a:ext cx="7294820" cy="520142"/>
          </a:xfrm>
          <a:prstGeom prst="rect">
            <a:avLst/>
          </a:prstGeom>
          <a:noFill/>
        </p:spPr>
        <p:txBody>
          <a:bodyPr wrap="square">
            <a:spAutoFit/>
          </a:bodyPr>
          <a:lstStyle>
            <a:defPPr>
              <a:defRPr lang="zh-CN"/>
            </a:defPPr>
            <a:lvl1pPr algn="ctr">
              <a:lnSpc>
                <a:spcPct val="114000"/>
              </a:lnSpc>
              <a:defRPr sz="2800" spc="300">
                <a:solidFill>
                  <a:srgbClr val="AB6225"/>
                </a:solidFill>
                <a:latin typeface="方正粗宋简体" panose="03000509000000000000" pitchFamily="65" charset="-122"/>
                <a:ea typeface="方正粗宋简体" panose="03000509000000000000" pitchFamily="65" charset="-122"/>
              </a:defRPr>
            </a:lvl1pPr>
          </a:lstStyle>
          <a:p>
            <a:pPr algn="l" eaLnBrk="1" hangingPunct="1">
              <a:defRPr/>
            </a:pPr>
            <a:r>
              <a:rPr lang="zh-CN" altLang="en-US" sz="2600" dirty="0" smtClean="0">
                <a:solidFill>
                  <a:prstClr val="white"/>
                </a:solidFill>
                <a:latin typeface="方正大标宋简体" panose="03000509000000000000" pitchFamily="65" charset="-122"/>
                <a:ea typeface="方正大标宋简体" panose="03000509000000000000" pitchFamily="65" charset="-122"/>
              </a:rPr>
              <a:t>伟大的科学家都有惊人的驱动力</a:t>
            </a:r>
            <a:endParaRPr lang="zh-CN" altLang="en-US" sz="2600" dirty="0">
              <a:solidFill>
                <a:prstClr val="white"/>
              </a:solidFill>
              <a:latin typeface="方正大标宋简体" panose="03000509000000000000" pitchFamily="65" charset="-122"/>
              <a:ea typeface="方正大标宋简体" panose="03000509000000000000" pitchFamily="65" charset="-122"/>
            </a:endParaRPr>
          </a:p>
        </p:txBody>
      </p:sp>
      <p:sp>
        <p:nvSpPr>
          <p:cNvPr id="4" name="矩形 3"/>
          <p:cNvSpPr/>
          <p:nvPr/>
        </p:nvSpPr>
        <p:spPr>
          <a:xfrm>
            <a:off x="1183651" y="4009930"/>
            <a:ext cx="9455465" cy="1723549"/>
          </a:xfrm>
          <a:prstGeom prst="rect">
            <a:avLst/>
          </a:prstGeom>
        </p:spPr>
        <p:txBody>
          <a:bodyPr wrap="square">
            <a:spAutoFit/>
          </a:bodyPr>
          <a:lstStyle/>
          <a:p>
            <a:pPr indent="468000" eaLnBrk="1" hangingPunct="1">
              <a:spcBef>
                <a:spcPts val="1200"/>
              </a:spcBef>
            </a:pPr>
            <a:r>
              <a:rPr lang="zh-CN" altLang="en-US" sz="24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“我本不愿在我太太面前说，但我得承认，我有时忽视了她。我得钻研。</a:t>
            </a:r>
            <a:r>
              <a:rPr lang="zh-CN" altLang="en-US" sz="2400" b="1"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如果你一心想做成某件事，有时你不得不对另一些事视而不见。</a:t>
            </a:r>
            <a:r>
              <a:rPr lang="zh-CN" altLang="en-US" sz="24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对此毫无疑问。”</a:t>
            </a:r>
          </a:p>
          <a:p>
            <a:pPr indent="468000" eaLnBrk="1" hangingPunct="1">
              <a:spcBef>
                <a:spcPts val="1200"/>
              </a:spcBef>
            </a:pPr>
            <a:r>
              <a:rPr lang="zh-CN" altLang="en-US" sz="24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人类苦恼的根源在于付出的太少，而想要得到的太多。</a:t>
            </a:r>
          </a:p>
        </p:txBody>
      </p:sp>
      <p:sp>
        <p:nvSpPr>
          <p:cNvPr id="9" name="矩形 8"/>
          <p:cNvSpPr/>
          <p:nvPr/>
        </p:nvSpPr>
        <p:spPr>
          <a:xfrm>
            <a:off x="1272148" y="1700808"/>
            <a:ext cx="9480535" cy="1158074"/>
          </a:xfrm>
          <a:prstGeom prst="rect">
            <a:avLst/>
          </a:prstGeom>
        </p:spPr>
        <p:txBody>
          <a:bodyPr wrap="square">
            <a:spAutoFit/>
          </a:bodyPr>
          <a:lstStyle/>
          <a:p>
            <a:pPr indent="468000" eaLnBrk="1" hangingPunct="1">
              <a:lnSpc>
                <a:spcPct val="130000"/>
              </a:lnSpc>
              <a:defRPr/>
            </a:pPr>
            <a:r>
              <a:rPr lang="zh-CN" altLang="en-US" sz="2800" b="1" dirty="0">
                <a:solidFill>
                  <a:srgbClr val="975621"/>
                </a:solidFill>
                <a:latin typeface="华文中宋" panose="02010600040101010101" pitchFamily="2" charset="-122"/>
                <a:ea typeface="华文中宋" panose="02010600040101010101" pitchFamily="2" charset="-122"/>
              </a:rPr>
              <a:t>你知道得越多，就学得越多；你学得越多，就做得越多；你做得越多，机会就越多。</a:t>
            </a:r>
          </a:p>
        </p:txBody>
      </p:sp>
      <p:sp>
        <p:nvSpPr>
          <p:cNvPr id="11" name="半闭框 10"/>
          <p:cNvSpPr/>
          <p:nvPr/>
        </p:nvSpPr>
        <p:spPr>
          <a:xfrm>
            <a:off x="1272149" y="1700811"/>
            <a:ext cx="242278" cy="169803"/>
          </a:xfrm>
          <a:prstGeom prst="halfFrame">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endParaRPr>
          </a:p>
        </p:txBody>
      </p:sp>
      <p:sp>
        <p:nvSpPr>
          <p:cNvPr id="12" name="半闭框 11"/>
          <p:cNvSpPr/>
          <p:nvPr/>
        </p:nvSpPr>
        <p:spPr>
          <a:xfrm flipH="1" flipV="1">
            <a:off x="10488488" y="2827149"/>
            <a:ext cx="242278" cy="169803"/>
          </a:xfrm>
          <a:prstGeom prst="halfFrame">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endParaRPr>
          </a:p>
        </p:txBody>
      </p:sp>
      <p:pic>
        <p:nvPicPr>
          <p:cNvPr id="3" name="图片 2"/>
          <p:cNvPicPr>
            <a:picLocks noChangeAspect="1"/>
          </p:cNvPicPr>
          <p:nvPr/>
        </p:nvPicPr>
        <p:blipFill>
          <a:blip r:embed="rId2"/>
          <a:stretch>
            <a:fillRect/>
          </a:stretch>
        </p:blipFill>
        <p:spPr>
          <a:xfrm>
            <a:off x="767409" y="639455"/>
            <a:ext cx="772694" cy="725249"/>
          </a:xfrm>
          <a:prstGeom prst="ellipse">
            <a:avLst/>
          </a:prstGeom>
          <a:ln w="50800">
            <a:solidFill>
              <a:srgbClr val="AB6225"/>
            </a:solidFill>
          </a:ln>
        </p:spPr>
      </p:pic>
      <p:grpSp>
        <p:nvGrpSpPr>
          <p:cNvPr id="5" name="组合 4"/>
          <p:cNvGrpSpPr/>
          <p:nvPr/>
        </p:nvGrpSpPr>
        <p:grpSpPr>
          <a:xfrm flipH="1">
            <a:off x="9264352" y="5662953"/>
            <a:ext cx="1983390" cy="664464"/>
            <a:chOff x="872250" y="3373361"/>
            <a:chExt cx="1983390" cy="664464"/>
          </a:xfrm>
        </p:grpSpPr>
        <p:sp>
          <p:nvSpPr>
            <p:cNvPr id="13" name="矩形 12"/>
            <p:cNvSpPr/>
            <p:nvPr/>
          </p:nvSpPr>
          <p:spPr>
            <a:xfrm>
              <a:off x="1297219" y="3468075"/>
              <a:ext cx="1558421" cy="488025"/>
            </a:xfrm>
            <a:prstGeom prst="rect">
              <a:avLst/>
            </a:prstGeom>
            <a:solidFill>
              <a:srgbClr val="BB5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7" name="图片 6"/>
            <p:cNvPicPr>
              <a:picLocks noChangeAspect="1"/>
            </p:cNvPicPr>
            <p:nvPr/>
          </p:nvPicPr>
          <p:blipFill>
            <a:blip r:embed="rId3"/>
            <a:stretch>
              <a:fillRect/>
            </a:stretch>
          </p:blipFill>
          <p:spPr>
            <a:xfrm>
              <a:off x="872250" y="3373361"/>
              <a:ext cx="713664" cy="664464"/>
            </a:xfrm>
            <a:prstGeom prst="ellipse">
              <a:avLst/>
            </a:prstGeom>
            <a:ln w="50800">
              <a:solidFill>
                <a:srgbClr val="AB6225"/>
              </a:solidFill>
            </a:ln>
          </p:spPr>
        </p:pic>
      </p:grpSp>
      <p:cxnSp>
        <p:nvCxnSpPr>
          <p:cNvPr id="14" name="直接连接符 13"/>
          <p:cNvCxnSpPr/>
          <p:nvPr/>
        </p:nvCxnSpPr>
        <p:spPr>
          <a:xfrm>
            <a:off x="983432" y="3573016"/>
            <a:ext cx="10035366" cy="0"/>
          </a:xfrm>
          <a:prstGeom prst="line">
            <a:avLst/>
          </a:prstGeom>
          <a:ln>
            <a:solidFill>
              <a:srgbClr val="AB6225"/>
            </a:solidFill>
            <a:prstDash val="dash"/>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9264352" y="5770846"/>
            <a:ext cx="1269726" cy="461665"/>
          </a:xfrm>
          <a:prstGeom prst="rect">
            <a:avLst/>
          </a:prstGeom>
        </p:spPr>
        <p:txBody>
          <a:bodyPr wrap="square">
            <a:spAutoFit/>
          </a:bodyPr>
          <a:lstStyle/>
          <a:p>
            <a:pPr eaLnBrk="1" hangingPunct="1">
              <a:defRPr/>
            </a:pPr>
            <a:r>
              <a:rPr lang="zh-CN" altLang="en-US" sz="2400" spc="300" dirty="0" smtClean="0">
                <a:solidFill>
                  <a:prstClr val="white"/>
                </a:solidFill>
                <a:latin typeface="方正大标宋简体" panose="03000509000000000000" pitchFamily="65" charset="-122"/>
                <a:ea typeface="方正大标宋简体" panose="03000509000000000000" pitchFamily="65" charset="-122"/>
              </a:rPr>
              <a:t>微感悟</a:t>
            </a:r>
            <a:endParaRPr lang="zh-CN" altLang="en-US" sz="2400" spc="300" dirty="0">
              <a:solidFill>
                <a:prstClr val="white"/>
              </a:solidFill>
              <a:latin typeface="方正大标宋简体" panose="03000509000000000000" pitchFamily="65" charset="-122"/>
              <a:ea typeface="方正大标宋简体" panose="03000509000000000000" pitchFamily="65" charset="-122"/>
            </a:endParaRPr>
          </a:p>
        </p:txBody>
      </p:sp>
    </p:spTree>
    <p:extLst>
      <p:ext uri="{BB962C8B-B14F-4D97-AF65-F5344CB8AC3E}">
        <p14:creationId xmlns:p14="http://schemas.microsoft.com/office/powerpoint/2010/main" val="4209717008"/>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97219" y="764706"/>
            <a:ext cx="7705665" cy="488025"/>
          </a:xfrm>
          <a:prstGeom prst="rect">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文本框 1"/>
          <p:cNvSpPr txBox="1"/>
          <p:nvPr/>
        </p:nvSpPr>
        <p:spPr>
          <a:xfrm>
            <a:off x="1652355" y="750416"/>
            <a:ext cx="7294820" cy="520142"/>
          </a:xfrm>
          <a:prstGeom prst="rect">
            <a:avLst/>
          </a:prstGeom>
          <a:noFill/>
        </p:spPr>
        <p:txBody>
          <a:bodyPr wrap="square">
            <a:spAutoFit/>
          </a:bodyPr>
          <a:lstStyle>
            <a:defPPr>
              <a:defRPr lang="zh-CN"/>
            </a:defPPr>
            <a:lvl1pPr algn="ctr">
              <a:lnSpc>
                <a:spcPct val="114000"/>
              </a:lnSpc>
              <a:defRPr sz="2800" spc="300">
                <a:solidFill>
                  <a:srgbClr val="AB6225"/>
                </a:solidFill>
                <a:latin typeface="方正粗宋简体" panose="03000509000000000000" pitchFamily="65" charset="-122"/>
                <a:ea typeface="方正粗宋简体" panose="03000509000000000000" pitchFamily="65" charset="-122"/>
              </a:defRPr>
            </a:lvl1pPr>
          </a:lstStyle>
          <a:p>
            <a:pPr algn="l" eaLnBrk="1" hangingPunct="1">
              <a:defRPr/>
            </a:pPr>
            <a:r>
              <a:rPr lang="zh-CN" altLang="en-US" sz="2600" dirty="0" smtClean="0">
                <a:solidFill>
                  <a:prstClr val="white"/>
                </a:solidFill>
                <a:latin typeface="方正大标宋简体" panose="03000509000000000000" pitchFamily="65" charset="-122"/>
                <a:ea typeface="方正大标宋简体" panose="03000509000000000000" pitchFamily="65" charset="-122"/>
              </a:rPr>
              <a:t>想得到一流的成果需要投入感情</a:t>
            </a:r>
            <a:endParaRPr lang="zh-CN" altLang="en-US" sz="2600" dirty="0">
              <a:solidFill>
                <a:prstClr val="white"/>
              </a:solidFill>
              <a:latin typeface="方正大标宋简体" panose="03000509000000000000" pitchFamily="65" charset="-122"/>
              <a:ea typeface="方正大标宋简体" panose="03000509000000000000" pitchFamily="65" charset="-122"/>
            </a:endParaRPr>
          </a:p>
        </p:txBody>
      </p:sp>
      <p:sp>
        <p:nvSpPr>
          <p:cNvPr id="4" name="矩形 3"/>
          <p:cNvSpPr/>
          <p:nvPr/>
        </p:nvSpPr>
        <p:spPr>
          <a:xfrm>
            <a:off x="1154162" y="3558495"/>
            <a:ext cx="9455465" cy="2246769"/>
          </a:xfrm>
          <a:prstGeom prst="rect">
            <a:avLst/>
          </a:prstGeom>
        </p:spPr>
        <p:txBody>
          <a:bodyPr wrap="square">
            <a:spAutoFit/>
          </a:bodyPr>
          <a:lstStyle/>
          <a:p>
            <a:pPr indent="468000" eaLnBrk="1" hangingPunct="1">
              <a:spcBef>
                <a:spcPts val="1200"/>
              </a:spcBef>
            </a:pP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每一个研究了创造力的人都会认为“创造力从你的潜意识而来”。不知怎的，突然之间，灵光乍现（</a:t>
            </a:r>
            <a:r>
              <a:rPr lang="en-US" altLang="zh-CN"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there it is!</a:t>
            </a: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），说来就来。</a:t>
            </a:r>
          </a:p>
          <a:p>
            <a:pPr indent="468000" eaLnBrk="1" hangingPunct="1">
              <a:spcBef>
                <a:spcPts val="1200"/>
              </a:spcBef>
            </a:pP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你的梦也来自你的潜意识。并且你也意识到，在相当程度上你的梦是你白天的再现。如果你深深地痴迷并投入到一个问题中去，日复一日，你的潜意识除了除了干这活也不会干别的。</a:t>
            </a:r>
          </a:p>
          <a:p>
            <a:pPr indent="468000" eaLnBrk="1" hangingPunct="1">
              <a:spcBef>
                <a:spcPts val="1200"/>
              </a:spcBef>
            </a:pPr>
            <a:r>
              <a:rPr lang="en-US" altLang="zh-CN"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Stay hungry .</a:t>
            </a:r>
          </a:p>
        </p:txBody>
      </p:sp>
      <p:sp>
        <p:nvSpPr>
          <p:cNvPr id="9" name="矩形 8"/>
          <p:cNvSpPr/>
          <p:nvPr/>
        </p:nvSpPr>
        <p:spPr>
          <a:xfrm>
            <a:off x="1272148" y="1700808"/>
            <a:ext cx="9480535" cy="1158074"/>
          </a:xfrm>
          <a:prstGeom prst="rect">
            <a:avLst/>
          </a:prstGeom>
        </p:spPr>
        <p:txBody>
          <a:bodyPr wrap="square">
            <a:spAutoFit/>
          </a:bodyPr>
          <a:lstStyle/>
          <a:p>
            <a:pPr indent="468000" eaLnBrk="1" hangingPunct="1">
              <a:lnSpc>
                <a:spcPct val="130000"/>
              </a:lnSpc>
              <a:defRPr/>
            </a:pPr>
            <a:r>
              <a:rPr lang="zh-CN" altLang="en-US" sz="2800" b="1" dirty="0">
                <a:solidFill>
                  <a:srgbClr val="975621"/>
                </a:solidFill>
                <a:latin typeface="华文中宋" panose="02010600040101010101" pitchFamily="2" charset="-122"/>
                <a:ea typeface="华文中宋" panose="02010600040101010101" pitchFamily="2" charset="-122"/>
              </a:rPr>
              <a:t>大多数大科学家们完全将他们自己融入课题之中，而不能完全投入的人鲜有做出杰出的、一流的成果的。</a:t>
            </a:r>
          </a:p>
        </p:txBody>
      </p:sp>
      <p:sp>
        <p:nvSpPr>
          <p:cNvPr id="11" name="半闭框 10"/>
          <p:cNvSpPr/>
          <p:nvPr/>
        </p:nvSpPr>
        <p:spPr>
          <a:xfrm>
            <a:off x="1272149" y="1700811"/>
            <a:ext cx="242278" cy="169803"/>
          </a:xfrm>
          <a:prstGeom prst="halfFrame">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endParaRPr>
          </a:p>
        </p:txBody>
      </p:sp>
      <p:sp>
        <p:nvSpPr>
          <p:cNvPr id="12" name="半闭框 11"/>
          <p:cNvSpPr/>
          <p:nvPr/>
        </p:nvSpPr>
        <p:spPr>
          <a:xfrm flipH="1" flipV="1">
            <a:off x="10488488" y="2827149"/>
            <a:ext cx="242278" cy="169803"/>
          </a:xfrm>
          <a:prstGeom prst="halfFrame">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endParaRPr>
          </a:p>
        </p:txBody>
      </p:sp>
      <p:pic>
        <p:nvPicPr>
          <p:cNvPr id="3" name="图片 2"/>
          <p:cNvPicPr>
            <a:picLocks noChangeAspect="1"/>
          </p:cNvPicPr>
          <p:nvPr/>
        </p:nvPicPr>
        <p:blipFill>
          <a:blip r:embed="rId2"/>
          <a:stretch>
            <a:fillRect/>
          </a:stretch>
        </p:blipFill>
        <p:spPr>
          <a:xfrm>
            <a:off x="767409" y="639455"/>
            <a:ext cx="772694" cy="725249"/>
          </a:xfrm>
          <a:prstGeom prst="ellipse">
            <a:avLst/>
          </a:prstGeom>
          <a:ln w="50800">
            <a:solidFill>
              <a:srgbClr val="AB6225"/>
            </a:solidFill>
          </a:ln>
        </p:spPr>
      </p:pic>
      <p:grpSp>
        <p:nvGrpSpPr>
          <p:cNvPr id="5" name="组合 4"/>
          <p:cNvGrpSpPr/>
          <p:nvPr/>
        </p:nvGrpSpPr>
        <p:grpSpPr>
          <a:xfrm flipH="1">
            <a:off x="9264352" y="5662953"/>
            <a:ext cx="1983390" cy="664464"/>
            <a:chOff x="872250" y="3373361"/>
            <a:chExt cx="1983390" cy="664464"/>
          </a:xfrm>
        </p:grpSpPr>
        <p:sp>
          <p:nvSpPr>
            <p:cNvPr id="13" name="矩形 12"/>
            <p:cNvSpPr/>
            <p:nvPr/>
          </p:nvSpPr>
          <p:spPr>
            <a:xfrm>
              <a:off x="1297219" y="3468075"/>
              <a:ext cx="1558421" cy="488025"/>
            </a:xfrm>
            <a:prstGeom prst="rect">
              <a:avLst/>
            </a:prstGeom>
            <a:solidFill>
              <a:srgbClr val="BB5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7" name="图片 6"/>
            <p:cNvPicPr>
              <a:picLocks noChangeAspect="1"/>
            </p:cNvPicPr>
            <p:nvPr/>
          </p:nvPicPr>
          <p:blipFill>
            <a:blip r:embed="rId3"/>
            <a:stretch>
              <a:fillRect/>
            </a:stretch>
          </p:blipFill>
          <p:spPr>
            <a:xfrm>
              <a:off x="872250" y="3373361"/>
              <a:ext cx="713664" cy="664464"/>
            </a:xfrm>
            <a:prstGeom prst="ellipse">
              <a:avLst/>
            </a:prstGeom>
            <a:ln w="50800">
              <a:solidFill>
                <a:srgbClr val="AB6225"/>
              </a:solidFill>
            </a:ln>
          </p:spPr>
        </p:pic>
      </p:grpSp>
      <p:cxnSp>
        <p:nvCxnSpPr>
          <p:cNvPr id="14" name="直接连接符 13"/>
          <p:cNvCxnSpPr/>
          <p:nvPr/>
        </p:nvCxnSpPr>
        <p:spPr>
          <a:xfrm>
            <a:off x="983432" y="3356992"/>
            <a:ext cx="10035366" cy="0"/>
          </a:xfrm>
          <a:prstGeom prst="line">
            <a:avLst/>
          </a:prstGeom>
          <a:ln>
            <a:solidFill>
              <a:srgbClr val="AB6225"/>
            </a:solidFill>
            <a:prstDash val="dash"/>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9264352" y="5770846"/>
            <a:ext cx="1269726" cy="461665"/>
          </a:xfrm>
          <a:prstGeom prst="rect">
            <a:avLst/>
          </a:prstGeom>
        </p:spPr>
        <p:txBody>
          <a:bodyPr wrap="square">
            <a:spAutoFit/>
          </a:bodyPr>
          <a:lstStyle/>
          <a:p>
            <a:pPr eaLnBrk="1" hangingPunct="1">
              <a:defRPr/>
            </a:pPr>
            <a:r>
              <a:rPr lang="zh-CN" altLang="en-US" sz="2400" spc="300" dirty="0" smtClean="0">
                <a:solidFill>
                  <a:prstClr val="white"/>
                </a:solidFill>
                <a:latin typeface="方正大标宋简体" panose="03000509000000000000" pitchFamily="65" charset="-122"/>
                <a:ea typeface="方正大标宋简体" panose="03000509000000000000" pitchFamily="65" charset="-122"/>
              </a:rPr>
              <a:t>微感悟</a:t>
            </a:r>
            <a:endParaRPr lang="zh-CN" altLang="en-US" sz="2400" spc="300" dirty="0">
              <a:solidFill>
                <a:prstClr val="white"/>
              </a:solidFill>
              <a:latin typeface="方正大标宋简体" panose="03000509000000000000" pitchFamily="65" charset="-122"/>
              <a:ea typeface="方正大标宋简体" panose="03000509000000000000" pitchFamily="65" charset="-122"/>
            </a:endParaRPr>
          </a:p>
        </p:txBody>
      </p:sp>
    </p:spTree>
    <p:extLst>
      <p:ext uri="{BB962C8B-B14F-4D97-AF65-F5344CB8AC3E}">
        <p14:creationId xmlns:p14="http://schemas.microsoft.com/office/powerpoint/2010/main" val="2292318709"/>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97219" y="764706"/>
            <a:ext cx="7705665" cy="488025"/>
          </a:xfrm>
          <a:prstGeom prst="rect">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文本框 1"/>
          <p:cNvSpPr txBox="1"/>
          <p:nvPr/>
        </p:nvSpPr>
        <p:spPr>
          <a:xfrm>
            <a:off x="1652355" y="750416"/>
            <a:ext cx="7294820" cy="520142"/>
          </a:xfrm>
          <a:prstGeom prst="rect">
            <a:avLst/>
          </a:prstGeom>
          <a:noFill/>
        </p:spPr>
        <p:txBody>
          <a:bodyPr wrap="square">
            <a:spAutoFit/>
          </a:bodyPr>
          <a:lstStyle>
            <a:defPPr>
              <a:defRPr lang="zh-CN"/>
            </a:defPPr>
            <a:lvl1pPr algn="ctr">
              <a:lnSpc>
                <a:spcPct val="114000"/>
              </a:lnSpc>
              <a:defRPr sz="2800" spc="300">
                <a:solidFill>
                  <a:srgbClr val="AB6225"/>
                </a:solidFill>
                <a:latin typeface="方正粗宋简体" panose="03000509000000000000" pitchFamily="65" charset="-122"/>
                <a:ea typeface="方正粗宋简体" panose="03000509000000000000" pitchFamily="65" charset="-122"/>
              </a:defRPr>
            </a:lvl1pPr>
          </a:lstStyle>
          <a:p>
            <a:pPr algn="l" eaLnBrk="1" hangingPunct="1">
              <a:defRPr/>
            </a:pPr>
            <a:r>
              <a:rPr lang="zh-CN" altLang="en-US" sz="2600" dirty="0">
                <a:solidFill>
                  <a:prstClr val="white"/>
                </a:solidFill>
                <a:latin typeface="方正大标宋简体" panose="03000509000000000000" pitchFamily="65" charset="-122"/>
                <a:ea typeface="方正大标宋简体" panose="03000509000000000000" pitchFamily="65" charset="-122"/>
              </a:rPr>
              <a:t>与</a:t>
            </a:r>
            <a:r>
              <a:rPr lang="zh-CN" altLang="en-US" sz="2600" dirty="0" smtClean="0">
                <a:solidFill>
                  <a:prstClr val="white"/>
                </a:solidFill>
                <a:latin typeface="方正大标宋简体" panose="03000509000000000000" pitchFamily="65" charset="-122"/>
                <a:ea typeface="方正大标宋简体" panose="03000509000000000000" pitchFamily="65" charset="-122"/>
              </a:rPr>
              <a:t>环境保持和谐</a:t>
            </a:r>
            <a:endParaRPr lang="zh-CN" altLang="en-US" sz="2600" dirty="0">
              <a:solidFill>
                <a:prstClr val="white"/>
              </a:solidFill>
              <a:latin typeface="方正大标宋简体" panose="03000509000000000000" pitchFamily="65" charset="-122"/>
              <a:ea typeface="方正大标宋简体" panose="03000509000000000000" pitchFamily="65" charset="-122"/>
            </a:endParaRPr>
          </a:p>
        </p:txBody>
      </p:sp>
      <p:sp>
        <p:nvSpPr>
          <p:cNvPr id="4" name="矩形 3"/>
          <p:cNvSpPr/>
          <p:nvPr/>
        </p:nvSpPr>
        <p:spPr>
          <a:xfrm>
            <a:off x="1154162" y="3861048"/>
            <a:ext cx="9455465" cy="1477328"/>
          </a:xfrm>
          <a:prstGeom prst="rect">
            <a:avLst/>
          </a:prstGeom>
        </p:spPr>
        <p:txBody>
          <a:bodyPr wrap="square">
            <a:spAutoFit/>
          </a:bodyPr>
          <a:lstStyle/>
          <a:p>
            <a:pPr indent="468000" eaLnBrk="1" hangingPunct="1">
              <a:spcBef>
                <a:spcPts val="1200"/>
              </a:spcBef>
            </a:pP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你如何穿过拥挤的街道？你能否在石头上睡觉？</a:t>
            </a:r>
          </a:p>
          <a:p>
            <a:pPr indent="468000" eaLnBrk="1" hangingPunct="1">
              <a:spcBef>
                <a:spcPts val="1200"/>
              </a:spcBef>
            </a:pP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如果你选择某些方面坚持自负，“我要按我的法子做这个”，你在你整个的职业是生涯中付出一定的代价。这样，在你的一生中，累积起来就会形成巨大量的不必要的麻烦。</a:t>
            </a:r>
          </a:p>
        </p:txBody>
      </p:sp>
      <p:sp>
        <p:nvSpPr>
          <p:cNvPr id="9" name="矩形 8"/>
          <p:cNvSpPr/>
          <p:nvPr/>
        </p:nvSpPr>
        <p:spPr>
          <a:xfrm>
            <a:off x="1272148" y="1700808"/>
            <a:ext cx="9480535" cy="1718227"/>
          </a:xfrm>
          <a:prstGeom prst="rect">
            <a:avLst/>
          </a:prstGeom>
        </p:spPr>
        <p:txBody>
          <a:bodyPr wrap="square">
            <a:spAutoFit/>
          </a:bodyPr>
          <a:lstStyle/>
          <a:p>
            <a:pPr indent="468000" eaLnBrk="1" hangingPunct="1">
              <a:lnSpc>
                <a:spcPct val="130000"/>
              </a:lnSpc>
              <a:defRPr/>
            </a:pPr>
            <a:r>
              <a:rPr lang="zh-CN" altLang="en-US" sz="2800" b="1" dirty="0">
                <a:solidFill>
                  <a:srgbClr val="975621"/>
                </a:solidFill>
                <a:latin typeface="华文中宋" panose="02010600040101010101" pitchFamily="2" charset="-122"/>
                <a:ea typeface="华文中宋" panose="02010600040101010101" pitchFamily="2" charset="-122"/>
              </a:rPr>
              <a:t>好工匠不怨家伙式</a:t>
            </a:r>
            <a:r>
              <a:rPr lang="en-US" altLang="zh-CN" sz="2800" b="1" dirty="0">
                <a:solidFill>
                  <a:srgbClr val="975621"/>
                </a:solidFill>
                <a:latin typeface="华文中宋" panose="02010600040101010101" pitchFamily="2" charset="-122"/>
                <a:ea typeface="华文中宋" panose="02010600040101010101" pitchFamily="2" charset="-122"/>
              </a:rPr>
              <a:t>—— </a:t>
            </a:r>
            <a:r>
              <a:rPr lang="zh-CN" altLang="en-US" sz="2800" b="1" dirty="0">
                <a:solidFill>
                  <a:srgbClr val="975621"/>
                </a:solidFill>
                <a:latin typeface="华文中宋" panose="02010600040101010101" pitchFamily="2" charset="-122"/>
                <a:ea typeface="华文中宋" panose="02010600040101010101" pitchFamily="2" charset="-122"/>
              </a:rPr>
              <a:t>一个有用之才与其工作的问题相处融洽，无论他得到什么，并且尽力而为争取最好的解决结果。</a:t>
            </a:r>
          </a:p>
        </p:txBody>
      </p:sp>
      <p:sp>
        <p:nvSpPr>
          <p:cNvPr id="11" name="半闭框 10"/>
          <p:cNvSpPr/>
          <p:nvPr/>
        </p:nvSpPr>
        <p:spPr>
          <a:xfrm>
            <a:off x="1272149" y="1700811"/>
            <a:ext cx="242278" cy="169803"/>
          </a:xfrm>
          <a:prstGeom prst="halfFrame">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endParaRPr>
          </a:p>
        </p:txBody>
      </p:sp>
      <p:sp>
        <p:nvSpPr>
          <p:cNvPr id="12" name="半闭框 11"/>
          <p:cNvSpPr/>
          <p:nvPr/>
        </p:nvSpPr>
        <p:spPr>
          <a:xfrm flipH="1" flipV="1">
            <a:off x="10488488" y="3331205"/>
            <a:ext cx="242278" cy="169803"/>
          </a:xfrm>
          <a:prstGeom prst="halfFrame">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endParaRPr>
          </a:p>
        </p:txBody>
      </p:sp>
      <p:pic>
        <p:nvPicPr>
          <p:cNvPr id="3" name="图片 2"/>
          <p:cNvPicPr>
            <a:picLocks noChangeAspect="1"/>
          </p:cNvPicPr>
          <p:nvPr/>
        </p:nvPicPr>
        <p:blipFill>
          <a:blip r:embed="rId2"/>
          <a:stretch>
            <a:fillRect/>
          </a:stretch>
        </p:blipFill>
        <p:spPr>
          <a:xfrm>
            <a:off x="767409" y="639455"/>
            <a:ext cx="772694" cy="725249"/>
          </a:xfrm>
          <a:prstGeom prst="ellipse">
            <a:avLst/>
          </a:prstGeom>
          <a:ln w="50800">
            <a:solidFill>
              <a:srgbClr val="AB6225"/>
            </a:solidFill>
          </a:ln>
        </p:spPr>
      </p:pic>
      <p:grpSp>
        <p:nvGrpSpPr>
          <p:cNvPr id="5" name="组合 4"/>
          <p:cNvGrpSpPr/>
          <p:nvPr/>
        </p:nvGrpSpPr>
        <p:grpSpPr>
          <a:xfrm flipH="1">
            <a:off x="9264352" y="5662953"/>
            <a:ext cx="1983390" cy="664464"/>
            <a:chOff x="872250" y="3373361"/>
            <a:chExt cx="1983390" cy="664464"/>
          </a:xfrm>
        </p:grpSpPr>
        <p:sp>
          <p:nvSpPr>
            <p:cNvPr id="13" name="矩形 12"/>
            <p:cNvSpPr/>
            <p:nvPr/>
          </p:nvSpPr>
          <p:spPr>
            <a:xfrm>
              <a:off x="1297219" y="3468075"/>
              <a:ext cx="1558421" cy="488025"/>
            </a:xfrm>
            <a:prstGeom prst="rect">
              <a:avLst/>
            </a:prstGeom>
            <a:solidFill>
              <a:srgbClr val="BB5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7" name="图片 6"/>
            <p:cNvPicPr>
              <a:picLocks noChangeAspect="1"/>
            </p:cNvPicPr>
            <p:nvPr/>
          </p:nvPicPr>
          <p:blipFill>
            <a:blip r:embed="rId3"/>
            <a:stretch>
              <a:fillRect/>
            </a:stretch>
          </p:blipFill>
          <p:spPr>
            <a:xfrm>
              <a:off x="872250" y="3373361"/>
              <a:ext cx="713664" cy="664464"/>
            </a:xfrm>
            <a:prstGeom prst="ellipse">
              <a:avLst/>
            </a:prstGeom>
            <a:ln w="50800">
              <a:solidFill>
                <a:srgbClr val="AB6225"/>
              </a:solidFill>
            </a:ln>
          </p:spPr>
        </p:pic>
      </p:grpSp>
      <p:cxnSp>
        <p:nvCxnSpPr>
          <p:cNvPr id="14" name="直接连接符 13"/>
          <p:cNvCxnSpPr/>
          <p:nvPr/>
        </p:nvCxnSpPr>
        <p:spPr>
          <a:xfrm>
            <a:off x="983432" y="3573016"/>
            <a:ext cx="10035366" cy="0"/>
          </a:xfrm>
          <a:prstGeom prst="line">
            <a:avLst/>
          </a:prstGeom>
          <a:ln>
            <a:solidFill>
              <a:srgbClr val="AB6225"/>
            </a:solidFill>
            <a:prstDash val="dash"/>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9264352" y="5770846"/>
            <a:ext cx="1269726" cy="461665"/>
          </a:xfrm>
          <a:prstGeom prst="rect">
            <a:avLst/>
          </a:prstGeom>
        </p:spPr>
        <p:txBody>
          <a:bodyPr wrap="square">
            <a:spAutoFit/>
          </a:bodyPr>
          <a:lstStyle/>
          <a:p>
            <a:pPr eaLnBrk="1" hangingPunct="1">
              <a:defRPr/>
            </a:pPr>
            <a:r>
              <a:rPr lang="zh-CN" altLang="en-US" sz="2400" spc="300" dirty="0" smtClean="0">
                <a:solidFill>
                  <a:prstClr val="white"/>
                </a:solidFill>
                <a:latin typeface="方正大标宋简体" panose="03000509000000000000" pitchFamily="65" charset="-122"/>
                <a:ea typeface="方正大标宋简体" panose="03000509000000000000" pitchFamily="65" charset="-122"/>
              </a:rPr>
              <a:t>微感悟</a:t>
            </a:r>
            <a:endParaRPr lang="zh-CN" altLang="en-US" sz="2400" spc="300" dirty="0">
              <a:solidFill>
                <a:prstClr val="white"/>
              </a:solidFill>
              <a:latin typeface="方正大标宋简体" panose="03000509000000000000" pitchFamily="65" charset="-122"/>
              <a:ea typeface="方正大标宋简体" panose="03000509000000000000" pitchFamily="65" charset="-122"/>
            </a:endParaRPr>
          </a:p>
        </p:txBody>
      </p:sp>
    </p:spTree>
    <p:extLst>
      <p:ext uri="{BB962C8B-B14F-4D97-AF65-F5344CB8AC3E}">
        <p14:creationId xmlns:p14="http://schemas.microsoft.com/office/powerpoint/2010/main" val="1218836319"/>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97219" y="764706"/>
            <a:ext cx="7705665" cy="488025"/>
          </a:xfrm>
          <a:prstGeom prst="rect">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文本框 1"/>
          <p:cNvSpPr txBox="1"/>
          <p:nvPr/>
        </p:nvSpPr>
        <p:spPr>
          <a:xfrm>
            <a:off x="1652355" y="750416"/>
            <a:ext cx="7294820" cy="520142"/>
          </a:xfrm>
          <a:prstGeom prst="rect">
            <a:avLst/>
          </a:prstGeom>
          <a:noFill/>
        </p:spPr>
        <p:txBody>
          <a:bodyPr wrap="square">
            <a:spAutoFit/>
          </a:bodyPr>
          <a:lstStyle>
            <a:defPPr>
              <a:defRPr lang="zh-CN"/>
            </a:defPPr>
            <a:lvl1pPr algn="ctr">
              <a:lnSpc>
                <a:spcPct val="114000"/>
              </a:lnSpc>
              <a:defRPr sz="2800" spc="300">
                <a:solidFill>
                  <a:srgbClr val="AB6225"/>
                </a:solidFill>
                <a:latin typeface="方正粗宋简体" panose="03000509000000000000" pitchFamily="65" charset="-122"/>
                <a:ea typeface="方正粗宋简体" panose="03000509000000000000" pitchFamily="65" charset="-122"/>
              </a:defRPr>
            </a:lvl1pPr>
          </a:lstStyle>
          <a:p>
            <a:pPr algn="l" eaLnBrk="1" hangingPunct="1">
              <a:defRPr/>
            </a:pPr>
            <a:r>
              <a:rPr lang="zh-CN" altLang="en-US" sz="2600" dirty="0" smtClean="0">
                <a:solidFill>
                  <a:prstClr val="white"/>
                </a:solidFill>
                <a:latin typeface="方正大标宋简体" panose="03000509000000000000" pitchFamily="65" charset="-122"/>
                <a:ea typeface="方正大标宋简体" panose="03000509000000000000" pitchFamily="65" charset="-122"/>
              </a:rPr>
              <a:t>学会利用系统来工作</a:t>
            </a:r>
            <a:endParaRPr lang="zh-CN" altLang="en-US" sz="2600" dirty="0">
              <a:solidFill>
                <a:prstClr val="white"/>
              </a:solidFill>
              <a:latin typeface="方正大标宋简体" panose="03000509000000000000" pitchFamily="65" charset="-122"/>
              <a:ea typeface="方正大标宋简体" panose="03000509000000000000" pitchFamily="65" charset="-122"/>
            </a:endParaRPr>
          </a:p>
        </p:txBody>
      </p:sp>
      <p:sp>
        <p:nvSpPr>
          <p:cNvPr id="4" name="矩形 3"/>
          <p:cNvSpPr/>
          <p:nvPr/>
        </p:nvSpPr>
        <p:spPr>
          <a:xfrm>
            <a:off x="1154162" y="3861048"/>
            <a:ext cx="9455465" cy="1169551"/>
          </a:xfrm>
          <a:prstGeom prst="rect">
            <a:avLst/>
          </a:prstGeom>
        </p:spPr>
        <p:txBody>
          <a:bodyPr wrap="square">
            <a:spAutoFit/>
          </a:bodyPr>
          <a:lstStyle/>
          <a:p>
            <a:pPr indent="468000" eaLnBrk="1" hangingPunct="1">
              <a:spcBef>
                <a:spcPts val="1200"/>
              </a:spcBef>
            </a:pP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一个人也许可以很强，是别人一倍两倍三倍的力量，但是当你融入一个团队，大家同心协力，齐头并进，就可以是别人十倍八倍的力量。</a:t>
            </a:r>
          </a:p>
          <a:p>
            <a:pPr indent="468000" eaLnBrk="1" hangingPunct="1">
              <a:spcBef>
                <a:spcPts val="1200"/>
              </a:spcBef>
            </a:pP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你就能从一个强人变成超人。</a:t>
            </a:r>
          </a:p>
        </p:txBody>
      </p:sp>
      <p:sp>
        <p:nvSpPr>
          <p:cNvPr id="9" name="矩形 8"/>
          <p:cNvSpPr/>
          <p:nvPr/>
        </p:nvSpPr>
        <p:spPr>
          <a:xfrm>
            <a:off x="1272148" y="1700808"/>
            <a:ext cx="9480535" cy="1718227"/>
          </a:xfrm>
          <a:prstGeom prst="rect">
            <a:avLst/>
          </a:prstGeom>
        </p:spPr>
        <p:txBody>
          <a:bodyPr wrap="square">
            <a:spAutoFit/>
          </a:bodyPr>
          <a:lstStyle/>
          <a:p>
            <a:pPr indent="468000" eaLnBrk="1" hangingPunct="1">
              <a:lnSpc>
                <a:spcPct val="130000"/>
              </a:lnSpc>
              <a:defRPr/>
            </a:pPr>
            <a:r>
              <a:rPr lang="zh-CN" altLang="en-US" sz="2800" b="1" dirty="0">
                <a:solidFill>
                  <a:srgbClr val="975621"/>
                </a:solidFill>
                <a:latin typeface="华文中宋" panose="02010600040101010101" pitchFamily="2" charset="-122"/>
                <a:ea typeface="华文中宋" panose="02010600040101010101" pitchFamily="2" charset="-122"/>
              </a:rPr>
              <a:t>“如果你用现在的方法，单枪匹马地干，你就只能原地踏步，不会有长进了。如果你能学会利用整个系统来工作，你就能走得更远。你需要整个系统的支持。”</a:t>
            </a:r>
          </a:p>
        </p:txBody>
      </p:sp>
      <p:sp>
        <p:nvSpPr>
          <p:cNvPr id="11" name="半闭框 10"/>
          <p:cNvSpPr/>
          <p:nvPr/>
        </p:nvSpPr>
        <p:spPr>
          <a:xfrm>
            <a:off x="1272149" y="1700811"/>
            <a:ext cx="242278" cy="169803"/>
          </a:xfrm>
          <a:prstGeom prst="halfFrame">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endParaRPr>
          </a:p>
        </p:txBody>
      </p:sp>
      <p:sp>
        <p:nvSpPr>
          <p:cNvPr id="12" name="半闭框 11"/>
          <p:cNvSpPr/>
          <p:nvPr/>
        </p:nvSpPr>
        <p:spPr>
          <a:xfrm flipH="1" flipV="1">
            <a:off x="10488488" y="3331205"/>
            <a:ext cx="242278" cy="169803"/>
          </a:xfrm>
          <a:prstGeom prst="halfFrame">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endParaRPr>
          </a:p>
        </p:txBody>
      </p:sp>
      <p:pic>
        <p:nvPicPr>
          <p:cNvPr id="3" name="图片 2"/>
          <p:cNvPicPr>
            <a:picLocks noChangeAspect="1"/>
          </p:cNvPicPr>
          <p:nvPr/>
        </p:nvPicPr>
        <p:blipFill>
          <a:blip r:embed="rId2"/>
          <a:stretch>
            <a:fillRect/>
          </a:stretch>
        </p:blipFill>
        <p:spPr>
          <a:xfrm>
            <a:off x="767409" y="639455"/>
            <a:ext cx="772694" cy="725249"/>
          </a:xfrm>
          <a:prstGeom prst="ellipse">
            <a:avLst/>
          </a:prstGeom>
          <a:ln w="50800">
            <a:solidFill>
              <a:srgbClr val="AB6225"/>
            </a:solidFill>
          </a:ln>
        </p:spPr>
      </p:pic>
      <p:grpSp>
        <p:nvGrpSpPr>
          <p:cNvPr id="5" name="组合 4"/>
          <p:cNvGrpSpPr/>
          <p:nvPr/>
        </p:nvGrpSpPr>
        <p:grpSpPr>
          <a:xfrm flipH="1">
            <a:off x="9264352" y="5662953"/>
            <a:ext cx="1983390" cy="664464"/>
            <a:chOff x="872250" y="3373361"/>
            <a:chExt cx="1983390" cy="664464"/>
          </a:xfrm>
        </p:grpSpPr>
        <p:sp>
          <p:nvSpPr>
            <p:cNvPr id="13" name="矩形 12"/>
            <p:cNvSpPr/>
            <p:nvPr/>
          </p:nvSpPr>
          <p:spPr>
            <a:xfrm>
              <a:off x="1297219" y="3468075"/>
              <a:ext cx="1558421" cy="488025"/>
            </a:xfrm>
            <a:prstGeom prst="rect">
              <a:avLst/>
            </a:prstGeom>
            <a:solidFill>
              <a:srgbClr val="BB5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7" name="图片 6"/>
            <p:cNvPicPr>
              <a:picLocks noChangeAspect="1"/>
            </p:cNvPicPr>
            <p:nvPr/>
          </p:nvPicPr>
          <p:blipFill>
            <a:blip r:embed="rId3"/>
            <a:stretch>
              <a:fillRect/>
            </a:stretch>
          </p:blipFill>
          <p:spPr>
            <a:xfrm>
              <a:off x="872250" y="3373361"/>
              <a:ext cx="713664" cy="664464"/>
            </a:xfrm>
            <a:prstGeom prst="ellipse">
              <a:avLst/>
            </a:prstGeom>
            <a:ln w="50800">
              <a:solidFill>
                <a:srgbClr val="AB6225"/>
              </a:solidFill>
            </a:ln>
          </p:spPr>
        </p:pic>
      </p:grpSp>
      <p:cxnSp>
        <p:nvCxnSpPr>
          <p:cNvPr id="14" name="直接连接符 13"/>
          <p:cNvCxnSpPr/>
          <p:nvPr/>
        </p:nvCxnSpPr>
        <p:spPr>
          <a:xfrm>
            <a:off x="983432" y="3573016"/>
            <a:ext cx="10035366" cy="0"/>
          </a:xfrm>
          <a:prstGeom prst="line">
            <a:avLst/>
          </a:prstGeom>
          <a:ln>
            <a:solidFill>
              <a:srgbClr val="AB6225"/>
            </a:solidFill>
            <a:prstDash val="dash"/>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9264352" y="5770846"/>
            <a:ext cx="1269726" cy="461665"/>
          </a:xfrm>
          <a:prstGeom prst="rect">
            <a:avLst/>
          </a:prstGeom>
        </p:spPr>
        <p:txBody>
          <a:bodyPr wrap="square">
            <a:spAutoFit/>
          </a:bodyPr>
          <a:lstStyle/>
          <a:p>
            <a:pPr eaLnBrk="1" hangingPunct="1">
              <a:defRPr/>
            </a:pPr>
            <a:r>
              <a:rPr lang="zh-CN" altLang="en-US" sz="2400" spc="300" dirty="0" smtClean="0">
                <a:solidFill>
                  <a:prstClr val="white"/>
                </a:solidFill>
                <a:latin typeface="方正大标宋简体" panose="03000509000000000000" pitchFamily="65" charset="-122"/>
                <a:ea typeface="方正大标宋简体" panose="03000509000000000000" pitchFamily="65" charset="-122"/>
              </a:rPr>
              <a:t>微感悟</a:t>
            </a:r>
            <a:endParaRPr lang="zh-CN" altLang="en-US" sz="2400" spc="300" dirty="0">
              <a:solidFill>
                <a:prstClr val="white"/>
              </a:solidFill>
              <a:latin typeface="方正大标宋简体" panose="03000509000000000000" pitchFamily="65" charset="-122"/>
              <a:ea typeface="方正大标宋简体" panose="03000509000000000000" pitchFamily="65" charset="-122"/>
            </a:endParaRPr>
          </a:p>
        </p:txBody>
      </p:sp>
    </p:spTree>
    <p:extLst>
      <p:ext uri="{BB962C8B-B14F-4D97-AF65-F5344CB8AC3E}">
        <p14:creationId xmlns:p14="http://schemas.microsoft.com/office/powerpoint/2010/main" val="574599877"/>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97219" y="764706"/>
            <a:ext cx="7705665" cy="488025"/>
          </a:xfrm>
          <a:prstGeom prst="rect">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文本框 1"/>
          <p:cNvSpPr txBox="1"/>
          <p:nvPr/>
        </p:nvSpPr>
        <p:spPr>
          <a:xfrm>
            <a:off x="1652355" y="750416"/>
            <a:ext cx="7294820" cy="520142"/>
          </a:xfrm>
          <a:prstGeom prst="rect">
            <a:avLst/>
          </a:prstGeom>
          <a:noFill/>
        </p:spPr>
        <p:txBody>
          <a:bodyPr wrap="square">
            <a:spAutoFit/>
          </a:bodyPr>
          <a:lstStyle>
            <a:defPPr>
              <a:defRPr lang="zh-CN"/>
            </a:defPPr>
            <a:lvl1pPr algn="ctr">
              <a:lnSpc>
                <a:spcPct val="114000"/>
              </a:lnSpc>
              <a:defRPr sz="2800" spc="300">
                <a:solidFill>
                  <a:srgbClr val="AB6225"/>
                </a:solidFill>
                <a:latin typeface="方正粗宋简体" panose="03000509000000000000" pitchFamily="65" charset="-122"/>
                <a:ea typeface="方正粗宋简体" panose="03000509000000000000" pitchFamily="65" charset="-122"/>
              </a:defRPr>
            </a:lvl1pPr>
          </a:lstStyle>
          <a:p>
            <a:pPr algn="l" eaLnBrk="1" hangingPunct="1">
              <a:defRPr/>
            </a:pPr>
            <a:r>
              <a:rPr lang="zh-CN" altLang="en-US" sz="2600" dirty="0" smtClean="0">
                <a:solidFill>
                  <a:prstClr val="white"/>
                </a:solidFill>
                <a:latin typeface="方正大标宋简体" panose="03000509000000000000" pitchFamily="65" charset="-122"/>
                <a:ea typeface="方正大标宋简体" panose="03000509000000000000" pitchFamily="65" charset="-122"/>
              </a:rPr>
              <a:t>学会推销</a:t>
            </a:r>
            <a:endParaRPr lang="zh-CN" altLang="en-US" sz="2600" dirty="0">
              <a:solidFill>
                <a:prstClr val="white"/>
              </a:solidFill>
              <a:latin typeface="方正大标宋简体" panose="03000509000000000000" pitchFamily="65" charset="-122"/>
              <a:ea typeface="方正大标宋简体" panose="03000509000000000000" pitchFamily="65" charset="-122"/>
            </a:endParaRPr>
          </a:p>
        </p:txBody>
      </p:sp>
      <p:sp>
        <p:nvSpPr>
          <p:cNvPr id="4" name="矩形 3"/>
          <p:cNvSpPr/>
          <p:nvPr/>
        </p:nvSpPr>
        <p:spPr>
          <a:xfrm>
            <a:off x="1137722" y="4027066"/>
            <a:ext cx="9455465" cy="1169551"/>
          </a:xfrm>
          <a:prstGeom prst="rect">
            <a:avLst/>
          </a:prstGeom>
        </p:spPr>
        <p:txBody>
          <a:bodyPr wrap="square">
            <a:spAutoFit/>
          </a:bodyPr>
          <a:lstStyle/>
          <a:p>
            <a:pPr indent="468000" eaLnBrk="1" hangingPunct="1">
              <a:spcBef>
                <a:spcPts val="1200"/>
              </a:spcBef>
            </a:pP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不要有“后排心态”；去为自己的机会谈判。</a:t>
            </a:r>
          </a:p>
          <a:p>
            <a:pPr indent="468000" eaLnBrk="1" hangingPunct="1">
              <a:spcBef>
                <a:spcPts val="1200"/>
              </a:spcBef>
            </a:pPr>
            <a:r>
              <a:rPr lang="zh-CN" altLang="en-US" sz="20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你得学会“贩卖”，为什么你会读一些文章而不读另外的文章？为什么你会搭讪一些人而忽略另外的人？为什么你会加入一个社团而不是别的社团？</a:t>
            </a:r>
          </a:p>
        </p:txBody>
      </p:sp>
      <p:sp>
        <p:nvSpPr>
          <p:cNvPr id="9" name="矩形 8"/>
          <p:cNvSpPr/>
          <p:nvPr/>
        </p:nvSpPr>
        <p:spPr>
          <a:xfrm>
            <a:off x="1272148" y="1700808"/>
            <a:ext cx="9480535" cy="1718227"/>
          </a:xfrm>
          <a:prstGeom prst="rect">
            <a:avLst/>
          </a:prstGeom>
        </p:spPr>
        <p:txBody>
          <a:bodyPr wrap="square">
            <a:spAutoFit/>
          </a:bodyPr>
          <a:lstStyle/>
          <a:p>
            <a:pPr indent="468000" eaLnBrk="1" hangingPunct="1">
              <a:lnSpc>
                <a:spcPct val="130000"/>
              </a:lnSpc>
              <a:defRPr/>
            </a:pPr>
            <a:r>
              <a:rPr lang="zh-CN" altLang="en-US" sz="2800" b="1" dirty="0">
                <a:solidFill>
                  <a:srgbClr val="975621"/>
                </a:solidFill>
                <a:latin typeface="华文中宋" panose="02010600040101010101" pitchFamily="2" charset="-122"/>
                <a:ea typeface="华文中宋" panose="02010600040101010101" pitchFamily="2" charset="-122"/>
              </a:rPr>
              <a:t>一共有三件事你得去推销。你必须学会写好写清楚以便人们愿意看；你必须学会发表相当正式的发言；你还必须学会作非正式的谈话。</a:t>
            </a:r>
          </a:p>
        </p:txBody>
      </p:sp>
      <p:sp>
        <p:nvSpPr>
          <p:cNvPr id="11" name="半闭框 10"/>
          <p:cNvSpPr/>
          <p:nvPr/>
        </p:nvSpPr>
        <p:spPr>
          <a:xfrm>
            <a:off x="1272149" y="1700811"/>
            <a:ext cx="242278" cy="169803"/>
          </a:xfrm>
          <a:prstGeom prst="halfFrame">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endParaRPr>
          </a:p>
        </p:txBody>
      </p:sp>
      <p:sp>
        <p:nvSpPr>
          <p:cNvPr id="12" name="半闭框 11"/>
          <p:cNvSpPr/>
          <p:nvPr/>
        </p:nvSpPr>
        <p:spPr>
          <a:xfrm flipH="1" flipV="1">
            <a:off x="10488488" y="3331205"/>
            <a:ext cx="242278" cy="169803"/>
          </a:xfrm>
          <a:prstGeom prst="halfFrame">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endParaRPr>
          </a:p>
        </p:txBody>
      </p:sp>
      <p:pic>
        <p:nvPicPr>
          <p:cNvPr id="3" name="图片 2"/>
          <p:cNvPicPr>
            <a:picLocks noChangeAspect="1"/>
          </p:cNvPicPr>
          <p:nvPr/>
        </p:nvPicPr>
        <p:blipFill>
          <a:blip r:embed="rId2"/>
          <a:stretch>
            <a:fillRect/>
          </a:stretch>
        </p:blipFill>
        <p:spPr>
          <a:xfrm>
            <a:off x="767409" y="639455"/>
            <a:ext cx="772694" cy="725249"/>
          </a:xfrm>
          <a:prstGeom prst="ellipse">
            <a:avLst/>
          </a:prstGeom>
          <a:ln w="50800">
            <a:solidFill>
              <a:srgbClr val="AB6225"/>
            </a:solidFill>
          </a:ln>
        </p:spPr>
      </p:pic>
      <p:grpSp>
        <p:nvGrpSpPr>
          <p:cNvPr id="5" name="组合 4"/>
          <p:cNvGrpSpPr/>
          <p:nvPr/>
        </p:nvGrpSpPr>
        <p:grpSpPr>
          <a:xfrm flipH="1">
            <a:off x="9264352" y="5662953"/>
            <a:ext cx="1983390" cy="664464"/>
            <a:chOff x="872250" y="3373361"/>
            <a:chExt cx="1983390" cy="664464"/>
          </a:xfrm>
        </p:grpSpPr>
        <p:sp>
          <p:nvSpPr>
            <p:cNvPr id="13" name="矩形 12"/>
            <p:cNvSpPr/>
            <p:nvPr/>
          </p:nvSpPr>
          <p:spPr>
            <a:xfrm>
              <a:off x="1297219" y="3468075"/>
              <a:ext cx="1558421" cy="488025"/>
            </a:xfrm>
            <a:prstGeom prst="rect">
              <a:avLst/>
            </a:prstGeom>
            <a:solidFill>
              <a:srgbClr val="BB5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7" name="图片 6"/>
            <p:cNvPicPr>
              <a:picLocks noChangeAspect="1"/>
            </p:cNvPicPr>
            <p:nvPr/>
          </p:nvPicPr>
          <p:blipFill>
            <a:blip r:embed="rId3"/>
            <a:stretch>
              <a:fillRect/>
            </a:stretch>
          </p:blipFill>
          <p:spPr>
            <a:xfrm>
              <a:off x="872250" y="3373361"/>
              <a:ext cx="713664" cy="664464"/>
            </a:xfrm>
            <a:prstGeom prst="ellipse">
              <a:avLst/>
            </a:prstGeom>
            <a:ln w="50800">
              <a:solidFill>
                <a:srgbClr val="AB6225"/>
              </a:solidFill>
            </a:ln>
          </p:spPr>
        </p:pic>
      </p:grpSp>
      <p:cxnSp>
        <p:nvCxnSpPr>
          <p:cNvPr id="14" name="直接连接符 13"/>
          <p:cNvCxnSpPr/>
          <p:nvPr/>
        </p:nvCxnSpPr>
        <p:spPr>
          <a:xfrm>
            <a:off x="983432" y="3573016"/>
            <a:ext cx="10035366" cy="0"/>
          </a:xfrm>
          <a:prstGeom prst="line">
            <a:avLst/>
          </a:prstGeom>
          <a:ln>
            <a:solidFill>
              <a:srgbClr val="AB6225"/>
            </a:solidFill>
            <a:prstDash val="dash"/>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9264352" y="5770846"/>
            <a:ext cx="1269726" cy="461665"/>
          </a:xfrm>
          <a:prstGeom prst="rect">
            <a:avLst/>
          </a:prstGeom>
        </p:spPr>
        <p:txBody>
          <a:bodyPr wrap="square">
            <a:spAutoFit/>
          </a:bodyPr>
          <a:lstStyle/>
          <a:p>
            <a:pPr eaLnBrk="1" hangingPunct="1">
              <a:defRPr/>
            </a:pPr>
            <a:r>
              <a:rPr lang="zh-CN" altLang="en-US" sz="2400" spc="300" dirty="0" smtClean="0">
                <a:solidFill>
                  <a:prstClr val="white"/>
                </a:solidFill>
                <a:latin typeface="方正大标宋简体" panose="03000509000000000000" pitchFamily="65" charset="-122"/>
                <a:ea typeface="方正大标宋简体" panose="03000509000000000000" pitchFamily="65" charset="-122"/>
              </a:rPr>
              <a:t>微感悟</a:t>
            </a:r>
            <a:endParaRPr lang="zh-CN" altLang="en-US" sz="2400" spc="300" dirty="0">
              <a:solidFill>
                <a:prstClr val="white"/>
              </a:solidFill>
              <a:latin typeface="方正大标宋简体" panose="03000509000000000000" pitchFamily="65" charset="-122"/>
              <a:ea typeface="方正大标宋简体" panose="03000509000000000000" pitchFamily="65" charset="-122"/>
            </a:endParaRPr>
          </a:p>
        </p:txBody>
      </p:sp>
    </p:spTree>
    <p:extLst>
      <p:ext uri="{BB962C8B-B14F-4D97-AF65-F5344CB8AC3E}">
        <p14:creationId xmlns:p14="http://schemas.microsoft.com/office/powerpoint/2010/main" val="3332824371"/>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611566" y="495303"/>
            <a:ext cx="4968875" cy="652463"/>
          </a:xfrm>
          <a:prstGeom prst="rect">
            <a:avLst/>
          </a:prstGeom>
          <a:noFill/>
        </p:spPr>
        <p:txBody>
          <a:bodyPr>
            <a:spAutoFit/>
          </a:bodyPr>
          <a:lstStyle>
            <a:defPPr>
              <a:defRPr lang="zh-CN"/>
            </a:defPPr>
            <a:lvl1pPr algn="ctr">
              <a:lnSpc>
                <a:spcPct val="114000"/>
              </a:lnSpc>
              <a:defRPr sz="2800" spc="300">
                <a:solidFill>
                  <a:srgbClr val="AB6225"/>
                </a:solidFill>
                <a:latin typeface="方正粗宋简体" panose="03000509000000000000" pitchFamily="65" charset="-122"/>
                <a:ea typeface="方正粗宋简体" panose="03000509000000000000" pitchFamily="65" charset="-122"/>
              </a:defRPr>
            </a:lvl1pPr>
          </a:lstStyle>
          <a:p>
            <a:pPr eaLnBrk="1" hangingPunct="1">
              <a:defRPr/>
            </a:pPr>
            <a:r>
              <a:rPr lang="zh-CN" altLang="en-US" sz="3200" dirty="0"/>
              <a:t>读后心得</a:t>
            </a:r>
          </a:p>
        </p:txBody>
      </p:sp>
      <p:sp>
        <p:nvSpPr>
          <p:cNvPr id="3" name="矩形 2"/>
          <p:cNvSpPr/>
          <p:nvPr/>
        </p:nvSpPr>
        <p:spPr>
          <a:xfrm>
            <a:off x="4872038" y="782638"/>
            <a:ext cx="144462" cy="144462"/>
          </a:xfrm>
          <a:prstGeom prst="rect">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 name="矩形 3"/>
          <p:cNvSpPr/>
          <p:nvPr/>
        </p:nvSpPr>
        <p:spPr>
          <a:xfrm>
            <a:off x="7104063" y="782638"/>
            <a:ext cx="144462" cy="144462"/>
          </a:xfrm>
          <a:prstGeom prst="rect">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 name="矩形 4"/>
          <p:cNvSpPr/>
          <p:nvPr/>
        </p:nvSpPr>
        <p:spPr>
          <a:xfrm>
            <a:off x="7223128" y="831850"/>
            <a:ext cx="4968872" cy="45719"/>
          </a:xfrm>
          <a:prstGeom prst="rect">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6" name="矩形 5"/>
          <p:cNvSpPr/>
          <p:nvPr/>
        </p:nvSpPr>
        <p:spPr>
          <a:xfrm>
            <a:off x="0" y="831850"/>
            <a:ext cx="4884738" cy="46038"/>
          </a:xfrm>
          <a:prstGeom prst="rect">
            <a:avLst/>
          </a:prstGeom>
          <a:solidFill>
            <a:srgbClr val="AB622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矩形 6"/>
          <p:cNvSpPr/>
          <p:nvPr/>
        </p:nvSpPr>
        <p:spPr>
          <a:xfrm>
            <a:off x="479375" y="1646505"/>
            <a:ext cx="6403631" cy="4662815"/>
          </a:xfrm>
          <a:prstGeom prst="rect">
            <a:avLst/>
          </a:prstGeom>
        </p:spPr>
        <p:txBody>
          <a:bodyPr wrap="square">
            <a:spAutoFit/>
          </a:bodyPr>
          <a:lstStyle/>
          <a:p>
            <a:pPr indent="457200" eaLnBrk="1" hangingPunct="1">
              <a:lnSpc>
                <a:spcPct val="150000"/>
              </a:lnSpc>
              <a:buClr>
                <a:srgbClr val="AB6225"/>
              </a:buClr>
              <a:buSzPct val="70000"/>
            </a:pPr>
            <a:r>
              <a:rPr lang="zh-CN" altLang="en-US" sz="22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那些本已胜券在握的科学家最后未能成功的原因是：</a:t>
            </a:r>
            <a:endParaRPr lang="en-US" altLang="zh-CN" sz="22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endParaRPr>
          </a:p>
          <a:p>
            <a:pPr indent="457200" eaLnBrk="1" hangingPunct="1">
              <a:lnSpc>
                <a:spcPct val="150000"/>
              </a:lnSpc>
              <a:buClr>
                <a:srgbClr val="AB6225"/>
              </a:buClr>
              <a:buSzPct val="70000"/>
            </a:pPr>
            <a:r>
              <a:rPr lang="zh-CN" altLang="en-US" sz="22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他们没做重要的问题；他们没能投入感情；他们不去试着把困难的事情转化成一些容易解决，但却仍然重要的问题。还有，他们老是给自己各种借口解释为什么没做成。他们老是归结为运气使然。</a:t>
            </a:r>
            <a:endParaRPr lang="en-US" altLang="zh-CN" sz="22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endParaRPr>
          </a:p>
          <a:p>
            <a:pPr indent="457200" eaLnBrk="1" hangingPunct="1">
              <a:lnSpc>
                <a:spcPct val="150000"/>
              </a:lnSpc>
              <a:buClr>
                <a:srgbClr val="AB6225"/>
              </a:buClr>
              <a:buSzPct val="70000"/>
            </a:pPr>
            <a:r>
              <a:rPr lang="zh-CN" altLang="en-US" sz="22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rPr>
              <a:t>“我已经告诉你事情有多容易，更者我已经告诉你如何去改进。所以，动手吧，你们就会成为伟大的科学家。”</a:t>
            </a:r>
            <a:endParaRPr lang="en-US" altLang="zh-CN" sz="2200" dirty="0">
              <a:solidFill>
                <a:srgbClr val="AB6225"/>
              </a:solidFill>
              <a:latin typeface="方正宋刻本秀楷简体" panose="02000000000000000000" pitchFamily="2" charset="-122"/>
              <a:ea typeface="方正宋刻本秀楷简体" panose="02000000000000000000" pitchFamily="2" charset="-122"/>
              <a:cs typeface="华文黑体" panose="02010600040101010101" pitchFamily="2" charset="-122"/>
            </a:endParaRPr>
          </a:p>
        </p:txBody>
      </p:sp>
      <p:sp>
        <p:nvSpPr>
          <p:cNvPr id="8" name="椭圆 7"/>
          <p:cNvSpPr/>
          <p:nvPr/>
        </p:nvSpPr>
        <p:spPr>
          <a:xfrm>
            <a:off x="8757808" y="3233183"/>
            <a:ext cx="1152000" cy="1152000"/>
          </a:xfrm>
          <a:prstGeom prst="ellipse">
            <a:avLst/>
          </a:prstGeom>
          <a:solidFill>
            <a:srgbClr val="07091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zh-CN" altLang="en-US" b="1">
              <a:latin typeface="微软雅黑" panose="020B0503020204020204" pitchFamily="34" charset="-122"/>
              <a:ea typeface="微软雅黑" panose="020B0503020204020204" pitchFamily="34" charset="-122"/>
            </a:endParaRPr>
          </a:p>
        </p:txBody>
      </p:sp>
      <p:sp>
        <p:nvSpPr>
          <p:cNvPr id="12" name="矩形 11"/>
          <p:cNvSpPr/>
          <p:nvPr/>
        </p:nvSpPr>
        <p:spPr>
          <a:xfrm>
            <a:off x="8831109" y="3489993"/>
            <a:ext cx="1005403" cy="584775"/>
          </a:xfrm>
          <a:prstGeom prst="rect">
            <a:avLst/>
          </a:prstGeom>
        </p:spPr>
        <p:txBody>
          <a:bodyPr wrap="none">
            <a:spAutoFit/>
          </a:bodyPr>
          <a:lstStyle/>
          <a:p>
            <a:pPr>
              <a:buClr>
                <a:srgbClr val="AB6225"/>
              </a:buClr>
              <a:buSzPct val="70000"/>
            </a:pPr>
            <a:r>
              <a:rPr lang="zh-CN" altLang="en-US" sz="3200" b="1" dirty="0">
                <a:solidFill>
                  <a:schemeClr val="bg1"/>
                </a:solidFill>
                <a:latin typeface="微软雅黑" panose="020B0503020204020204" pitchFamily="34" charset="-122"/>
                <a:ea typeface="微软雅黑" panose="020B0503020204020204" pitchFamily="34" charset="-122"/>
              </a:rPr>
              <a:t>成就</a:t>
            </a:r>
            <a:endParaRPr lang="en-US" altLang="zh-CN" sz="3200" b="1" dirty="0">
              <a:solidFill>
                <a:schemeClr val="bg1"/>
              </a:solidFill>
              <a:latin typeface="微软雅黑" panose="020B0503020204020204" pitchFamily="34" charset="-122"/>
              <a:ea typeface="微软雅黑" panose="020B0503020204020204" pitchFamily="34" charset="-122"/>
            </a:endParaRPr>
          </a:p>
        </p:txBody>
      </p:sp>
      <p:pic>
        <p:nvPicPr>
          <p:cNvPr id="20" name="图片 19"/>
          <p:cNvPicPr>
            <a:picLocks noChangeAspect="1"/>
          </p:cNvPicPr>
          <p:nvPr/>
        </p:nvPicPr>
        <p:blipFill>
          <a:blip r:embed="rId2" cstate="print">
            <a:extLst>
              <a:ext uri="{BEBA8EAE-BF5A-486C-A8C5-ECC9F3942E4B}">
                <a14:imgProps xmlns:a14="http://schemas.microsoft.com/office/drawing/2010/main">
                  <a14:imgLayer r:embed="rId3">
                    <a14:imgEffect>
                      <a14:backgroundRemoval t="10000" b="90000" l="10000" r="90000">
                        <a14:foregroundMark x1="47000" y1="29167" x2="47000" y2="29167"/>
                        <a14:foregroundMark x1="84667" y1="44167" x2="84667" y2="44167"/>
                        <a14:foregroundMark x1="47333" y1="63333" x2="47333" y2="63333"/>
                      </a14:backgroundRemoval>
                    </a14:imgEffect>
                  </a14:imgLayer>
                </a14:imgProps>
              </a:ext>
              <a:ext uri="{28A0092B-C50C-407E-A947-70E740481C1C}">
                <a14:useLocalDpi xmlns:a14="http://schemas.microsoft.com/office/drawing/2010/main" val="0"/>
              </a:ext>
            </a:extLst>
          </a:blip>
          <a:stretch>
            <a:fillRect/>
          </a:stretch>
        </p:blipFill>
        <p:spPr>
          <a:xfrm rot="1642946">
            <a:off x="8369082" y="3589314"/>
            <a:ext cx="356238" cy="169885"/>
          </a:xfrm>
          <a:prstGeom prst="rect">
            <a:avLst/>
          </a:prstGeom>
        </p:spPr>
      </p:pic>
      <p:grpSp>
        <p:nvGrpSpPr>
          <p:cNvPr id="35" name="组合 34"/>
          <p:cNvGrpSpPr/>
          <p:nvPr/>
        </p:nvGrpSpPr>
        <p:grpSpPr>
          <a:xfrm>
            <a:off x="7382300" y="2920336"/>
            <a:ext cx="1010416" cy="1010416"/>
            <a:chOff x="3414406" y="3859267"/>
            <a:chExt cx="1010416" cy="1010416"/>
          </a:xfrm>
        </p:grpSpPr>
        <p:sp>
          <p:nvSpPr>
            <p:cNvPr id="10" name="椭圆 9"/>
            <p:cNvSpPr/>
            <p:nvPr/>
          </p:nvSpPr>
          <p:spPr>
            <a:xfrm>
              <a:off x="3414406" y="3859267"/>
              <a:ext cx="1010416" cy="1010416"/>
            </a:xfrm>
            <a:prstGeom prst="ellipse">
              <a:avLst/>
            </a:prstGeom>
            <a:solidFill>
              <a:srgbClr val="A48A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34" name="矩形 33"/>
            <p:cNvSpPr/>
            <p:nvPr/>
          </p:nvSpPr>
          <p:spPr>
            <a:xfrm>
              <a:off x="3540109" y="3960833"/>
              <a:ext cx="748923" cy="769441"/>
            </a:xfrm>
            <a:prstGeom prst="rect">
              <a:avLst/>
            </a:prstGeom>
          </p:spPr>
          <p:txBody>
            <a:bodyPr wrap="none">
              <a:spAutoFit/>
            </a:bodyPr>
            <a:lstStyle/>
            <a:p>
              <a:pPr>
                <a:buClr>
                  <a:srgbClr val="AB6225"/>
                </a:buClr>
                <a:buSzPct val="70000"/>
              </a:pPr>
              <a:r>
                <a:rPr lang="zh-CN" altLang="en-US" sz="2200" b="1" dirty="0">
                  <a:solidFill>
                    <a:schemeClr val="bg1"/>
                  </a:solidFill>
                  <a:latin typeface="微软雅黑" panose="020B0503020204020204" pitchFamily="34" charset="-122"/>
                  <a:ea typeface="微软雅黑" panose="020B0503020204020204" pitchFamily="34" charset="-122"/>
                </a:rPr>
                <a:t>做好</a:t>
              </a:r>
              <a:endParaRPr lang="en-US" altLang="zh-CN" sz="2200" b="1" dirty="0">
                <a:solidFill>
                  <a:schemeClr val="bg1"/>
                </a:solidFill>
                <a:latin typeface="微软雅黑" panose="020B0503020204020204" pitchFamily="34" charset="-122"/>
                <a:ea typeface="微软雅黑" panose="020B0503020204020204" pitchFamily="34" charset="-122"/>
              </a:endParaRPr>
            </a:p>
            <a:p>
              <a:pPr>
                <a:buClr>
                  <a:srgbClr val="AB6225"/>
                </a:buClr>
                <a:buSzPct val="70000"/>
              </a:pPr>
              <a:r>
                <a:rPr lang="zh-CN" altLang="en-US" sz="2200" b="1" dirty="0">
                  <a:solidFill>
                    <a:schemeClr val="bg1"/>
                  </a:solidFill>
                  <a:latin typeface="微软雅黑" panose="020B0503020204020204" pitchFamily="34" charset="-122"/>
                  <a:ea typeface="微软雅黑" panose="020B0503020204020204" pitchFamily="34" charset="-122"/>
                </a:rPr>
                <a:t>准备</a:t>
              </a:r>
              <a:endParaRPr lang="en-US" altLang="zh-CN" sz="2200" b="1" dirty="0">
                <a:solidFill>
                  <a:schemeClr val="bg1"/>
                </a:solidFill>
                <a:latin typeface="微软雅黑" panose="020B0503020204020204" pitchFamily="34" charset="-122"/>
                <a:ea typeface="微软雅黑" panose="020B0503020204020204" pitchFamily="34" charset="-122"/>
              </a:endParaRPr>
            </a:p>
          </p:txBody>
        </p:sp>
      </p:grpSp>
      <p:grpSp>
        <p:nvGrpSpPr>
          <p:cNvPr id="37" name="组合 36"/>
          <p:cNvGrpSpPr/>
          <p:nvPr/>
        </p:nvGrpSpPr>
        <p:grpSpPr>
          <a:xfrm>
            <a:off x="8316100" y="1986536"/>
            <a:ext cx="1010416" cy="1010416"/>
            <a:chOff x="3414406" y="3859267"/>
            <a:chExt cx="1010416" cy="1010416"/>
          </a:xfrm>
        </p:grpSpPr>
        <p:sp>
          <p:nvSpPr>
            <p:cNvPr id="38" name="椭圆 37"/>
            <p:cNvSpPr/>
            <p:nvPr/>
          </p:nvSpPr>
          <p:spPr>
            <a:xfrm>
              <a:off x="3414406" y="3859267"/>
              <a:ext cx="1010416" cy="1010416"/>
            </a:xfrm>
            <a:prstGeom prst="ellipse">
              <a:avLst/>
            </a:prstGeom>
            <a:solidFill>
              <a:srgbClr val="A48A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39" name="矩形 38"/>
            <p:cNvSpPr/>
            <p:nvPr/>
          </p:nvSpPr>
          <p:spPr>
            <a:xfrm>
              <a:off x="3540109" y="3960833"/>
              <a:ext cx="748923" cy="769441"/>
            </a:xfrm>
            <a:prstGeom prst="rect">
              <a:avLst/>
            </a:prstGeom>
          </p:spPr>
          <p:txBody>
            <a:bodyPr wrap="none">
              <a:spAutoFit/>
            </a:bodyPr>
            <a:lstStyle/>
            <a:p>
              <a:pPr>
                <a:buClr>
                  <a:srgbClr val="AB6225"/>
                </a:buClr>
                <a:buSzPct val="70000"/>
              </a:pPr>
              <a:r>
                <a:rPr lang="zh-CN" altLang="en-US" sz="2200" b="1" dirty="0">
                  <a:solidFill>
                    <a:schemeClr val="bg1"/>
                  </a:solidFill>
                  <a:latin typeface="微软雅黑" panose="020B0503020204020204" pitchFamily="34" charset="-122"/>
                  <a:ea typeface="微软雅黑" panose="020B0503020204020204" pitchFamily="34" charset="-122"/>
                </a:rPr>
                <a:t>坚定</a:t>
              </a:r>
              <a:endParaRPr lang="en-US" altLang="zh-CN" sz="2200" b="1" dirty="0">
                <a:solidFill>
                  <a:schemeClr val="bg1"/>
                </a:solidFill>
                <a:latin typeface="微软雅黑" panose="020B0503020204020204" pitchFamily="34" charset="-122"/>
                <a:ea typeface="微软雅黑" panose="020B0503020204020204" pitchFamily="34" charset="-122"/>
              </a:endParaRPr>
            </a:p>
            <a:p>
              <a:pPr>
                <a:buClr>
                  <a:srgbClr val="AB6225"/>
                </a:buClr>
                <a:buSzPct val="70000"/>
              </a:pPr>
              <a:r>
                <a:rPr lang="zh-CN" altLang="en-US" sz="2200" b="1" dirty="0">
                  <a:solidFill>
                    <a:schemeClr val="bg1"/>
                  </a:solidFill>
                  <a:latin typeface="微软雅黑" panose="020B0503020204020204" pitchFamily="34" charset="-122"/>
                  <a:ea typeface="微软雅黑" panose="020B0503020204020204" pitchFamily="34" charset="-122"/>
                </a:rPr>
                <a:t>勇气</a:t>
              </a:r>
              <a:endParaRPr lang="en-US" altLang="zh-CN" sz="2200" b="1" dirty="0">
                <a:solidFill>
                  <a:schemeClr val="bg1"/>
                </a:solidFill>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9614548" y="2128248"/>
            <a:ext cx="1010416" cy="1010416"/>
            <a:chOff x="3414406" y="3859267"/>
            <a:chExt cx="1010416" cy="1010416"/>
          </a:xfrm>
        </p:grpSpPr>
        <p:sp>
          <p:nvSpPr>
            <p:cNvPr id="41" name="椭圆 40"/>
            <p:cNvSpPr/>
            <p:nvPr/>
          </p:nvSpPr>
          <p:spPr>
            <a:xfrm>
              <a:off x="3414406" y="3859267"/>
              <a:ext cx="1010416" cy="1010416"/>
            </a:xfrm>
            <a:prstGeom prst="ellipse">
              <a:avLst/>
            </a:prstGeom>
            <a:solidFill>
              <a:srgbClr val="A48A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42" name="矩形 41"/>
            <p:cNvSpPr/>
            <p:nvPr/>
          </p:nvSpPr>
          <p:spPr>
            <a:xfrm>
              <a:off x="3540109" y="3960833"/>
              <a:ext cx="748923" cy="769441"/>
            </a:xfrm>
            <a:prstGeom prst="rect">
              <a:avLst/>
            </a:prstGeom>
          </p:spPr>
          <p:txBody>
            <a:bodyPr wrap="none">
              <a:spAutoFit/>
            </a:bodyPr>
            <a:lstStyle/>
            <a:p>
              <a:pPr>
                <a:buClr>
                  <a:srgbClr val="AB6225"/>
                </a:buClr>
                <a:buSzPct val="70000"/>
              </a:pPr>
              <a:r>
                <a:rPr lang="zh-CN" altLang="en-US" sz="2200" b="1" dirty="0">
                  <a:solidFill>
                    <a:schemeClr val="bg1"/>
                  </a:solidFill>
                  <a:latin typeface="微软雅黑" panose="020B0503020204020204" pitchFamily="34" charset="-122"/>
                  <a:ea typeface="微软雅黑" panose="020B0503020204020204" pitchFamily="34" charset="-122"/>
                </a:rPr>
                <a:t>转换</a:t>
              </a:r>
              <a:endParaRPr lang="en-US" altLang="zh-CN" sz="2200" b="1" dirty="0">
                <a:solidFill>
                  <a:schemeClr val="bg1"/>
                </a:solidFill>
                <a:latin typeface="微软雅黑" panose="020B0503020204020204" pitchFamily="34" charset="-122"/>
                <a:ea typeface="微软雅黑" panose="020B0503020204020204" pitchFamily="34" charset="-122"/>
              </a:endParaRPr>
            </a:p>
            <a:p>
              <a:pPr>
                <a:buClr>
                  <a:srgbClr val="AB6225"/>
                </a:buClr>
                <a:buSzPct val="70000"/>
              </a:pPr>
              <a:r>
                <a:rPr lang="zh-CN" altLang="en-US" sz="2200" b="1" dirty="0">
                  <a:solidFill>
                    <a:schemeClr val="bg1"/>
                  </a:solidFill>
                  <a:latin typeface="微软雅黑" panose="020B0503020204020204" pitchFamily="34" charset="-122"/>
                  <a:ea typeface="微软雅黑" panose="020B0503020204020204" pitchFamily="34" charset="-122"/>
                </a:rPr>
                <a:t>思维</a:t>
              </a:r>
              <a:endParaRPr lang="en-US" altLang="zh-CN" sz="2200" b="1" dirty="0">
                <a:solidFill>
                  <a:schemeClr val="bg1"/>
                </a:solidFill>
                <a:latin typeface="微软雅黑" panose="020B0503020204020204" pitchFamily="34" charset="-122"/>
                <a:ea typeface="微软雅黑" panose="020B0503020204020204" pitchFamily="34" charset="-122"/>
              </a:endParaRPr>
            </a:p>
          </p:txBody>
        </p:sp>
      </p:grpSp>
      <p:grpSp>
        <p:nvGrpSpPr>
          <p:cNvPr id="43" name="组合 42"/>
          <p:cNvGrpSpPr/>
          <p:nvPr/>
        </p:nvGrpSpPr>
        <p:grpSpPr>
          <a:xfrm>
            <a:off x="10270160" y="3138664"/>
            <a:ext cx="1010416" cy="1010416"/>
            <a:chOff x="3414406" y="3859267"/>
            <a:chExt cx="1010416" cy="1010416"/>
          </a:xfrm>
        </p:grpSpPr>
        <p:sp>
          <p:nvSpPr>
            <p:cNvPr id="44" name="椭圆 43"/>
            <p:cNvSpPr/>
            <p:nvPr/>
          </p:nvSpPr>
          <p:spPr>
            <a:xfrm>
              <a:off x="3414406" y="3859267"/>
              <a:ext cx="1010416" cy="1010416"/>
            </a:xfrm>
            <a:prstGeom prst="ellipse">
              <a:avLst/>
            </a:prstGeom>
            <a:solidFill>
              <a:srgbClr val="A48A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45" name="矩形 44"/>
            <p:cNvSpPr/>
            <p:nvPr/>
          </p:nvSpPr>
          <p:spPr>
            <a:xfrm>
              <a:off x="3540109" y="3960833"/>
              <a:ext cx="748923" cy="769441"/>
            </a:xfrm>
            <a:prstGeom prst="rect">
              <a:avLst/>
            </a:prstGeom>
          </p:spPr>
          <p:txBody>
            <a:bodyPr wrap="none">
              <a:spAutoFit/>
            </a:bodyPr>
            <a:lstStyle/>
            <a:p>
              <a:pPr>
                <a:buClr>
                  <a:srgbClr val="AB6225"/>
                </a:buClr>
                <a:buSzPct val="70000"/>
              </a:pPr>
              <a:r>
                <a:rPr lang="zh-CN" altLang="en-US" sz="2200" b="1" dirty="0">
                  <a:solidFill>
                    <a:schemeClr val="bg1"/>
                  </a:solidFill>
                  <a:latin typeface="微软雅黑" panose="020B0503020204020204" pitchFamily="34" charset="-122"/>
                  <a:ea typeface="微软雅黑" panose="020B0503020204020204" pitchFamily="34" charset="-122"/>
                </a:rPr>
                <a:t>强大</a:t>
              </a:r>
              <a:endParaRPr lang="en-US" altLang="zh-CN" sz="2200" b="1" dirty="0">
                <a:solidFill>
                  <a:schemeClr val="bg1"/>
                </a:solidFill>
                <a:latin typeface="微软雅黑" panose="020B0503020204020204" pitchFamily="34" charset="-122"/>
                <a:ea typeface="微软雅黑" panose="020B0503020204020204" pitchFamily="34" charset="-122"/>
              </a:endParaRPr>
            </a:p>
            <a:p>
              <a:pPr>
                <a:buClr>
                  <a:srgbClr val="AB6225"/>
                </a:buClr>
                <a:buSzPct val="70000"/>
              </a:pPr>
              <a:r>
                <a:rPr lang="zh-CN" altLang="en-US" sz="2200" b="1" dirty="0">
                  <a:solidFill>
                    <a:schemeClr val="bg1"/>
                  </a:solidFill>
                  <a:latin typeface="微软雅黑" panose="020B0503020204020204" pitchFamily="34" charset="-122"/>
                  <a:ea typeface="微软雅黑" panose="020B0503020204020204" pitchFamily="34" charset="-122"/>
                </a:rPr>
                <a:t>动力</a:t>
              </a:r>
              <a:endParaRPr lang="en-US" altLang="zh-CN" sz="2200" b="1" dirty="0">
                <a:solidFill>
                  <a:schemeClr val="bg1"/>
                </a:solidFill>
                <a:latin typeface="微软雅黑" panose="020B0503020204020204" pitchFamily="34" charset="-122"/>
                <a:ea typeface="微软雅黑" panose="020B0503020204020204" pitchFamily="34" charset="-122"/>
              </a:endParaRPr>
            </a:p>
          </p:txBody>
        </p:sp>
      </p:grpSp>
      <p:pic>
        <p:nvPicPr>
          <p:cNvPr id="46" name="图片 45"/>
          <p:cNvPicPr>
            <a:picLocks noChangeAspect="1"/>
          </p:cNvPicPr>
          <p:nvPr/>
        </p:nvPicPr>
        <p:blipFill>
          <a:blip r:embed="rId2" cstate="print">
            <a:extLst>
              <a:ext uri="{BEBA8EAE-BF5A-486C-A8C5-ECC9F3942E4B}">
                <a14:imgProps xmlns:a14="http://schemas.microsoft.com/office/drawing/2010/main">
                  <a14:imgLayer r:embed="rId3">
                    <a14:imgEffect>
                      <a14:backgroundRemoval t="10000" b="90000" l="10000" r="90000">
                        <a14:foregroundMark x1="47000" y1="29167" x2="47000" y2="29167"/>
                        <a14:foregroundMark x1="84667" y1="44167" x2="84667" y2="44167"/>
                        <a14:foregroundMark x1="47333" y1="63333" x2="47333" y2="63333"/>
                      </a14:backgroundRemoval>
                    </a14:imgEffect>
                  </a14:imgLayer>
                </a14:imgProps>
              </a:ext>
              <a:ext uri="{28A0092B-C50C-407E-A947-70E740481C1C}">
                <a14:useLocalDpi xmlns:a14="http://schemas.microsoft.com/office/drawing/2010/main" val="0"/>
              </a:ext>
            </a:extLst>
          </a:blip>
          <a:stretch>
            <a:fillRect/>
          </a:stretch>
        </p:blipFill>
        <p:spPr>
          <a:xfrm rot="19957054" flipH="1">
            <a:off x="9918692" y="3589314"/>
            <a:ext cx="356238" cy="169885"/>
          </a:xfrm>
          <a:prstGeom prst="rect">
            <a:avLst/>
          </a:prstGeom>
        </p:spPr>
      </p:pic>
      <p:pic>
        <p:nvPicPr>
          <p:cNvPr id="47" name="图片 46"/>
          <p:cNvPicPr>
            <a:picLocks noChangeAspect="1"/>
          </p:cNvPicPr>
          <p:nvPr/>
        </p:nvPicPr>
        <p:blipFill>
          <a:blip r:embed="rId2" cstate="print">
            <a:extLst>
              <a:ext uri="{BEBA8EAE-BF5A-486C-A8C5-ECC9F3942E4B}">
                <a14:imgProps xmlns:a14="http://schemas.microsoft.com/office/drawing/2010/main">
                  <a14:imgLayer r:embed="rId3">
                    <a14:imgEffect>
                      <a14:backgroundRemoval t="10000" b="90000" l="10000" r="90000">
                        <a14:foregroundMark x1="47000" y1="29167" x2="47000" y2="29167"/>
                        <a14:foregroundMark x1="84667" y1="44167" x2="84667" y2="44167"/>
                        <a14:foregroundMark x1="47333" y1="63333" x2="47333" y2="63333"/>
                      </a14:backgroundRemoval>
                    </a14:imgEffect>
                  </a14:imgLayer>
                </a14:imgProps>
              </a:ext>
              <a:ext uri="{28A0092B-C50C-407E-A947-70E740481C1C}">
                <a14:useLocalDpi xmlns:a14="http://schemas.microsoft.com/office/drawing/2010/main" val="0"/>
              </a:ext>
            </a:extLst>
          </a:blip>
          <a:stretch>
            <a:fillRect/>
          </a:stretch>
        </p:blipFill>
        <p:spPr>
          <a:xfrm rot="4019715">
            <a:off x="8831575" y="3057479"/>
            <a:ext cx="356238" cy="169885"/>
          </a:xfrm>
          <a:prstGeom prst="rect">
            <a:avLst/>
          </a:prstGeom>
        </p:spPr>
      </p:pic>
      <p:pic>
        <p:nvPicPr>
          <p:cNvPr id="48" name="图片 47"/>
          <p:cNvPicPr>
            <a:picLocks noChangeAspect="1"/>
          </p:cNvPicPr>
          <p:nvPr/>
        </p:nvPicPr>
        <p:blipFill>
          <a:blip r:embed="rId2" cstate="print">
            <a:extLst>
              <a:ext uri="{BEBA8EAE-BF5A-486C-A8C5-ECC9F3942E4B}">
                <a14:imgProps xmlns:a14="http://schemas.microsoft.com/office/drawing/2010/main">
                  <a14:imgLayer r:embed="rId3">
                    <a14:imgEffect>
                      <a14:backgroundRemoval t="10000" b="90000" l="10000" r="90000">
                        <a14:foregroundMark x1="47000" y1="29167" x2="47000" y2="29167"/>
                        <a14:foregroundMark x1="84667" y1="44167" x2="84667" y2="44167"/>
                        <a14:foregroundMark x1="47333" y1="63333" x2="47333" y2="63333"/>
                      </a14:backgroundRemoval>
                    </a14:imgEffect>
                  </a14:imgLayer>
                </a14:imgProps>
              </a:ext>
              <a:ext uri="{28A0092B-C50C-407E-A947-70E740481C1C}">
                <a14:useLocalDpi xmlns:a14="http://schemas.microsoft.com/office/drawing/2010/main" val="0"/>
              </a:ext>
            </a:extLst>
          </a:blip>
          <a:stretch>
            <a:fillRect/>
          </a:stretch>
        </p:blipFill>
        <p:spPr>
          <a:xfrm rot="7745369">
            <a:off x="9457574" y="3062821"/>
            <a:ext cx="356238" cy="169885"/>
          </a:xfrm>
          <a:prstGeom prst="rect">
            <a:avLst/>
          </a:prstGeom>
        </p:spPr>
      </p:pic>
      <p:grpSp>
        <p:nvGrpSpPr>
          <p:cNvPr id="29" name="组合 28"/>
          <p:cNvGrpSpPr/>
          <p:nvPr/>
        </p:nvGrpSpPr>
        <p:grpSpPr>
          <a:xfrm>
            <a:off x="9902580" y="4360496"/>
            <a:ext cx="1010416" cy="1010416"/>
            <a:chOff x="3414406" y="3859267"/>
            <a:chExt cx="1010416" cy="1010416"/>
          </a:xfrm>
        </p:grpSpPr>
        <p:sp>
          <p:nvSpPr>
            <p:cNvPr id="30" name="椭圆 29"/>
            <p:cNvSpPr/>
            <p:nvPr/>
          </p:nvSpPr>
          <p:spPr>
            <a:xfrm>
              <a:off x="3414406" y="3859267"/>
              <a:ext cx="1010416" cy="1010416"/>
            </a:xfrm>
            <a:prstGeom prst="ellipse">
              <a:avLst/>
            </a:prstGeom>
            <a:solidFill>
              <a:srgbClr val="A48A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31" name="矩形 30"/>
            <p:cNvSpPr/>
            <p:nvPr/>
          </p:nvSpPr>
          <p:spPr>
            <a:xfrm>
              <a:off x="3540109" y="3960833"/>
              <a:ext cx="748923" cy="769441"/>
            </a:xfrm>
            <a:prstGeom prst="rect">
              <a:avLst/>
            </a:prstGeom>
          </p:spPr>
          <p:txBody>
            <a:bodyPr wrap="none">
              <a:spAutoFit/>
            </a:bodyPr>
            <a:lstStyle/>
            <a:p>
              <a:pPr>
                <a:buClr>
                  <a:srgbClr val="AB6225"/>
                </a:buClr>
                <a:buSzPct val="70000"/>
              </a:pPr>
              <a:r>
                <a:rPr lang="zh-CN" altLang="en-US" sz="2200" b="1" dirty="0">
                  <a:solidFill>
                    <a:schemeClr val="bg1"/>
                  </a:solidFill>
                  <a:latin typeface="微软雅黑" panose="020B0503020204020204" pitchFamily="34" charset="-122"/>
                  <a:ea typeface="微软雅黑" panose="020B0503020204020204" pitchFamily="34" charset="-122"/>
                </a:rPr>
                <a:t>注入</a:t>
              </a:r>
              <a:endParaRPr lang="en-US" altLang="zh-CN" sz="2200" b="1" dirty="0">
                <a:solidFill>
                  <a:schemeClr val="bg1"/>
                </a:solidFill>
                <a:latin typeface="微软雅黑" panose="020B0503020204020204" pitchFamily="34" charset="-122"/>
                <a:ea typeface="微软雅黑" panose="020B0503020204020204" pitchFamily="34" charset="-122"/>
              </a:endParaRPr>
            </a:p>
            <a:p>
              <a:pPr>
                <a:buClr>
                  <a:srgbClr val="AB6225"/>
                </a:buClr>
                <a:buSzPct val="70000"/>
              </a:pPr>
              <a:r>
                <a:rPr lang="zh-CN" altLang="en-US" sz="2200" b="1" dirty="0">
                  <a:solidFill>
                    <a:schemeClr val="bg1"/>
                  </a:solidFill>
                  <a:latin typeface="微软雅黑" panose="020B0503020204020204" pitchFamily="34" charset="-122"/>
                  <a:ea typeface="微软雅黑" panose="020B0503020204020204" pitchFamily="34" charset="-122"/>
                </a:rPr>
                <a:t>感情</a:t>
              </a:r>
              <a:endParaRPr lang="en-US" altLang="zh-CN" sz="2200" b="1" dirty="0">
                <a:solidFill>
                  <a:schemeClr val="bg1"/>
                </a:solidFill>
                <a:latin typeface="微软雅黑" panose="020B0503020204020204" pitchFamily="34" charset="-122"/>
                <a:ea typeface="微软雅黑" panose="020B0503020204020204" pitchFamily="34" charset="-122"/>
              </a:endParaRPr>
            </a:p>
          </p:txBody>
        </p:sp>
      </p:grpSp>
      <p:pic>
        <p:nvPicPr>
          <p:cNvPr id="36" name="图片 35"/>
          <p:cNvPicPr>
            <a:picLocks noChangeAspect="1"/>
          </p:cNvPicPr>
          <p:nvPr/>
        </p:nvPicPr>
        <p:blipFill>
          <a:blip r:embed="rId2" cstate="print">
            <a:extLst>
              <a:ext uri="{BEBA8EAE-BF5A-486C-A8C5-ECC9F3942E4B}">
                <a14:imgProps xmlns:a14="http://schemas.microsoft.com/office/drawing/2010/main">
                  <a14:imgLayer r:embed="rId3">
                    <a14:imgEffect>
                      <a14:backgroundRemoval t="10000" b="90000" l="10000" r="90000">
                        <a14:foregroundMark x1="47000" y1="29167" x2="47000" y2="29167"/>
                        <a14:foregroundMark x1="84667" y1="44167" x2="84667" y2="44167"/>
                        <a14:foregroundMark x1="47333" y1="63333" x2="47333" y2="63333"/>
                      </a14:backgroundRemoval>
                    </a14:imgEffect>
                  </a14:imgLayer>
                </a14:imgProps>
              </a:ext>
              <a:ext uri="{28A0092B-C50C-407E-A947-70E740481C1C}">
                <a14:useLocalDpi xmlns:a14="http://schemas.microsoft.com/office/drawing/2010/main" val="0"/>
              </a:ext>
            </a:extLst>
          </a:blip>
          <a:stretch>
            <a:fillRect/>
          </a:stretch>
        </p:blipFill>
        <p:spPr>
          <a:xfrm rot="3056968" flipH="1" flipV="1">
            <a:off x="9718621" y="4268106"/>
            <a:ext cx="399915" cy="190714"/>
          </a:xfrm>
          <a:prstGeom prst="rect">
            <a:avLst/>
          </a:prstGeom>
        </p:spPr>
      </p:pic>
      <p:grpSp>
        <p:nvGrpSpPr>
          <p:cNvPr id="49" name="组合 48"/>
          <p:cNvGrpSpPr/>
          <p:nvPr/>
        </p:nvGrpSpPr>
        <p:grpSpPr>
          <a:xfrm>
            <a:off x="8676140" y="4722840"/>
            <a:ext cx="1010416" cy="1010416"/>
            <a:chOff x="3414406" y="3859267"/>
            <a:chExt cx="1010416" cy="1010416"/>
          </a:xfrm>
        </p:grpSpPr>
        <p:sp>
          <p:nvSpPr>
            <p:cNvPr id="50" name="椭圆 49"/>
            <p:cNvSpPr/>
            <p:nvPr/>
          </p:nvSpPr>
          <p:spPr>
            <a:xfrm>
              <a:off x="3414406" y="3859267"/>
              <a:ext cx="1010416" cy="1010416"/>
            </a:xfrm>
            <a:prstGeom prst="ellipse">
              <a:avLst/>
            </a:prstGeom>
            <a:solidFill>
              <a:srgbClr val="A48A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51" name="矩形 50"/>
            <p:cNvSpPr/>
            <p:nvPr/>
          </p:nvSpPr>
          <p:spPr>
            <a:xfrm>
              <a:off x="3540109" y="3960833"/>
              <a:ext cx="748923" cy="769441"/>
            </a:xfrm>
            <a:prstGeom prst="rect">
              <a:avLst/>
            </a:prstGeom>
          </p:spPr>
          <p:txBody>
            <a:bodyPr wrap="none">
              <a:spAutoFit/>
            </a:bodyPr>
            <a:lstStyle/>
            <a:p>
              <a:pPr>
                <a:buClr>
                  <a:srgbClr val="AB6225"/>
                </a:buClr>
                <a:buSzPct val="70000"/>
              </a:pPr>
              <a:r>
                <a:rPr lang="zh-CN" altLang="en-US" sz="2200" b="1" dirty="0">
                  <a:solidFill>
                    <a:schemeClr val="bg1"/>
                  </a:solidFill>
                  <a:latin typeface="微软雅黑" panose="020B0503020204020204" pitchFamily="34" charset="-122"/>
                  <a:ea typeface="微软雅黑" panose="020B0503020204020204" pitchFamily="34" charset="-122"/>
                </a:rPr>
                <a:t>学会</a:t>
              </a:r>
              <a:endParaRPr lang="en-US" altLang="zh-CN" sz="2200" b="1" dirty="0">
                <a:solidFill>
                  <a:schemeClr val="bg1"/>
                </a:solidFill>
                <a:latin typeface="微软雅黑" panose="020B0503020204020204" pitchFamily="34" charset="-122"/>
                <a:ea typeface="微软雅黑" panose="020B0503020204020204" pitchFamily="34" charset="-122"/>
              </a:endParaRPr>
            </a:p>
            <a:p>
              <a:pPr>
                <a:buClr>
                  <a:srgbClr val="AB6225"/>
                </a:buClr>
                <a:buSzPct val="70000"/>
              </a:pPr>
              <a:r>
                <a:rPr lang="zh-CN" altLang="en-US" sz="2200" b="1" dirty="0">
                  <a:solidFill>
                    <a:schemeClr val="bg1"/>
                  </a:solidFill>
                  <a:latin typeface="微软雅黑" panose="020B0503020204020204" pitchFamily="34" charset="-122"/>
                  <a:ea typeface="微软雅黑" panose="020B0503020204020204" pitchFamily="34" charset="-122"/>
                </a:rPr>
                <a:t>推销</a:t>
              </a:r>
              <a:endParaRPr lang="en-US" altLang="zh-CN" sz="2200" b="1" dirty="0">
                <a:solidFill>
                  <a:schemeClr val="bg1"/>
                </a:solidFill>
                <a:latin typeface="微软雅黑" panose="020B0503020204020204" pitchFamily="34" charset="-122"/>
                <a:ea typeface="微软雅黑" panose="020B0503020204020204" pitchFamily="34" charset="-122"/>
              </a:endParaRPr>
            </a:p>
          </p:txBody>
        </p:sp>
      </p:grpSp>
      <p:grpSp>
        <p:nvGrpSpPr>
          <p:cNvPr id="52" name="组合 51"/>
          <p:cNvGrpSpPr/>
          <p:nvPr/>
        </p:nvGrpSpPr>
        <p:grpSpPr>
          <a:xfrm>
            <a:off x="7598324" y="4074768"/>
            <a:ext cx="1010416" cy="1010416"/>
            <a:chOff x="3414406" y="3859267"/>
            <a:chExt cx="1010416" cy="1010416"/>
          </a:xfrm>
        </p:grpSpPr>
        <p:sp>
          <p:nvSpPr>
            <p:cNvPr id="53" name="椭圆 52"/>
            <p:cNvSpPr/>
            <p:nvPr/>
          </p:nvSpPr>
          <p:spPr>
            <a:xfrm>
              <a:off x="3414406" y="3859267"/>
              <a:ext cx="1010416" cy="1010416"/>
            </a:xfrm>
            <a:prstGeom prst="ellipse">
              <a:avLst/>
            </a:prstGeom>
            <a:solidFill>
              <a:srgbClr val="A48A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54" name="矩形 53"/>
            <p:cNvSpPr/>
            <p:nvPr/>
          </p:nvSpPr>
          <p:spPr>
            <a:xfrm>
              <a:off x="3540109" y="3960833"/>
              <a:ext cx="748923" cy="769441"/>
            </a:xfrm>
            <a:prstGeom prst="rect">
              <a:avLst/>
            </a:prstGeom>
          </p:spPr>
          <p:txBody>
            <a:bodyPr wrap="none">
              <a:spAutoFit/>
            </a:bodyPr>
            <a:lstStyle/>
            <a:p>
              <a:pPr>
                <a:buClr>
                  <a:srgbClr val="AB6225"/>
                </a:buClr>
                <a:buSzPct val="70000"/>
              </a:pPr>
              <a:r>
                <a:rPr lang="zh-CN" altLang="en-US" sz="2200" b="1" dirty="0">
                  <a:solidFill>
                    <a:schemeClr val="bg1"/>
                  </a:solidFill>
                  <a:latin typeface="微软雅黑" panose="020B0503020204020204" pitchFamily="34" charset="-122"/>
                  <a:ea typeface="微软雅黑" panose="020B0503020204020204" pitchFamily="34" charset="-122"/>
                </a:rPr>
                <a:t>依靠</a:t>
              </a:r>
              <a:endParaRPr lang="en-US" altLang="zh-CN" sz="2200" b="1" dirty="0">
                <a:solidFill>
                  <a:schemeClr val="bg1"/>
                </a:solidFill>
                <a:latin typeface="微软雅黑" panose="020B0503020204020204" pitchFamily="34" charset="-122"/>
                <a:ea typeface="微软雅黑" panose="020B0503020204020204" pitchFamily="34" charset="-122"/>
              </a:endParaRPr>
            </a:p>
            <a:p>
              <a:pPr>
                <a:buClr>
                  <a:srgbClr val="AB6225"/>
                </a:buClr>
                <a:buSzPct val="70000"/>
              </a:pPr>
              <a:r>
                <a:rPr lang="zh-CN" altLang="en-US" sz="2200" b="1" dirty="0">
                  <a:solidFill>
                    <a:schemeClr val="bg1"/>
                  </a:solidFill>
                  <a:latin typeface="微软雅黑" panose="020B0503020204020204" pitchFamily="34" charset="-122"/>
                  <a:ea typeface="微软雅黑" panose="020B0503020204020204" pitchFamily="34" charset="-122"/>
                </a:rPr>
                <a:t>系统</a:t>
              </a:r>
              <a:endParaRPr lang="en-US" altLang="zh-CN" sz="2200" b="1" dirty="0">
                <a:solidFill>
                  <a:schemeClr val="bg1"/>
                </a:solidFill>
                <a:latin typeface="微软雅黑" panose="020B0503020204020204" pitchFamily="34" charset="-122"/>
                <a:ea typeface="微软雅黑" panose="020B0503020204020204" pitchFamily="34" charset="-122"/>
              </a:endParaRPr>
            </a:p>
          </p:txBody>
        </p:sp>
      </p:grpSp>
      <p:pic>
        <p:nvPicPr>
          <p:cNvPr id="55" name="图片 54"/>
          <p:cNvPicPr>
            <a:picLocks noChangeAspect="1"/>
          </p:cNvPicPr>
          <p:nvPr/>
        </p:nvPicPr>
        <p:blipFill>
          <a:blip r:embed="rId2" cstate="print">
            <a:extLst>
              <a:ext uri="{BEBA8EAE-BF5A-486C-A8C5-ECC9F3942E4B}">
                <a14:imgProps xmlns:a14="http://schemas.microsoft.com/office/drawing/2010/main">
                  <a14:imgLayer r:embed="rId3">
                    <a14:imgEffect>
                      <a14:backgroundRemoval t="10000" b="90000" l="10000" r="90000">
                        <a14:foregroundMark x1="47000" y1="29167" x2="47000" y2="29167"/>
                        <a14:foregroundMark x1="84667" y1="44167" x2="84667" y2="44167"/>
                        <a14:foregroundMark x1="47333" y1="63333" x2="47333" y2="63333"/>
                      </a14:backgroundRemoval>
                    </a14:imgEffect>
                  </a14:imgLayer>
                </a14:imgProps>
              </a:ext>
              <a:ext uri="{28A0092B-C50C-407E-A947-70E740481C1C}">
                <a14:useLocalDpi xmlns:a14="http://schemas.microsoft.com/office/drawing/2010/main" val="0"/>
              </a:ext>
            </a:extLst>
          </a:blip>
          <a:stretch>
            <a:fillRect/>
          </a:stretch>
        </p:blipFill>
        <p:spPr>
          <a:xfrm rot="5400000" flipH="1" flipV="1">
            <a:off x="9038558" y="4420506"/>
            <a:ext cx="399915" cy="190714"/>
          </a:xfrm>
          <a:prstGeom prst="rect">
            <a:avLst/>
          </a:prstGeom>
        </p:spPr>
      </p:pic>
      <p:pic>
        <p:nvPicPr>
          <p:cNvPr id="56" name="图片 55"/>
          <p:cNvPicPr>
            <a:picLocks noChangeAspect="1"/>
          </p:cNvPicPr>
          <p:nvPr/>
        </p:nvPicPr>
        <p:blipFill>
          <a:blip r:embed="rId2" cstate="print">
            <a:extLst>
              <a:ext uri="{BEBA8EAE-BF5A-486C-A8C5-ECC9F3942E4B}">
                <a14:imgProps xmlns:a14="http://schemas.microsoft.com/office/drawing/2010/main">
                  <a14:imgLayer r:embed="rId3">
                    <a14:imgEffect>
                      <a14:backgroundRemoval t="10000" b="90000" l="10000" r="90000">
                        <a14:foregroundMark x1="47000" y1="29167" x2="47000" y2="29167"/>
                        <a14:foregroundMark x1="84667" y1="44167" x2="84667" y2="44167"/>
                        <a14:foregroundMark x1="47333" y1="63333" x2="47333" y2="63333"/>
                      </a14:backgroundRemoval>
                    </a14:imgEffect>
                  </a14:imgLayer>
                </a14:imgProps>
              </a:ext>
              <a:ext uri="{28A0092B-C50C-407E-A947-70E740481C1C}">
                <a14:useLocalDpi xmlns:a14="http://schemas.microsoft.com/office/drawing/2010/main" val="0"/>
              </a:ext>
            </a:extLst>
          </a:blip>
          <a:stretch>
            <a:fillRect/>
          </a:stretch>
        </p:blipFill>
        <p:spPr>
          <a:xfrm rot="8042522" flipH="1" flipV="1">
            <a:off x="8470019" y="4117430"/>
            <a:ext cx="399915" cy="190714"/>
          </a:xfrm>
          <a:prstGeom prst="rect">
            <a:avLst/>
          </a:prstGeom>
        </p:spPr>
      </p:pic>
    </p:spTree>
    <p:extLst>
      <p:ext uri="{BB962C8B-B14F-4D97-AF65-F5344CB8AC3E}">
        <p14:creationId xmlns:p14="http://schemas.microsoft.com/office/powerpoint/2010/main" val="35835853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4680" y="4163859"/>
            <a:ext cx="12211196" cy="345261"/>
          </a:xfrm>
          <a:prstGeom prst="rect">
            <a:avLst/>
          </a:prstGeom>
          <a:solidFill>
            <a:srgbClr val="8A501E"/>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zh-CN" altLang="en-US"/>
          </a:p>
        </p:txBody>
      </p:sp>
      <p:sp>
        <p:nvSpPr>
          <p:cNvPr id="4" name="矩形 3"/>
          <p:cNvSpPr/>
          <p:nvPr/>
        </p:nvSpPr>
        <p:spPr>
          <a:xfrm>
            <a:off x="-24680" y="4470151"/>
            <a:ext cx="12211196" cy="290761"/>
          </a:xfrm>
          <a:prstGeom prst="rect">
            <a:avLst/>
          </a:prstGeom>
          <a:solidFill>
            <a:srgbClr val="07091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zh-CN" altLang="en-US"/>
          </a:p>
        </p:txBody>
      </p:sp>
      <p:sp>
        <p:nvSpPr>
          <p:cNvPr id="8" name="文本框 9"/>
          <p:cNvSpPr txBox="1">
            <a:spLocks noChangeArrowheads="1"/>
          </p:cNvSpPr>
          <p:nvPr/>
        </p:nvSpPr>
        <p:spPr bwMode="auto">
          <a:xfrm>
            <a:off x="2711627" y="4163859"/>
            <a:ext cx="6566087" cy="54784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dist" eaLnBrk="1" hangingPunct="1">
              <a:spcBef>
                <a:spcPct val="0"/>
              </a:spcBef>
              <a:buFontTx/>
              <a:buNone/>
            </a:pPr>
            <a:r>
              <a:rPr lang="en-US" altLang="zh-CN" sz="3200" dirty="0">
                <a:solidFill>
                  <a:schemeClr val="bg1"/>
                </a:solidFill>
                <a:latin typeface="方正康体简体" panose="03000509000000000000" pitchFamily="65" charset="-122"/>
                <a:ea typeface="方正康体简体" panose="03000509000000000000" pitchFamily="65" charset="-122"/>
              </a:rPr>
              <a:t>You and your research</a:t>
            </a:r>
            <a:endParaRPr lang="zh-CN" altLang="en-US" sz="3200" dirty="0">
              <a:solidFill>
                <a:schemeClr val="bg1"/>
              </a:solidFill>
              <a:latin typeface="方正康体简体" panose="03000509000000000000" pitchFamily="65" charset="-122"/>
              <a:ea typeface="方正康体简体" panose="03000509000000000000" pitchFamily="65" charset="-122"/>
            </a:endParaRPr>
          </a:p>
        </p:txBody>
      </p:sp>
      <p:sp>
        <p:nvSpPr>
          <p:cNvPr id="9" name="文本框 8"/>
          <p:cNvSpPr txBox="1"/>
          <p:nvPr/>
        </p:nvSpPr>
        <p:spPr>
          <a:xfrm>
            <a:off x="2516074" y="3240529"/>
            <a:ext cx="6957191" cy="923330"/>
          </a:xfrm>
          <a:prstGeom prst="rect">
            <a:avLst/>
          </a:prstGeom>
          <a:noFill/>
        </p:spPr>
        <p:txBody>
          <a:bodyPr wrap="square">
            <a:spAutoFit/>
          </a:bodyPr>
          <a:lstStyle/>
          <a:p>
            <a:pPr algn="ctr" eaLnBrk="1" hangingPunct="1">
              <a:defRPr/>
            </a:pPr>
            <a:r>
              <a:rPr lang="en-US" altLang="zh-CN" sz="4800" spc="1125" dirty="0">
                <a:solidFill>
                  <a:srgbClr val="8A501E"/>
                </a:solidFill>
                <a:latin typeface="方正粗宋简体" panose="03000509000000000000" pitchFamily="65" charset="-122"/>
                <a:ea typeface="方正粗宋简体" panose="03000509000000000000" pitchFamily="65" charset="-122"/>
              </a:rPr>
              <a:t>《</a:t>
            </a:r>
            <a:r>
              <a:rPr lang="zh-CN" altLang="en-US" sz="5400" spc="1125" dirty="0">
                <a:solidFill>
                  <a:srgbClr val="8A501E"/>
                </a:solidFill>
                <a:latin typeface="方正正大黑简体" panose="02000000000000000000" pitchFamily="2" charset="-122"/>
                <a:ea typeface="方正正大黑简体" panose="02000000000000000000" pitchFamily="2" charset="-122"/>
              </a:rPr>
              <a:t>你和你的研究</a:t>
            </a:r>
            <a:r>
              <a:rPr lang="en-US" altLang="zh-CN" sz="4800" spc="1125" dirty="0">
                <a:solidFill>
                  <a:srgbClr val="8A501E"/>
                </a:solidFill>
                <a:latin typeface="方正粗宋简体" panose="03000509000000000000" pitchFamily="65" charset="-122"/>
                <a:ea typeface="方正粗宋简体" panose="03000509000000000000" pitchFamily="65" charset="-122"/>
              </a:rPr>
              <a:t>》</a:t>
            </a:r>
            <a:endParaRPr lang="zh-CN" altLang="en-US" sz="4800" spc="1125" dirty="0">
              <a:solidFill>
                <a:srgbClr val="8A501E"/>
              </a:solidFill>
              <a:latin typeface="方正粗宋简体" panose="03000509000000000000" pitchFamily="65" charset="-122"/>
              <a:ea typeface="方正粗宋简体" panose="03000509000000000000" pitchFamily="65" charset="-122"/>
            </a:endParaRPr>
          </a:p>
        </p:txBody>
      </p:sp>
      <p:sp>
        <p:nvSpPr>
          <p:cNvPr id="2" name="矩形 1"/>
          <p:cNvSpPr/>
          <p:nvPr/>
        </p:nvSpPr>
        <p:spPr>
          <a:xfrm>
            <a:off x="4655840" y="2564904"/>
            <a:ext cx="3270447" cy="369332"/>
          </a:xfrm>
          <a:prstGeom prst="rect">
            <a:avLst/>
          </a:prstGeom>
        </p:spPr>
        <p:txBody>
          <a:bodyPr wrap="none">
            <a:spAutoFit/>
          </a:bodyPr>
          <a:lstStyle/>
          <a:p>
            <a:r>
              <a:rPr lang="en-US" altLang="zh-CN" spc="300" dirty="0">
                <a:solidFill>
                  <a:srgbClr val="C2553E"/>
                </a:solidFill>
                <a:latin typeface="方正粗宋简体" panose="03000509000000000000" pitchFamily="65" charset="-122"/>
                <a:ea typeface="方正粗宋简体" panose="03000509000000000000" pitchFamily="65" charset="-122"/>
              </a:rPr>
              <a:t>Explore Our Stories </a:t>
            </a:r>
            <a:endParaRPr lang="zh-CN" altLang="en-US" dirty="0">
              <a:solidFill>
                <a:srgbClr val="C2553E"/>
              </a:solidFill>
            </a:endParaRPr>
          </a:p>
        </p:txBody>
      </p:sp>
      <p:pic>
        <p:nvPicPr>
          <p:cNvPr id="11" name="内容占位符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83835" y="1556795"/>
            <a:ext cx="2936201" cy="897997"/>
          </a:xfrm>
          <a:prstGeom prst="rect">
            <a:avLst/>
          </a:prstGeom>
        </p:spPr>
      </p:pic>
      <p:pic>
        <p:nvPicPr>
          <p:cNvPr id="5" name="图片 4"/>
          <p:cNvPicPr>
            <a:picLocks noChangeAspect="1"/>
          </p:cNvPicPr>
          <p:nvPr/>
        </p:nvPicPr>
        <p:blipFill>
          <a:blip r:embed="rId3"/>
          <a:stretch>
            <a:fillRect/>
          </a:stretch>
        </p:blipFill>
        <p:spPr>
          <a:xfrm>
            <a:off x="2382073" y="832409"/>
            <a:ext cx="7397690" cy="2288494"/>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873319" y="836712"/>
            <a:ext cx="6631944" cy="584775"/>
          </a:xfrm>
          <a:prstGeom prst="rect">
            <a:avLst/>
          </a:prstGeom>
          <a:noFill/>
        </p:spPr>
        <p:txBody>
          <a:bodyPr wrap="none" rtlCol="0">
            <a:spAutoFit/>
          </a:bodyPr>
          <a:lstStyle/>
          <a:p>
            <a:r>
              <a:rPr lang="zh-CN" altLang="en-US" sz="2800" b="1" dirty="0" smtClean="0">
                <a:solidFill>
                  <a:srgbClr val="B27938"/>
                </a:solidFill>
                <a:latin typeface="方正宋刻本秀楷简体" panose="02000000000000000000" pitchFamily="2" charset="-122"/>
                <a:ea typeface="方正宋刻本秀楷简体" panose="02000000000000000000" pitchFamily="2" charset="-122"/>
              </a:rPr>
              <a:t>非常感谢</a:t>
            </a:r>
            <a:r>
              <a:rPr lang="zh-CN" altLang="en-US" sz="3200" b="1" dirty="0" smtClean="0">
                <a:solidFill>
                  <a:srgbClr val="B27938"/>
                </a:solidFill>
                <a:latin typeface="方正宋刻本秀楷简体" panose="02000000000000000000" pitchFamily="2" charset="-122"/>
                <a:ea typeface="方正宋刻本秀楷简体" panose="02000000000000000000" pitchFamily="2" charset="-122"/>
              </a:rPr>
              <a:t> </a:t>
            </a:r>
            <a:r>
              <a:rPr lang="en-US" altLang="zh-CN" sz="3200" b="1" dirty="0" smtClean="0">
                <a:solidFill>
                  <a:srgbClr val="B27938"/>
                </a:solidFill>
                <a:latin typeface="方正宋刻本秀楷简体" panose="02000000000000000000" pitchFamily="2" charset="-122"/>
                <a:ea typeface="方正宋刻本秀楷简体" panose="02000000000000000000" pitchFamily="2" charset="-122"/>
              </a:rPr>
              <a:t>@</a:t>
            </a:r>
            <a:r>
              <a:rPr lang="zh-CN" altLang="en-US" sz="3200" b="1" dirty="0" smtClean="0">
                <a:solidFill>
                  <a:srgbClr val="B27938"/>
                </a:solidFill>
                <a:latin typeface="方正宋刻本秀楷简体" panose="02000000000000000000" pitchFamily="2" charset="-122"/>
                <a:ea typeface="方正宋刻本秀楷简体" panose="02000000000000000000" pitchFamily="2" charset="-122"/>
              </a:rPr>
              <a:t>秋叶 </a:t>
            </a:r>
            <a:r>
              <a:rPr lang="zh-CN" altLang="en-US" sz="2800" b="1" dirty="0" smtClean="0">
                <a:solidFill>
                  <a:srgbClr val="B27938"/>
                </a:solidFill>
                <a:latin typeface="方正宋刻本秀楷简体" panose="02000000000000000000" pitchFamily="2" charset="-122"/>
                <a:ea typeface="方正宋刻本秀楷简体" panose="02000000000000000000" pitchFamily="2" charset="-122"/>
              </a:rPr>
              <a:t>老师的反复耐心指导！</a:t>
            </a:r>
            <a:endParaRPr lang="zh-CN" altLang="en-US" sz="2800" b="1" dirty="0">
              <a:solidFill>
                <a:srgbClr val="B27938"/>
              </a:solidFill>
              <a:latin typeface="方正宋刻本秀楷简体" panose="02000000000000000000" pitchFamily="2" charset="-122"/>
              <a:ea typeface="方正宋刻本秀楷简体" panose="02000000000000000000" pitchFamily="2" charset="-122"/>
            </a:endParaRPr>
          </a:p>
        </p:txBody>
      </p:sp>
      <p:grpSp>
        <p:nvGrpSpPr>
          <p:cNvPr id="15" name="组合 14"/>
          <p:cNvGrpSpPr/>
          <p:nvPr/>
        </p:nvGrpSpPr>
        <p:grpSpPr>
          <a:xfrm>
            <a:off x="7725099" y="5237346"/>
            <a:ext cx="2284435" cy="665532"/>
            <a:chOff x="7772822" y="5240377"/>
            <a:chExt cx="2284435" cy="665532"/>
          </a:xfrm>
        </p:grpSpPr>
        <p:grpSp>
          <p:nvGrpSpPr>
            <p:cNvPr id="10" name="组合 9"/>
            <p:cNvGrpSpPr/>
            <p:nvPr/>
          </p:nvGrpSpPr>
          <p:grpSpPr>
            <a:xfrm>
              <a:off x="7772822" y="5240377"/>
              <a:ext cx="690172" cy="665532"/>
              <a:chOff x="-17071" y="671513"/>
              <a:chExt cx="690172" cy="665532"/>
            </a:xfrm>
          </p:grpSpPr>
          <p:sp>
            <p:nvSpPr>
              <p:cNvPr id="11" name="任意多边形 10"/>
              <p:cNvSpPr/>
              <p:nvPr/>
            </p:nvSpPr>
            <p:spPr>
              <a:xfrm rot="21379754">
                <a:off x="-17071" y="816052"/>
                <a:ext cx="384099" cy="520993"/>
              </a:xfrm>
              <a:custGeom>
                <a:avLst/>
                <a:gdLst>
                  <a:gd name="connsiteX0" fmla="*/ 384099 w 384099"/>
                  <a:gd name="connsiteY0" fmla="*/ 0 h 520993"/>
                  <a:gd name="connsiteX1" fmla="*/ 350676 w 384099"/>
                  <a:gd name="connsiteY1" fmla="*/ 520993 h 520993"/>
                  <a:gd name="connsiteX2" fmla="*/ 0 w 384099"/>
                  <a:gd name="connsiteY2" fmla="*/ 520993 h 520993"/>
                  <a:gd name="connsiteX3" fmla="*/ 33424 w 384099"/>
                  <a:gd name="connsiteY3" fmla="*/ 0 h 520993"/>
                </a:gdLst>
                <a:ahLst/>
                <a:cxnLst>
                  <a:cxn ang="0">
                    <a:pos x="connsiteX0" y="connsiteY0"/>
                  </a:cxn>
                  <a:cxn ang="0">
                    <a:pos x="connsiteX1" y="connsiteY1"/>
                  </a:cxn>
                  <a:cxn ang="0">
                    <a:pos x="connsiteX2" y="connsiteY2"/>
                  </a:cxn>
                  <a:cxn ang="0">
                    <a:pos x="connsiteX3" y="connsiteY3"/>
                  </a:cxn>
                </a:cxnLst>
                <a:rect l="l" t="t" r="r" b="b"/>
                <a:pathLst>
                  <a:path w="384099" h="520993">
                    <a:moveTo>
                      <a:pt x="384099" y="0"/>
                    </a:moveTo>
                    <a:lnTo>
                      <a:pt x="350676" y="520993"/>
                    </a:lnTo>
                    <a:lnTo>
                      <a:pt x="0" y="520993"/>
                    </a:lnTo>
                    <a:lnTo>
                      <a:pt x="33424" y="0"/>
                    </a:lnTo>
                    <a:close/>
                  </a:path>
                </a:pathLst>
              </a:custGeom>
              <a:solidFill>
                <a:srgbClr val="D3A57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endParaRPr>
              </a:p>
            </p:txBody>
          </p:sp>
          <p:sp>
            <p:nvSpPr>
              <p:cNvPr id="12" name="矩形 11"/>
              <p:cNvSpPr/>
              <p:nvPr/>
            </p:nvSpPr>
            <p:spPr>
              <a:xfrm>
                <a:off x="165101" y="671513"/>
                <a:ext cx="508000" cy="566272"/>
              </a:xfrm>
              <a:prstGeom prst="rect">
                <a:avLst/>
              </a:prstGeom>
              <a:solidFill>
                <a:srgbClr val="B27938"/>
              </a:solidFill>
              <a:ln>
                <a:noFill/>
              </a:ln>
              <a:effectLst>
                <a:outerShdw blurRad="127000" dist="635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13" name="等腰三角形 12"/>
              <p:cNvSpPr/>
              <p:nvPr/>
            </p:nvSpPr>
            <p:spPr>
              <a:xfrm flipV="1">
                <a:off x="165101" y="1237785"/>
                <a:ext cx="184943" cy="86190"/>
              </a:xfrm>
              <a:prstGeom prst="triangle">
                <a:avLst>
                  <a:gd name="adj" fmla="val 100000"/>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4" name="文本框 13"/>
            <p:cNvSpPr txBox="1"/>
            <p:nvPr/>
          </p:nvSpPr>
          <p:spPr>
            <a:xfrm>
              <a:off x="8462994" y="5254580"/>
              <a:ext cx="1594263" cy="523220"/>
            </a:xfrm>
            <a:prstGeom prst="rect">
              <a:avLst/>
            </a:prstGeom>
            <a:noFill/>
            <a:ln>
              <a:solidFill>
                <a:srgbClr val="B27938"/>
              </a:solidFill>
            </a:ln>
          </p:spPr>
          <p:txBody>
            <a:bodyPr wrap="square" rtlCol="0">
              <a:spAutoFit/>
            </a:bodyPr>
            <a:lstStyle/>
            <a:p>
              <a:pPr algn="ctr"/>
              <a:r>
                <a:rPr lang="zh-CN" altLang="en-US" sz="2400" dirty="0">
                  <a:solidFill>
                    <a:srgbClr val="B27938"/>
                  </a:solidFill>
                  <a:latin typeface="方正清刻本悦宋简体" panose="02000000000000000000" pitchFamily="2" charset="-122"/>
                  <a:ea typeface="方正清刻本悦宋简体" panose="02000000000000000000" pitchFamily="2" charset="-122"/>
                </a:rPr>
                <a:t>修改后</a:t>
              </a:r>
              <a:r>
                <a:rPr lang="zh-CN" altLang="en-US" sz="2800" dirty="0" smtClean="0">
                  <a:solidFill>
                    <a:srgbClr val="B27938"/>
                  </a:solidFill>
                  <a:latin typeface="华康俪金黑W8(P)" panose="020B0800000000000000" pitchFamily="34" charset="-122"/>
                  <a:ea typeface="华康俪金黑W8(P)" panose="020B0800000000000000" pitchFamily="34" charset="-122"/>
                </a:rPr>
                <a:t> </a:t>
              </a:r>
              <a:r>
                <a:rPr lang="zh-CN" altLang="en-US" sz="2400" dirty="0" smtClean="0">
                  <a:solidFill>
                    <a:srgbClr val="B27938"/>
                  </a:solidFill>
                  <a:latin typeface="华康俪金黑W8(P)" panose="020B0800000000000000" pitchFamily="34" charset="-122"/>
                  <a:ea typeface="华康俪金黑W8(P)" panose="020B0800000000000000" pitchFamily="34" charset="-122"/>
                </a:rPr>
                <a:t> </a:t>
              </a:r>
              <a:endParaRPr lang="zh-CN" altLang="en-US" sz="2400" dirty="0">
                <a:solidFill>
                  <a:srgbClr val="B27938"/>
                </a:solidFill>
                <a:latin typeface="华康俪金黑W8(P)" panose="020B0800000000000000" pitchFamily="34" charset="-122"/>
                <a:ea typeface="华康俪金黑W8(P)" panose="020B0800000000000000" pitchFamily="34" charset="-122"/>
              </a:endParaRPr>
            </a:p>
          </p:txBody>
        </p:sp>
      </p:grpSp>
      <p:grpSp>
        <p:nvGrpSpPr>
          <p:cNvPr id="16" name="组合 15"/>
          <p:cNvGrpSpPr/>
          <p:nvPr/>
        </p:nvGrpSpPr>
        <p:grpSpPr>
          <a:xfrm>
            <a:off x="2212514" y="5237346"/>
            <a:ext cx="2284435" cy="665532"/>
            <a:chOff x="7772822" y="5240377"/>
            <a:chExt cx="2284435" cy="665532"/>
          </a:xfrm>
        </p:grpSpPr>
        <p:grpSp>
          <p:nvGrpSpPr>
            <p:cNvPr id="17" name="组合 16"/>
            <p:cNvGrpSpPr/>
            <p:nvPr/>
          </p:nvGrpSpPr>
          <p:grpSpPr>
            <a:xfrm>
              <a:off x="7772822" y="5240377"/>
              <a:ext cx="690172" cy="665532"/>
              <a:chOff x="-17071" y="671513"/>
              <a:chExt cx="690172" cy="665532"/>
            </a:xfrm>
          </p:grpSpPr>
          <p:sp>
            <p:nvSpPr>
              <p:cNvPr id="19" name="任意多边形 18"/>
              <p:cNvSpPr/>
              <p:nvPr/>
            </p:nvSpPr>
            <p:spPr>
              <a:xfrm rot="21379754">
                <a:off x="-17071" y="816052"/>
                <a:ext cx="384099" cy="520993"/>
              </a:xfrm>
              <a:custGeom>
                <a:avLst/>
                <a:gdLst>
                  <a:gd name="connsiteX0" fmla="*/ 384099 w 384099"/>
                  <a:gd name="connsiteY0" fmla="*/ 0 h 520993"/>
                  <a:gd name="connsiteX1" fmla="*/ 350676 w 384099"/>
                  <a:gd name="connsiteY1" fmla="*/ 520993 h 520993"/>
                  <a:gd name="connsiteX2" fmla="*/ 0 w 384099"/>
                  <a:gd name="connsiteY2" fmla="*/ 520993 h 520993"/>
                  <a:gd name="connsiteX3" fmla="*/ 33424 w 384099"/>
                  <a:gd name="connsiteY3" fmla="*/ 0 h 520993"/>
                </a:gdLst>
                <a:ahLst/>
                <a:cxnLst>
                  <a:cxn ang="0">
                    <a:pos x="connsiteX0" y="connsiteY0"/>
                  </a:cxn>
                  <a:cxn ang="0">
                    <a:pos x="connsiteX1" y="connsiteY1"/>
                  </a:cxn>
                  <a:cxn ang="0">
                    <a:pos x="connsiteX2" y="connsiteY2"/>
                  </a:cxn>
                  <a:cxn ang="0">
                    <a:pos x="connsiteX3" y="connsiteY3"/>
                  </a:cxn>
                </a:cxnLst>
                <a:rect l="l" t="t" r="r" b="b"/>
                <a:pathLst>
                  <a:path w="384099" h="520993">
                    <a:moveTo>
                      <a:pt x="384099" y="0"/>
                    </a:moveTo>
                    <a:lnTo>
                      <a:pt x="350676" y="520993"/>
                    </a:lnTo>
                    <a:lnTo>
                      <a:pt x="0" y="520993"/>
                    </a:lnTo>
                    <a:lnTo>
                      <a:pt x="33424" y="0"/>
                    </a:lnTo>
                    <a:close/>
                  </a:path>
                </a:pathLst>
              </a:custGeom>
              <a:solidFill>
                <a:srgbClr val="D3A57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endParaRPr>
              </a:p>
            </p:txBody>
          </p:sp>
          <p:sp>
            <p:nvSpPr>
              <p:cNvPr id="20" name="矩形 19"/>
              <p:cNvSpPr/>
              <p:nvPr/>
            </p:nvSpPr>
            <p:spPr>
              <a:xfrm>
                <a:off x="165101" y="671513"/>
                <a:ext cx="508000" cy="566272"/>
              </a:xfrm>
              <a:prstGeom prst="rect">
                <a:avLst/>
              </a:prstGeom>
              <a:solidFill>
                <a:srgbClr val="B27938"/>
              </a:solidFill>
              <a:ln>
                <a:noFill/>
              </a:ln>
              <a:effectLst>
                <a:outerShdw blurRad="127000" dist="635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21" name="等腰三角形 20"/>
              <p:cNvSpPr/>
              <p:nvPr/>
            </p:nvSpPr>
            <p:spPr>
              <a:xfrm flipV="1">
                <a:off x="165101" y="1237785"/>
                <a:ext cx="184943" cy="86190"/>
              </a:xfrm>
              <a:prstGeom prst="triangle">
                <a:avLst>
                  <a:gd name="adj" fmla="val 100000"/>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8" name="文本框 17"/>
            <p:cNvSpPr txBox="1"/>
            <p:nvPr/>
          </p:nvSpPr>
          <p:spPr>
            <a:xfrm>
              <a:off x="8462994" y="5254580"/>
              <a:ext cx="1594263" cy="523220"/>
            </a:xfrm>
            <a:prstGeom prst="rect">
              <a:avLst/>
            </a:prstGeom>
            <a:noFill/>
            <a:ln>
              <a:solidFill>
                <a:srgbClr val="B27938"/>
              </a:solidFill>
            </a:ln>
          </p:spPr>
          <p:txBody>
            <a:bodyPr wrap="square" rtlCol="0">
              <a:spAutoFit/>
            </a:bodyPr>
            <a:lstStyle/>
            <a:p>
              <a:pPr algn="ctr"/>
              <a:r>
                <a:rPr lang="zh-CN" altLang="en-US" sz="2400" dirty="0" smtClean="0">
                  <a:solidFill>
                    <a:srgbClr val="B27938"/>
                  </a:solidFill>
                  <a:latin typeface="方正清刻本悦宋简体" panose="02000000000000000000" pitchFamily="2" charset="-122"/>
                  <a:ea typeface="方正清刻本悦宋简体" panose="02000000000000000000" pitchFamily="2" charset="-122"/>
                </a:rPr>
                <a:t>修改前</a:t>
              </a:r>
              <a:r>
                <a:rPr lang="zh-CN" altLang="en-US" sz="2800" dirty="0" smtClean="0">
                  <a:solidFill>
                    <a:srgbClr val="B27938"/>
                  </a:solidFill>
                  <a:latin typeface="华康俪金黑W8(P)" panose="020B0800000000000000" pitchFamily="34" charset="-122"/>
                  <a:ea typeface="华康俪金黑W8(P)" panose="020B0800000000000000" pitchFamily="34" charset="-122"/>
                </a:rPr>
                <a:t> </a:t>
              </a:r>
              <a:r>
                <a:rPr lang="zh-CN" altLang="en-US" sz="2400" dirty="0" smtClean="0">
                  <a:solidFill>
                    <a:srgbClr val="B27938"/>
                  </a:solidFill>
                  <a:latin typeface="华康俪金黑W8(P)" panose="020B0800000000000000" pitchFamily="34" charset="-122"/>
                  <a:ea typeface="华康俪金黑W8(P)" panose="020B0800000000000000" pitchFamily="34" charset="-122"/>
                </a:rPr>
                <a:t> </a:t>
              </a:r>
              <a:endParaRPr lang="zh-CN" altLang="en-US" sz="2400" dirty="0">
                <a:solidFill>
                  <a:srgbClr val="B27938"/>
                </a:solidFill>
                <a:latin typeface="华康俪金黑W8(P)" panose="020B0800000000000000" pitchFamily="34" charset="-122"/>
                <a:ea typeface="华康俪金黑W8(P)" panose="020B0800000000000000" pitchFamily="34" charset="-122"/>
              </a:endParaRPr>
            </a:p>
          </p:txBody>
        </p:sp>
      </p:grpSp>
      <p:pic>
        <p:nvPicPr>
          <p:cNvPr id="5" name="图片 4"/>
          <p:cNvPicPr>
            <a:picLocks noChangeAspect="1"/>
          </p:cNvPicPr>
          <p:nvPr/>
        </p:nvPicPr>
        <p:blipFill>
          <a:blip r:embed="rId2"/>
          <a:stretch>
            <a:fillRect/>
          </a:stretch>
        </p:blipFill>
        <p:spPr>
          <a:xfrm>
            <a:off x="6431964" y="2060848"/>
            <a:ext cx="4992628" cy="2807967"/>
          </a:xfrm>
          <a:prstGeom prst="rect">
            <a:avLst/>
          </a:prstGeom>
          <a:ln w="28575">
            <a:solidFill>
              <a:srgbClr val="874D1D"/>
            </a:solidFill>
          </a:ln>
        </p:spPr>
      </p:pic>
      <p:pic>
        <p:nvPicPr>
          <p:cNvPr id="6" name="图片 5"/>
          <p:cNvPicPr>
            <a:picLocks noChangeAspect="1"/>
          </p:cNvPicPr>
          <p:nvPr/>
        </p:nvPicPr>
        <p:blipFill>
          <a:blip r:embed="rId3"/>
          <a:stretch>
            <a:fillRect/>
          </a:stretch>
        </p:blipFill>
        <p:spPr>
          <a:xfrm>
            <a:off x="1055440" y="2098762"/>
            <a:ext cx="4935749" cy="2776012"/>
          </a:xfrm>
          <a:prstGeom prst="rect">
            <a:avLst/>
          </a:prstGeom>
          <a:ln w="28575">
            <a:solidFill>
              <a:srgbClr val="874D1D"/>
            </a:solidFill>
          </a:ln>
        </p:spPr>
      </p:pic>
    </p:spTree>
    <p:extLst>
      <p:ext uri="{BB962C8B-B14F-4D97-AF65-F5344CB8AC3E}">
        <p14:creationId xmlns:p14="http://schemas.microsoft.com/office/powerpoint/2010/main" val="42278307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81736" y="838043"/>
            <a:ext cx="8228528" cy="424677"/>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a:r>
              <a:rPr lang="zh-CN" altLang="en-US" sz="2160" dirty="0">
                <a:solidFill>
                  <a:prstClr val="black"/>
                </a:solidFill>
                <a:latin typeface="微软雅黑" pitchFamily="34" charset="-122"/>
                <a:ea typeface="微软雅黑" pitchFamily="34" charset="-122"/>
              </a:rPr>
              <a:t>你也想免费得到出版社赠书做</a:t>
            </a:r>
            <a:r>
              <a:rPr lang="en-US" altLang="zh-CN" sz="2160" dirty="0">
                <a:solidFill>
                  <a:prstClr val="black"/>
                </a:solidFill>
                <a:latin typeface="微软雅黑" pitchFamily="34" charset="-122"/>
                <a:ea typeface="微软雅黑" pitchFamily="34" charset="-122"/>
              </a:rPr>
              <a:t>PPT</a:t>
            </a:r>
            <a:r>
              <a:rPr lang="zh-CN" altLang="en-US" sz="2160" dirty="0">
                <a:solidFill>
                  <a:prstClr val="black"/>
                </a:solidFill>
                <a:latin typeface="微软雅黑" pitchFamily="34" charset="-122"/>
                <a:ea typeface="微软雅黑" pitchFamily="34" charset="-122"/>
              </a:rPr>
              <a:t>读书笔记？</a:t>
            </a:r>
          </a:p>
        </p:txBody>
      </p:sp>
      <p:sp>
        <p:nvSpPr>
          <p:cNvPr id="9" name="右箭头 8"/>
          <p:cNvSpPr/>
          <p:nvPr/>
        </p:nvSpPr>
        <p:spPr>
          <a:xfrm>
            <a:off x="4034631" y="2781875"/>
            <a:ext cx="129601" cy="241140"/>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
        <p:nvSpPr>
          <p:cNvPr id="10" name="右箭头 9"/>
          <p:cNvSpPr/>
          <p:nvPr/>
        </p:nvSpPr>
        <p:spPr>
          <a:xfrm>
            <a:off x="6021662" y="2781875"/>
            <a:ext cx="129601" cy="241140"/>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
        <p:nvSpPr>
          <p:cNvPr id="11" name="右箭头 10"/>
          <p:cNvSpPr/>
          <p:nvPr/>
        </p:nvSpPr>
        <p:spPr>
          <a:xfrm>
            <a:off x="8095280" y="2781875"/>
            <a:ext cx="129601" cy="241140"/>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
        <p:nvSpPr>
          <p:cNvPr id="12" name="TextBox 11"/>
          <p:cNvSpPr txBox="1"/>
          <p:nvPr/>
        </p:nvSpPr>
        <p:spPr>
          <a:xfrm>
            <a:off x="2078365" y="4061256"/>
            <a:ext cx="8228528" cy="1966949"/>
          </a:xfrm>
          <a:prstGeom prst="rect">
            <a:avLst/>
          </a:prstGeom>
          <a:noFill/>
          <a:effectLst/>
        </p:spPr>
        <p:txBody>
          <a:bodyPr wrap="square" rtlCol="0" anchor="ctr">
            <a:spAutoFit/>
          </a:bodyPr>
          <a:lstStyle/>
          <a:p>
            <a:pPr>
              <a:spcBef>
                <a:spcPts val="1620"/>
              </a:spcBef>
            </a:pPr>
            <a:r>
              <a:rPr lang="zh-CN" altLang="en-US" sz="1620" dirty="0">
                <a:solidFill>
                  <a:prstClr val="black"/>
                </a:solidFill>
                <a:latin typeface="微软雅黑" pitchFamily="34" charset="-122"/>
                <a:ea typeface="微软雅黑" pitchFamily="34" charset="-122"/>
              </a:rPr>
              <a:t>  友情提示：马上就去新浪微博</a:t>
            </a:r>
            <a:endParaRPr lang="en-US" altLang="zh-CN" sz="1620" dirty="0">
              <a:solidFill>
                <a:prstClr val="black"/>
              </a:solidFill>
              <a:latin typeface="微软雅黑" pitchFamily="34" charset="-122"/>
              <a:ea typeface="微软雅黑" pitchFamily="34" charset="-122"/>
            </a:endParaRPr>
          </a:p>
          <a:p>
            <a:pPr>
              <a:spcBef>
                <a:spcPts val="1620"/>
              </a:spcBef>
            </a:pPr>
            <a:r>
              <a:rPr lang="en-US" altLang="zh-CN" sz="1620" dirty="0">
                <a:solidFill>
                  <a:prstClr val="black"/>
                </a:solidFill>
                <a:latin typeface="微软雅黑" pitchFamily="34" charset="-122"/>
                <a:ea typeface="微软雅黑" pitchFamily="34" charset="-122"/>
              </a:rPr>
              <a:t>  1</a:t>
            </a:r>
            <a:r>
              <a:rPr lang="zh-CN" altLang="en-US" sz="1620" dirty="0">
                <a:solidFill>
                  <a:prstClr val="black"/>
                </a:solidFill>
                <a:latin typeface="微软雅黑" pitchFamily="34" charset="-122"/>
                <a:ea typeface="微软雅黑" pitchFamily="34" charset="-122"/>
              </a:rPr>
              <a:t>、关注</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时间卡片  ，可以看到其它学员读书</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制作约定</a:t>
            </a:r>
            <a:endParaRPr lang="en-US" altLang="zh-CN" sz="1620" dirty="0">
              <a:solidFill>
                <a:prstClr val="black"/>
              </a:solidFill>
              <a:latin typeface="微软雅黑" pitchFamily="34" charset="-122"/>
              <a:ea typeface="微软雅黑" pitchFamily="34" charset="-122"/>
            </a:endParaRPr>
          </a:p>
          <a:p>
            <a:pPr>
              <a:spcBef>
                <a:spcPts val="1080"/>
              </a:spcBef>
            </a:pPr>
            <a:r>
              <a:rPr lang="en-US" altLang="zh-CN" sz="1620" dirty="0">
                <a:solidFill>
                  <a:prstClr val="black"/>
                </a:solidFill>
                <a:latin typeface="微软雅黑" pitchFamily="34" charset="-122"/>
                <a:ea typeface="微软雅黑" pitchFamily="34" charset="-122"/>
              </a:rPr>
              <a:t>  2</a:t>
            </a:r>
            <a:r>
              <a:rPr lang="zh-CN" altLang="en-US" sz="1620" dirty="0">
                <a:solidFill>
                  <a:prstClr val="black"/>
                </a:solidFill>
                <a:latin typeface="微软雅黑" pitchFamily="34" charset="-122"/>
                <a:ea typeface="微软雅黑" pitchFamily="34" charset="-122"/>
              </a:rPr>
              <a:t>、关注</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读书笔记</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，可以看到其它学员已经提交的读书</a:t>
            </a:r>
            <a:r>
              <a:rPr lang="en-US" altLang="zh-CN" sz="1620" dirty="0">
                <a:solidFill>
                  <a:prstClr val="black"/>
                </a:solidFill>
                <a:latin typeface="微软雅黑" pitchFamily="34" charset="-122"/>
                <a:ea typeface="微软雅黑" pitchFamily="34" charset="-122"/>
              </a:rPr>
              <a:t>PPT</a:t>
            </a:r>
          </a:p>
          <a:p>
            <a:pPr>
              <a:spcBef>
                <a:spcPts val="1080"/>
              </a:spcBef>
            </a:pPr>
            <a:r>
              <a:rPr lang="en-US" altLang="zh-CN" sz="1620" dirty="0">
                <a:solidFill>
                  <a:prstClr val="black"/>
                </a:solidFill>
                <a:latin typeface="微软雅黑" pitchFamily="34" charset="-122"/>
                <a:ea typeface="微软雅黑" pitchFamily="34" charset="-122"/>
              </a:rPr>
              <a:t>  3</a:t>
            </a:r>
            <a:r>
              <a:rPr lang="zh-CN" altLang="en-US" sz="1620" dirty="0">
                <a:solidFill>
                  <a:prstClr val="black"/>
                </a:solidFill>
                <a:latin typeface="微软雅黑" pitchFamily="34" charset="-122"/>
                <a:ea typeface="微软雅黑" pitchFamily="34" charset="-122"/>
              </a:rPr>
              <a:t>、搜</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和秋叶一起学</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标签，可以看到其它学员已经提交的作业</a:t>
            </a:r>
            <a:r>
              <a:rPr lang="en-US" altLang="zh-CN" sz="1620" dirty="0">
                <a:solidFill>
                  <a:prstClr val="black"/>
                </a:solidFill>
                <a:latin typeface="微软雅黑" pitchFamily="34" charset="-122"/>
                <a:ea typeface="微软雅黑" pitchFamily="34" charset="-122"/>
              </a:rPr>
              <a:t>PPT</a:t>
            </a:r>
          </a:p>
          <a:p>
            <a:pPr>
              <a:spcBef>
                <a:spcPts val="1080"/>
              </a:spcBef>
            </a:pPr>
            <a:r>
              <a:rPr lang="en-US" altLang="zh-CN" sz="1620" dirty="0">
                <a:solidFill>
                  <a:prstClr val="black"/>
                </a:solidFill>
                <a:latin typeface="微软雅黑" pitchFamily="34" charset="-122"/>
                <a:ea typeface="微软雅黑" pitchFamily="34" charset="-122"/>
              </a:rPr>
              <a:t>  4</a:t>
            </a:r>
            <a:r>
              <a:rPr lang="zh-CN" altLang="en-US" sz="1620" dirty="0">
                <a:solidFill>
                  <a:prstClr val="black"/>
                </a:solidFill>
                <a:latin typeface="微软雅黑" pitchFamily="34" charset="-122"/>
                <a:ea typeface="微软雅黑" pitchFamily="34" charset="-122"/>
              </a:rPr>
              <a:t>、国内主流出版社都已经和</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2272768" y="4401009"/>
            <a:ext cx="7646466"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2078365" y="2165390"/>
            <a:ext cx="1749616" cy="1207081"/>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17" name="矩形 16"/>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购买</a:t>
              </a:r>
              <a:r>
                <a:rPr lang="en-US" altLang="zh-CN" sz="1620" dirty="0">
                  <a:solidFill>
                    <a:prstClr val="white"/>
                  </a:solidFill>
                  <a:latin typeface="微软雅黑" pitchFamily="34" charset="-122"/>
                  <a:ea typeface="微软雅黑" pitchFamily="34" charset="-122"/>
                </a:rPr>
                <a:t>99</a:t>
              </a:r>
              <a:r>
                <a:rPr lang="zh-CN" altLang="en-US" sz="1620" dirty="0">
                  <a:solidFill>
                    <a:prstClr val="white"/>
                  </a:solidFill>
                  <a:latin typeface="微软雅黑" pitchFamily="34" charset="-122"/>
                  <a:ea typeface="微软雅黑" pitchFamily="34" charset="-122"/>
                </a:rPr>
                <a:t>元</a:t>
              </a:r>
              <a:endParaRPr lang="en-US" altLang="zh-CN" sz="1620" dirty="0">
                <a:solidFill>
                  <a:prstClr val="white"/>
                </a:solidFill>
                <a:latin typeface="微软雅黑" pitchFamily="34" charset="-122"/>
                <a:ea typeface="微软雅黑" pitchFamily="34" charset="-122"/>
              </a:endParaRPr>
            </a:p>
            <a:p>
              <a:pPr algn="ctr"/>
              <a:r>
                <a:rPr lang="zh-CN" altLang="en-US" sz="1620" dirty="0">
                  <a:solidFill>
                    <a:prstClr val="white"/>
                  </a:solidFill>
                  <a:latin typeface="微软雅黑" pitchFamily="34" charset="-122"/>
                  <a:ea typeface="微软雅黑" pitchFamily="34" charset="-122"/>
                </a:rPr>
                <a:t>网易云课堂</a:t>
              </a:r>
              <a:endParaRPr lang="en-US" altLang="zh-CN" sz="1620" dirty="0">
                <a:solidFill>
                  <a:prstClr val="white"/>
                </a:solidFill>
                <a:latin typeface="微软雅黑" pitchFamily="34" charset="-122"/>
                <a:ea typeface="微软雅黑" pitchFamily="34" charset="-122"/>
              </a:endParaRPr>
            </a:p>
            <a:p>
              <a:pPr algn="ctr"/>
              <a:r>
                <a:rPr lang="en-US" altLang="zh-CN" sz="1620" dirty="0">
                  <a:solidFill>
                    <a:prstClr val="white"/>
                  </a:solidFill>
                  <a:latin typeface="微软雅黑" pitchFamily="34" charset="-122"/>
                  <a:ea typeface="微软雅黑" pitchFamily="34" charset="-122"/>
                </a:rPr>
                <a:t>PPT</a:t>
              </a:r>
              <a:r>
                <a:rPr lang="zh-CN" altLang="en-US" sz="1620" dirty="0">
                  <a:solidFill>
                    <a:prstClr val="white"/>
                  </a:solidFill>
                  <a:latin typeface="微软雅黑" pitchFamily="34" charset="-122"/>
                  <a:ea typeface="微软雅黑" pitchFamily="34" charset="-122"/>
                </a:rPr>
                <a:t>在线课程</a:t>
              </a:r>
              <a:endParaRPr lang="en-US" altLang="zh-CN" sz="1620" dirty="0">
                <a:solidFill>
                  <a:prstClr val="white"/>
                </a:solidFill>
                <a:latin typeface="微软雅黑" pitchFamily="34" charset="-122"/>
                <a:ea typeface="微软雅黑" pitchFamily="34" charset="-122"/>
              </a:endParaRPr>
            </a:p>
          </p:txBody>
        </p:sp>
        <p:sp>
          <p:nvSpPr>
            <p:cNvPr id="18" name="矩形 17"/>
            <p:cNvSpPr/>
            <p:nvPr/>
          </p:nvSpPr>
          <p:spPr>
            <a:xfrm>
              <a:off x="107380" y="2060809"/>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4124488" y="2165393"/>
            <a:ext cx="1749616" cy="1207082"/>
            <a:chOff x="107380" y="2024805"/>
            <a:chExt cx="1944270" cy="1341376"/>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22" name="矩形 21"/>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购买后去微博私信</a:t>
              </a:r>
              <a:r>
                <a:rPr lang="en-US" altLang="zh-CN" sz="1620" dirty="0">
                  <a:solidFill>
                    <a:prstClr val="white"/>
                  </a:solidFill>
                  <a:latin typeface="微软雅黑" pitchFamily="34" charset="-122"/>
                  <a:ea typeface="微软雅黑" pitchFamily="34" charset="-122"/>
                </a:rPr>
                <a:t>@</a:t>
              </a:r>
              <a:r>
                <a:rPr lang="zh-CN" altLang="en-US" sz="1620" dirty="0">
                  <a:solidFill>
                    <a:prstClr val="white"/>
                  </a:solidFill>
                  <a:latin typeface="微软雅黑" pitchFamily="34" charset="-122"/>
                  <a:ea typeface="微软雅黑" pitchFamily="34" charset="-122"/>
                </a:rPr>
                <a:t>秋叶</a:t>
              </a:r>
              <a:endParaRPr lang="en-US" altLang="zh-CN" sz="1620" dirty="0">
                <a:solidFill>
                  <a:prstClr val="white"/>
                </a:solidFill>
                <a:latin typeface="微软雅黑" pitchFamily="34" charset="-122"/>
                <a:ea typeface="微软雅黑" pitchFamily="34" charset="-122"/>
              </a:endParaRPr>
            </a:p>
            <a:p>
              <a:pPr algn="ctr"/>
              <a:r>
                <a:rPr lang="zh-CN" altLang="en-US" sz="1620" dirty="0">
                  <a:solidFill>
                    <a:prstClr val="white"/>
                  </a:solidFill>
                  <a:latin typeface="微软雅黑" pitchFamily="34" charset="-122"/>
                  <a:ea typeface="微软雅黑" pitchFamily="34" charset="-122"/>
                </a:rPr>
                <a:t>要福利</a:t>
              </a:r>
              <a:r>
                <a:rPr lang="en-US" altLang="zh-CN" sz="1620" dirty="0">
                  <a:solidFill>
                    <a:prstClr val="white"/>
                  </a:solidFill>
                  <a:latin typeface="微软雅黑" pitchFamily="34" charset="-122"/>
                  <a:ea typeface="微软雅黑" pitchFamily="34" charset="-122"/>
                </a:rPr>
                <a:t>QQ</a:t>
              </a:r>
              <a:r>
                <a:rPr lang="zh-CN" altLang="en-US" sz="1620" dirty="0">
                  <a:solidFill>
                    <a:prstClr val="white"/>
                  </a:solidFill>
                  <a:latin typeface="微软雅黑" pitchFamily="34" charset="-122"/>
                  <a:ea typeface="微软雅黑" pitchFamily="34" charset="-122"/>
                </a:rPr>
                <a:t>群号</a:t>
              </a:r>
              <a:endParaRPr lang="en-US" altLang="zh-CN" sz="1620" dirty="0">
                <a:solidFill>
                  <a:prstClr val="white"/>
                </a:solidFill>
                <a:latin typeface="微软雅黑" pitchFamily="34" charset="-122"/>
                <a:ea typeface="微软雅黑" pitchFamily="34" charset="-122"/>
              </a:endParaRPr>
            </a:p>
          </p:txBody>
        </p:sp>
        <p:sp>
          <p:nvSpPr>
            <p:cNvPr id="23" name="矩形 22"/>
            <p:cNvSpPr/>
            <p:nvPr/>
          </p:nvSpPr>
          <p:spPr>
            <a:xfrm>
              <a:off x="107380" y="2060811"/>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6137100" y="2165390"/>
            <a:ext cx="1749616" cy="1207081"/>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26" name="矩形 25"/>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新浪微博晒作业被老师肯定奖励内部选书</a:t>
              </a:r>
              <a:endParaRPr lang="en-US" altLang="zh-CN" sz="1620" dirty="0">
                <a:solidFill>
                  <a:prstClr val="white"/>
                </a:solidFill>
                <a:latin typeface="微软雅黑" pitchFamily="34" charset="-122"/>
                <a:ea typeface="微软雅黑" pitchFamily="34" charset="-122"/>
              </a:endParaRPr>
            </a:p>
          </p:txBody>
        </p:sp>
        <p:sp>
          <p:nvSpPr>
            <p:cNvPr id="27" name="矩形 26"/>
            <p:cNvSpPr/>
            <p:nvPr/>
          </p:nvSpPr>
          <p:spPr>
            <a:xfrm>
              <a:off x="107380" y="2060809"/>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8160078" y="2165390"/>
            <a:ext cx="1749616" cy="1207081"/>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30" name="矩形 29"/>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出版社寄书到后约</a:t>
              </a:r>
              <a:r>
                <a:rPr lang="en-US" altLang="zh-CN" sz="1620" dirty="0">
                  <a:solidFill>
                    <a:prstClr val="white"/>
                  </a:solidFill>
                  <a:latin typeface="微软雅黑" pitchFamily="34" charset="-122"/>
                  <a:ea typeface="微软雅黑" pitchFamily="34" charset="-122"/>
                </a:rPr>
                <a:t>@</a:t>
              </a:r>
              <a:r>
                <a:rPr lang="zh-CN" altLang="en-US" sz="1620" dirty="0">
                  <a:solidFill>
                    <a:prstClr val="white"/>
                  </a:solidFill>
                  <a:latin typeface="微软雅黑" pitchFamily="34" charset="-122"/>
                  <a:ea typeface="微软雅黑" pitchFamily="34" charset="-122"/>
                </a:rPr>
                <a:t>时间卡片 晒读书</a:t>
              </a:r>
              <a:r>
                <a:rPr lang="en-US" altLang="zh-CN" sz="1620" dirty="0">
                  <a:solidFill>
                    <a:prstClr val="white"/>
                  </a:solidFill>
                  <a:latin typeface="微软雅黑" pitchFamily="34" charset="-122"/>
                  <a:ea typeface="微软雅黑" pitchFamily="34" charset="-122"/>
                </a:rPr>
                <a:t>PPT</a:t>
              </a:r>
            </a:p>
          </p:txBody>
        </p:sp>
        <p:sp>
          <p:nvSpPr>
            <p:cNvPr id="31" name="矩形 30"/>
            <p:cNvSpPr/>
            <p:nvPr/>
          </p:nvSpPr>
          <p:spPr>
            <a:xfrm>
              <a:off x="107380" y="2060809"/>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9223542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85318" y="4012191"/>
            <a:ext cx="8251029" cy="1446421"/>
            <a:chOff x="0" y="3359571"/>
            <a:chExt cx="9169004" cy="1607344"/>
          </a:xfrm>
        </p:grpSpPr>
        <p:sp>
          <p:nvSpPr>
            <p:cNvPr id="5" name="矩形 4"/>
            <p:cNvSpPr/>
            <p:nvPr/>
          </p:nvSpPr>
          <p:spPr>
            <a:xfrm>
              <a:off x="1245140" y="3973770"/>
              <a:ext cx="4572000" cy="533479"/>
            </a:xfrm>
            <a:prstGeom prst="rect">
              <a:avLst/>
            </a:prstGeom>
          </p:spPr>
          <p:txBody>
            <a:bodyPr>
              <a:spAutoFit/>
            </a:bodyPr>
            <a:lstStyle/>
            <a:p>
              <a:pPr defTabSz="82782">
                <a:defRPr/>
              </a:pPr>
              <a:r>
                <a:rPr lang="en-US" altLang="zh-CN" sz="1260" kern="0" dirty="0">
                  <a:solidFill>
                    <a:prstClr val="black"/>
                  </a:solidFill>
                </a:rPr>
                <a:t/>
              </a:r>
              <a:br>
                <a:rPr lang="en-US" altLang="zh-CN" sz="1260" kern="0" dirty="0">
                  <a:solidFill>
                    <a:prstClr val="black"/>
                  </a:solidFill>
                </a:rPr>
              </a:br>
              <a:endParaRPr lang="en-US" altLang="zh-CN" sz="1260" kern="0" dirty="0">
                <a:solidFill>
                  <a:prstClr val="black"/>
                </a:solidFill>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617158" fontAlgn="base">
                <a:spcBef>
                  <a:spcPct val="0"/>
                </a:spcBef>
                <a:spcAft>
                  <a:spcPct val="0"/>
                </a:spcAft>
                <a:defRPr/>
              </a:pPr>
              <a:endParaRPr lang="zh-CN" altLang="en-US" sz="1216" kern="0">
                <a:solidFill>
                  <a:prstClr val="white"/>
                </a:solidFill>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endParaRPr>
            </a:p>
          </p:txBody>
        </p:sp>
        <p:pic>
          <p:nvPicPr>
            <p:cNvPr id="8" name="图片 17"/>
            <p:cNvPicPr>
              <a:picLocks noChangeAspect="1"/>
            </p:cNvPicPr>
            <p:nvPr/>
          </p:nvPicPr>
          <p:blipFill>
            <a:blip r:embed="rId2">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1" y="3613174"/>
              <a:ext cx="594123" cy="564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fontAlgn="base">
                <a:lnSpc>
                  <a:spcPct val="100000"/>
                </a:lnSpc>
                <a:spcBef>
                  <a:spcPct val="0"/>
                </a:spcBef>
                <a:spcAft>
                  <a:spcPct val="0"/>
                </a:spcAft>
                <a:buFont typeface="Arial" panose="020B0604020202020204" pitchFamily="34" charset="0"/>
                <a:buNone/>
                <a:defRPr/>
              </a:pPr>
              <a:r>
                <a:rPr lang="zh-CN" altLang="en-US" sz="2700"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5399"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69" y="3441723"/>
              <a:ext cx="3519839" cy="916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fontAlgn="base">
                <a:lnSpc>
                  <a:spcPct val="100000"/>
                </a:lnSpc>
                <a:spcBef>
                  <a:spcPct val="0"/>
                </a:spcBef>
                <a:spcAft>
                  <a:spcPct val="0"/>
                </a:spcAft>
                <a:buFont typeface="Arial" panose="020B0604020202020204" pitchFamily="34" charset="0"/>
                <a:buNone/>
                <a:defRPr/>
              </a:pPr>
              <a:r>
                <a:rPr lang="zh-CN" altLang="en-US"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216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4050"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216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617158" fontAlgn="base">
                <a:lnSpc>
                  <a:spcPct val="100000"/>
                </a:lnSpc>
                <a:spcBef>
                  <a:spcPct val="0"/>
                </a:spcBef>
                <a:spcAft>
                  <a:spcPct val="0"/>
                </a:spcAft>
                <a:buFont typeface="Arial" panose="020B0604020202020204" pitchFamily="34" charset="0"/>
                <a:buNone/>
                <a:defRPr/>
              </a:pPr>
              <a:endParaRPr lang="zh-CN" altLang="en-US" sz="709"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endParaRPr>
              </a:p>
            </p:txBody>
          </p:sp>
        </p:grpSp>
        <p:sp>
          <p:nvSpPr>
            <p:cNvPr id="12" name="文本框 11"/>
            <p:cNvSpPr txBox="1">
              <a:spLocks noChangeArrowheads="1"/>
            </p:cNvSpPr>
            <p:nvPr/>
          </p:nvSpPr>
          <p:spPr bwMode="auto">
            <a:xfrm>
              <a:off x="5229225" y="4188246"/>
              <a:ext cx="1596629" cy="42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eaLnBrk="0" fontAlgn="base" hangingPunct="0">
                <a:lnSpc>
                  <a:spcPct val="100000"/>
                </a:lnSpc>
                <a:spcBef>
                  <a:spcPct val="0"/>
                </a:spcBef>
                <a:spcAft>
                  <a:spcPct val="0"/>
                </a:spcAft>
                <a:buFont typeface="Arial" panose="020B0604020202020204" pitchFamily="34" charset="0"/>
                <a:buNone/>
                <a:defRPr/>
              </a:pPr>
              <a:r>
                <a:rPr lang="zh-CN" altLang="en-US" sz="1890" kern="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black"/>
                  </a:solidFill>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946" kern="0">
                  <a:solidFill>
                    <a:prstClr val="white"/>
                  </a:solidFill>
                </a:endParaRPr>
              </a:p>
            </p:txBody>
          </p:sp>
        </p:grpSp>
        <p:sp>
          <p:nvSpPr>
            <p:cNvPr id="15" name="文本框 14"/>
            <p:cNvSpPr txBox="1">
              <a:spLocks noChangeArrowheads="1"/>
            </p:cNvSpPr>
            <p:nvPr/>
          </p:nvSpPr>
          <p:spPr bwMode="auto">
            <a:xfrm>
              <a:off x="7008019" y="4183483"/>
              <a:ext cx="757239" cy="42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eaLnBrk="0" fontAlgn="base" hangingPunct="0">
                <a:lnSpc>
                  <a:spcPct val="100000"/>
                </a:lnSpc>
                <a:spcBef>
                  <a:spcPct val="0"/>
                </a:spcBef>
                <a:spcAft>
                  <a:spcPct val="0"/>
                </a:spcAft>
                <a:buFont typeface="Arial" panose="020B0604020202020204" pitchFamily="34" charset="0"/>
                <a:buNone/>
                <a:defRPr/>
              </a:pPr>
              <a:r>
                <a:rPr lang="zh-CN" altLang="en-US" sz="1890"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1216" kern="0">
                <a:solidFill>
                  <a:prstClr val="white"/>
                </a:solidFill>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617158" eaLnBrk="0" fontAlgn="base" hangingPunct="0">
                  <a:spcBef>
                    <a:spcPct val="0"/>
                  </a:spcBef>
                  <a:spcAft>
                    <a:spcPct val="0"/>
                  </a:spcAft>
                  <a:defRPr/>
                </a:pPr>
                <a:endParaRPr lang="zh-CN" altLang="en-US" sz="1216" kern="0">
                  <a:solidFill>
                    <a:prstClr val="black"/>
                  </a:solidFill>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3"/>
              <a:ext cx="3090590" cy="3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158" fontAlgn="base">
                <a:lnSpc>
                  <a:spcPct val="100000"/>
                </a:lnSpc>
                <a:spcBef>
                  <a:spcPct val="0"/>
                </a:spcBef>
                <a:spcAft>
                  <a:spcPct val="0"/>
                </a:spcAft>
                <a:buFont typeface="Arial" panose="020B0604020202020204" pitchFamily="34" charset="0"/>
                <a:buNone/>
                <a:defRPr/>
              </a:pPr>
              <a:r>
                <a:rPr lang="zh-CN" altLang="en-US" sz="1350"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3065486" y="1160227"/>
            <a:ext cx="6090692" cy="2613023"/>
          </a:xfrm>
          <a:prstGeom prst="rect">
            <a:avLst/>
          </a:prstGeom>
          <a:noFill/>
        </p:spPr>
        <p:txBody>
          <a:bodyPr wrap="square" rtlCol="0">
            <a:spAutoFit/>
          </a:bodyPr>
          <a:lstStyle/>
          <a:p>
            <a:pPr algn="ctr"/>
            <a:r>
              <a:rPr lang="en-US" altLang="zh-CN" sz="3240" b="1" dirty="0">
                <a:solidFill>
                  <a:srgbClr val="E50515"/>
                </a:solidFill>
                <a:latin typeface="微软雅黑" panose="020B0503020204020204" pitchFamily="34" charset="-122"/>
                <a:ea typeface="微软雅黑" panose="020B0503020204020204" pitchFamily="34" charset="-122"/>
              </a:rPr>
              <a:t>#</a:t>
            </a:r>
            <a:r>
              <a:rPr lang="zh-CN" altLang="en-US" sz="3240" b="1" dirty="0">
                <a:solidFill>
                  <a:srgbClr val="E50515"/>
                </a:solidFill>
                <a:latin typeface="微软雅黑" panose="020B0503020204020204" pitchFamily="34" charset="-122"/>
                <a:ea typeface="微软雅黑" panose="020B0503020204020204" pitchFamily="34" charset="-122"/>
              </a:rPr>
              <a:t>和秋叶一起学</a:t>
            </a:r>
            <a:r>
              <a:rPr lang="en-US" altLang="zh-CN" sz="3240" b="1" dirty="0">
                <a:solidFill>
                  <a:srgbClr val="E50515"/>
                </a:solidFill>
                <a:latin typeface="微软雅黑" panose="020B0503020204020204" pitchFamily="34" charset="-122"/>
                <a:ea typeface="微软雅黑" panose="020B0503020204020204" pitchFamily="34" charset="-122"/>
              </a:rPr>
              <a:t>PPT#</a:t>
            </a:r>
          </a:p>
          <a:p>
            <a:pPr algn="ctr">
              <a:spcBef>
                <a:spcPts val="2700"/>
              </a:spcBef>
            </a:pPr>
            <a:r>
              <a:rPr lang="zh-CN" altLang="en-US" sz="3960" b="1" dirty="0">
                <a:solidFill>
                  <a:prstClr val="black"/>
                </a:solidFill>
                <a:latin typeface="微软雅黑" panose="020B0503020204020204" pitchFamily="34" charset="-122"/>
                <a:ea typeface="微软雅黑" panose="020B0503020204020204" pitchFamily="34" charset="-122"/>
              </a:rPr>
              <a:t>学员寒假读书</a:t>
            </a:r>
            <a:r>
              <a:rPr lang="zh-CN" altLang="en-US" sz="3960" b="1" dirty="0" smtClean="0">
                <a:solidFill>
                  <a:prstClr val="black"/>
                </a:solidFill>
                <a:latin typeface="微软雅黑" panose="020B0503020204020204" pitchFamily="34" charset="-122"/>
                <a:ea typeface="微软雅黑" panose="020B0503020204020204" pitchFamily="34" charset="-122"/>
              </a:rPr>
              <a:t>笔记</a:t>
            </a:r>
            <a:r>
              <a:rPr lang="en-US" altLang="zh-CN" sz="3960" b="1" dirty="0" smtClean="0">
                <a:solidFill>
                  <a:prstClr val="black"/>
                </a:solidFill>
                <a:latin typeface="微软雅黑" panose="020B0503020204020204" pitchFamily="34" charset="-122"/>
                <a:ea typeface="微软雅黑" panose="020B0503020204020204" pitchFamily="34" charset="-122"/>
              </a:rPr>
              <a:t>104</a:t>
            </a:r>
            <a:r>
              <a:rPr lang="zh-CN" altLang="en-US" sz="3960" b="1" dirty="0" smtClean="0">
                <a:solidFill>
                  <a:prstClr val="black"/>
                </a:solidFill>
                <a:latin typeface="微软雅黑" panose="020B0503020204020204" pitchFamily="34" charset="-122"/>
                <a:ea typeface="微软雅黑" panose="020B0503020204020204" pitchFamily="34" charset="-122"/>
              </a:rPr>
              <a:t>号</a:t>
            </a:r>
            <a:endParaRPr lang="en-US" altLang="zh-CN" sz="3960" b="1" dirty="0">
              <a:solidFill>
                <a:prstClr val="black"/>
              </a:solidFill>
              <a:latin typeface="微软雅黑" panose="020B0503020204020204" pitchFamily="34" charset="-122"/>
              <a:ea typeface="微软雅黑" panose="020B0503020204020204" pitchFamily="34" charset="-122"/>
            </a:endParaRPr>
          </a:p>
          <a:p>
            <a:pPr algn="ctr">
              <a:spcBef>
                <a:spcPts val="2700"/>
              </a:spcBef>
            </a:pPr>
            <a:r>
              <a:rPr lang="zh-CN" altLang="en-US" sz="2520" b="1" dirty="0">
                <a:solidFill>
                  <a:prstClr val="black"/>
                </a:solidFill>
                <a:latin typeface="微软雅黑" panose="020B0503020204020204" pitchFamily="34" charset="-122"/>
                <a:ea typeface="微软雅黑" panose="020B0503020204020204" pitchFamily="34" charset="-122"/>
              </a:rPr>
              <a:t>你也想做？请马上</a:t>
            </a:r>
            <a:r>
              <a:rPr lang="en-US" altLang="zh-CN" sz="2520" b="1" dirty="0">
                <a:solidFill>
                  <a:prstClr val="black"/>
                </a:solidFill>
                <a:latin typeface="微软雅黑" panose="020B0503020204020204" pitchFamily="34" charset="-122"/>
                <a:ea typeface="微软雅黑" panose="020B0503020204020204" pitchFamily="34" charset="-122"/>
              </a:rPr>
              <a:t>@</a:t>
            </a:r>
            <a:r>
              <a:rPr lang="zh-CN" altLang="en-US" sz="2520" b="1" dirty="0">
                <a:solidFill>
                  <a:prstClr val="black"/>
                </a:solidFill>
                <a:latin typeface="微软雅黑" panose="020B0503020204020204" pitchFamily="34" charset="-122"/>
                <a:ea typeface="微软雅黑" panose="020B0503020204020204" pitchFamily="34" charset="-122"/>
              </a:rPr>
              <a:t>时间卡片 约定</a:t>
            </a:r>
            <a:endParaRPr lang="en-US" altLang="zh-CN" sz="2520" b="1" dirty="0">
              <a:solidFill>
                <a:prstClr val="black"/>
              </a:solidFill>
              <a:latin typeface="微软雅黑" panose="020B0503020204020204" pitchFamily="34" charset="-122"/>
              <a:ea typeface="微软雅黑" panose="020B0503020204020204" pitchFamily="34" charset="-122"/>
            </a:endParaRPr>
          </a:p>
          <a:p>
            <a:pPr algn="ctr"/>
            <a:r>
              <a:rPr lang="zh-CN" altLang="en-US" sz="2160"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2160" b="1" dirty="0">
                <a:solidFill>
                  <a:prstClr val="black"/>
                </a:solidFill>
                <a:latin typeface="微软雅黑" panose="020B0503020204020204" pitchFamily="34" charset="-122"/>
                <a:ea typeface="微软雅黑" panose="020B0503020204020204" pitchFamily="34" charset="-122"/>
              </a:rPr>
              <a:t>PPT</a:t>
            </a:r>
            <a:r>
              <a:rPr lang="zh-CN" altLang="en-US" sz="2160"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559821261"/>
      </p:ext>
    </p:extLst>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2625</TotalTime>
  <Pages>0</Pages>
  <Words>1511</Words>
  <Characters>0</Characters>
  <Application>Microsoft Office PowerPoint</Application>
  <DocSecurity>0</DocSecurity>
  <PresentationFormat>宽屏</PresentationFormat>
  <Lines>0</Lines>
  <Paragraphs>117</Paragraphs>
  <Slides>16</Slides>
  <Notes>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16</vt:i4>
      </vt:variant>
    </vt:vector>
  </HeadingPairs>
  <TitlesOfParts>
    <vt:vector size="33" baseType="lpstr">
      <vt:lpstr>方正康体简体</vt:lpstr>
      <vt:lpstr>宋体</vt:lpstr>
      <vt:lpstr>方正清刻本悦宋简体</vt:lpstr>
      <vt:lpstr>方正正大黑简体</vt:lpstr>
      <vt:lpstr>Calibri Light</vt:lpstr>
      <vt:lpstr>方正大标宋简体</vt:lpstr>
      <vt:lpstr>方正粗宋简体</vt:lpstr>
      <vt:lpstr>方正宋刻本秀楷简体</vt:lpstr>
      <vt:lpstr>Calibri</vt:lpstr>
      <vt:lpstr>方正正黑简体</vt:lpstr>
      <vt:lpstr>方正正中黑简体</vt:lpstr>
      <vt:lpstr>微软雅黑</vt:lpstr>
      <vt:lpstr>华文中宋</vt:lpstr>
      <vt:lpstr>Arial</vt:lpstr>
      <vt:lpstr>华文黑体</vt:lpstr>
      <vt:lpstr>华康俪金黑W8(P)</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CharactersWithSpaces>0</CharactersWithSpaces>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曾天Tim</dc:creator>
  <cp:keywords/>
  <dc:description/>
  <cp:lastModifiedBy>小巴</cp:lastModifiedBy>
  <cp:revision>156</cp:revision>
  <dcterms:created xsi:type="dcterms:W3CDTF">2012-06-06T01:30:27Z</dcterms:created>
  <dcterms:modified xsi:type="dcterms:W3CDTF">2014-05-12T03:47:23Z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2052-8.1.0.2424</vt:lpwstr>
  </property>
</Properties>
</file>