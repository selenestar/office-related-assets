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notesMasterIdLst>
    <p:notesMasterId r:id="rId17"/>
  </p:notesMasterIdLst>
  <p:sldIdLst>
    <p:sldId id="258" r:id="rId4"/>
    <p:sldId id="260" r:id="rId5"/>
    <p:sldId id="261" r:id="rId6"/>
    <p:sldId id="262" r:id="rId7"/>
    <p:sldId id="266" r:id="rId8"/>
    <p:sldId id="263" r:id="rId9"/>
    <p:sldId id="264" r:id="rId10"/>
    <p:sldId id="265" r:id="rId11"/>
    <p:sldId id="269" r:id="rId12"/>
    <p:sldId id="267" r:id="rId13"/>
    <p:sldId id="268" r:id="rId14"/>
    <p:sldId id="270" r:id="rId15"/>
    <p:sldId id="271" r:id="rId16"/>
  </p:sldIdLst>
  <p:sldSz cx="9144000" cy="5715000" type="screen16x10"/>
  <p:notesSz cx="6858000" cy="9144000"/>
  <p:embeddedFontLst>
    <p:embeddedFont>
      <p:font typeface="张海山锐线体简" panose="02010600030101010101" charset="-122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BatangChe" panose="02030609000101010101" pitchFamily="49" charset="-127"/>
      <p:regular r:id="rId23"/>
    </p:embeddedFont>
    <p:embeddedFont>
      <p:font typeface="Bell MT" panose="02020503060305020303" pitchFamily="18" charset="0"/>
      <p:regular r:id="rId24"/>
      <p:bold r:id="rId25"/>
      <p:italic r:id="rId26"/>
    </p:embeddedFont>
    <p:embeddedFont>
      <p:font typeface="方正正中黑简体" panose="02000000000000000000" pitchFamily="2" charset="-122"/>
      <p:regular r:id="rId27"/>
    </p:embeddedFont>
    <p:embeddedFont>
      <p:font typeface="Stencil" panose="040409050D0802020404" pitchFamily="82" charset="0"/>
      <p:regular r:id="rId28"/>
    </p:embeddedFont>
    <p:embeddedFont>
      <p:font typeface="华文仿宋" panose="02010600040101010101" pitchFamily="2" charset="-122"/>
      <p:regular r:id="rId29"/>
    </p:embeddedFont>
    <p:embeddedFont>
      <p:font typeface="方正正黑简体" panose="02000000000000000000" pitchFamily="2" charset="-122"/>
      <p:regular r:id="rId30"/>
    </p:embeddedFont>
    <p:embeddedFont>
      <p:font typeface="华康俪金黑W8" panose="020B0809000000000000" pitchFamily="49" charset="-122"/>
      <p:regular r:id="rId31"/>
    </p:embeddedFont>
    <p:embeddedFont>
      <p:font typeface="微软雅黑" panose="020B0503020204020204" pitchFamily="34" charset="-122"/>
      <p:regular r:id="rId32"/>
      <p:bold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6">
          <p15:clr>
            <a:srgbClr val="A4A3A4"/>
          </p15:clr>
        </p15:guide>
        <p15:guide id="2" pos="51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410"/>
    <a:srgbClr val="9D8B67"/>
    <a:srgbClr val="ECE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6" autoAdjust="0"/>
    <p:restoredTop sz="93856" autoAdjust="0"/>
  </p:normalViewPr>
  <p:slideViewPr>
    <p:cSldViewPr>
      <p:cViewPr varScale="1">
        <p:scale>
          <a:sx n="83" d="100"/>
          <a:sy n="83" d="100"/>
        </p:scale>
        <p:origin x="1266" y="66"/>
      </p:cViewPr>
      <p:guideLst>
        <p:guide orient="horz" pos="1936"/>
        <p:guide pos="51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7E4E4-B027-4AB8-A4C5-D6FE6F974794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6B064-9A3B-4E7E-8046-823F680FFCC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75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6B064-9A3B-4E7E-8046-823F680FFCC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284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6B064-9A3B-4E7E-8046-823F680FFCCC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952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6B064-9A3B-4E7E-8046-823F680FFCCC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952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9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9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4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4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7542"/>
            <a:ext cx="3008314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195917"/>
            <a:ext cx="3008314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1" y="228866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775360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6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2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99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257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650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672419"/>
            <a:ext cx="7772400" cy="1135063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422261"/>
            <a:ext cx="7772400" cy="1250156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32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2pPr>
            <a:lvl3pPr marL="51426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398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4pPr>
            <a:lvl5pPr marL="1028531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5pPr>
            <a:lvl6pPr marL="1285663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6pPr>
            <a:lvl7pPr marL="1542796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7pPr>
            <a:lvl8pPr marL="1799928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8pPr>
            <a:lvl9pPr marL="2057060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503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333505"/>
            <a:ext cx="4038600" cy="3771636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2"/>
            </a:lvl4pPr>
            <a:lvl5pPr>
              <a:defRPr sz="1012"/>
            </a:lvl5pPr>
            <a:lvl6pPr>
              <a:defRPr sz="1012"/>
            </a:lvl6pPr>
            <a:lvl7pPr>
              <a:defRPr sz="1012"/>
            </a:lvl7pPr>
            <a:lvl8pPr>
              <a:defRPr sz="1012"/>
            </a:lvl8pPr>
            <a:lvl9pPr>
              <a:defRPr sz="101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5"/>
            <a:ext cx="4038600" cy="3771636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2"/>
            </a:lvl4pPr>
            <a:lvl5pPr>
              <a:defRPr sz="1012"/>
            </a:lvl5pPr>
            <a:lvl6pPr>
              <a:defRPr sz="1012"/>
            </a:lvl6pPr>
            <a:lvl7pPr>
              <a:defRPr sz="1012"/>
            </a:lvl7pPr>
            <a:lvl8pPr>
              <a:defRPr sz="1012"/>
            </a:lvl8pPr>
            <a:lvl9pPr>
              <a:defRPr sz="101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290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2"/>
            <a:ext cx="4040188" cy="533136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32" indent="0">
              <a:buNone/>
              <a:defRPr sz="1125" b="1"/>
            </a:lvl2pPr>
            <a:lvl3pPr marL="514266" indent="0">
              <a:buNone/>
              <a:defRPr sz="1012" b="1"/>
            </a:lvl3pPr>
            <a:lvl4pPr marL="771398" indent="0">
              <a:buNone/>
              <a:defRPr sz="900" b="1"/>
            </a:lvl4pPr>
            <a:lvl5pPr marL="1028531" indent="0">
              <a:buNone/>
              <a:defRPr sz="900" b="1"/>
            </a:lvl5pPr>
            <a:lvl6pPr marL="1285663" indent="0">
              <a:buNone/>
              <a:defRPr sz="900" b="1"/>
            </a:lvl6pPr>
            <a:lvl7pPr marL="1542796" indent="0">
              <a:buNone/>
              <a:defRPr sz="900" b="1"/>
            </a:lvl7pPr>
            <a:lvl8pPr marL="1799928" indent="0">
              <a:buNone/>
              <a:defRPr sz="900" b="1"/>
            </a:lvl8pPr>
            <a:lvl9pPr marL="2057060" indent="0">
              <a:buNone/>
              <a:defRPr sz="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2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279262"/>
            <a:ext cx="4041775" cy="533136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32" indent="0">
              <a:buNone/>
              <a:defRPr sz="1125" b="1"/>
            </a:lvl2pPr>
            <a:lvl3pPr marL="514266" indent="0">
              <a:buNone/>
              <a:defRPr sz="1012" b="1"/>
            </a:lvl3pPr>
            <a:lvl4pPr marL="771398" indent="0">
              <a:buNone/>
              <a:defRPr sz="900" b="1"/>
            </a:lvl4pPr>
            <a:lvl5pPr marL="1028531" indent="0">
              <a:buNone/>
              <a:defRPr sz="900" b="1"/>
            </a:lvl5pPr>
            <a:lvl6pPr marL="1285663" indent="0">
              <a:buNone/>
              <a:defRPr sz="900" b="1"/>
            </a:lvl6pPr>
            <a:lvl7pPr marL="1542796" indent="0">
              <a:buNone/>
              <a:defRPr sz="900" b="1"/>
            </a:lvl7pPr>
            <a:lvl8pPr marL="1799928" indent="0">
              <a:buNone/>
              <a:defRPr sz="900" b="1"/>
            </a:lvl8pPr>
            <a:lvl9pPr marL="2057060" indent="0">
              <a:buNone/>
              <a:defRPr sz="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1812396"/>
            <a:ext cx="4041775" cy="329274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2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124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7911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4534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27544"/>
            <a:ext cx="3008313" cy="968376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2" y="227548"/>
            <a:ext cx="5111750" cy="4877594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195920"/>
            <a:ext cx="3008313" cy="3909219"/>
          </a:xfrm>
        </p:spPr>
        <p:txBody>
          <a:bodyPr/>
          <a:lstStyle>
            <a:lvl1pPr marL="0" indent="0">
              <a:buNone/>
              <a:defRPr sz="787"/>
            </a:lvl1pPr>
            <a:lvl2pPr marL="257132" indent="0">
              <a:buNone/>
              <a:defRPr sz="675"/>
            </a:lvl2pPr>
            <a:lvl3pPr marL="514266" indent="0">
              <a:buNone/>
              <a:defRPr sz="562"/>
            </a:lvl3pPr>
            <a:lvl4pPr marL="771398" indent="0">
              <a:buNone/>
              <a:defRPr sz="507"/>
            </a:lvl4pPr>
            <a:lvl5pPr marL="1028531" indent="0">
              <a:buNone/>
              <a:defRPr sz="507"/>
            </a:lvl5pPr>
            <a:lvl6pPr marL="1285663" indent="0">
              <a:buNone/>
              <a:defRPr sz="507"/>
            </a:lvl6pPr>
            <a:lvl7pPr marL="1542796" indent="0">
              <a:buNone/>
              <a:defRPr sz="507"/>
            </a:lvl7pPr>
            <a:lvl8pPr marL="1799928" indent="0">
              <a:buNone/>
              <a:defRPr sz="507"/>
            </a:lvl8pPr>
            <a:lvl9pPr marL="2057060" indent="0">
              <a:buNone/>
              <a:defRPr sz="50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5879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1"/>
            <a:ext cx="5486400" cy="472283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1800"/>
            </a:lvl1pPr>
            <a:lvl2pPr marL="257132" indent="0">
              <a:buNone/>
              <a:defRPr sz="1575"/>
            </a:lvl2pPr>
            <a:lvl3pPr marL="514266" indent="0">
              <a:buNone/>
              <a:defRPr sz="1350"/>
            </a:lvl3pPr>
            <a:lvl4pPr marL="771398" indent="0">
              <a:buNone/>
              <a:defRPr sz="1125"/>
            </a:lvl4pPr>
            <a:lvl5pPr marL="1028531" indent="0">
              <a:buNone/>
              <a:defRPr sz="1125"/>
            </a:lvl5pPr>
            <a:lvl6pPr marL="1285663" indent="0">
              <a:buNone/>
              <a:defRPr sz="1125"/>
            </a:lvl6pPr>
            <a:lvl7pPr marL="1542796" indent="0">
              <a:buNone/>
              <a:defRPr sz="1125"/>
            </a:lvl7pPr>
            <a:lvl8pPr marL="1799928" indent="0">
              <a:buNone/>
              <a:defRPr sz="1125"/>
            </a:lvl8pPr>
            <a:lvl9pPr marL="2057060" indent="0">
              <a:buNone/>
              <a:defRPr sz="11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3"/>
            <a:ext cx="5486400" cy="670719"/>
          </a:xfrm>
        </p:spPr>
        <p:txBody>
          <a:bodyPr/>
          <a:lstStyle>
            <a:lvl1pPr marL="0" indent="0">
              <a:buNone/>
              <a:defRPr sz="787"/>
            </a:lvl1pPr>
            <a:lvl2pPr marL="257132" indent="0">
              <a:buNone/>
              <a:defRPr sz="675"/>
            </a:lvl2pPr>
            <a:lvl3pPr marL="514266" indent="0">
              <a:buNone/>
              <a:defRPr sz="562"/>
            </a:lvl3pPr>
            <a:lvl4pPr marL="771398" indent="0">
              <a:buNone/>
              <a:defRPr sz="507"/>
            </a:lvl4pPr>
            <a:lvl5pPr marL="1028531" indent="0">
              <a:buNone/>
              <a:defRPr sz="507"/>
            </a:lvl5pPr>
            <a:lvl6pPr marL="1285663" indent="0">
              <a:buNone/>
              <a:defRPr sz="507"/>
            </a:lvl6pPr>
            <a:lvl7pPr marL="1542796" indent="0">
              <a:buNone/>
              <a:defRPr sz="507"/>
            </a:lvl7pPr>
            <a:lvl8pPr marL="1799928" indent="0">
              <a:buNone/>
              <a:defRPr sz="507"/>
            </a:lvl8pPr>
            <a:lvl9pPr marL="2057060" indent="0">
              <a:buNone/>
              <a:defRPr sz="50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7194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073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70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28870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443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775360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6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2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99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234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817273"/>
            <a:ext cx="8229600" cy="9525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9144000" cy="5172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14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240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672419"/>
            <a:ext cx="7772400" cy="1135063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422261"/>
            <a:ext cx="7772400" cy="1250156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32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2pPr>
            <a:lvl3pPr marL="51426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398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4pPr>
            <a:lvl5pPr marL="1028531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5pPr>
            <a:lvl6pPr marL="1285663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6pPr>
            <a:lvl7pPr marL="1542796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7pPr>
            <a:lvl8pPr marL="1799928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8pPr>
            <a:lvl9pPr marL="2057060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925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333505"/>
            <a:ext cx="4038600" cy="3771636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2"/>
            </a:lvl4pPr>
            <a:lvl5pPr>
              <a:defRPr sz="1012"/>
            </a:lvl5pPr>
            <a:lvl6pPr>
              <a:defRPr sz="1012"/>
            </a:lvl6pPr>
            <a:lvl7pPr>
              <a:defRPr sz="1012"/>
            </a:lvl7pPr>
            <a:lvl8pPr>
              <a:defRPr sz="1012"/>
            </a:lvl8pPr>
            <a:lvl9pPr>
              <a:defRPr sz="101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5"/>
            <a:ext cx="4038600" cy="3771636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2"/>
            </a:lvl4pPr>
            <a:lvl5pPr>
              <a:defRPr sz="1012"/>
            </a:lvl5pPr>
            <a:lvl6pPr>
              <a:defRPr sz="1012"/>
            </a:lvl6pPr>
            <a:lvl7pPr>
              <a:defRPr sz="1012"/>
            </a:lvl7pPr>
            <a:lvl8pPr>
              <a:defRPr sz="1012"/>
            </a:lvl8pPr>
            <a:lvl9pPr>
              <a:defRPr sz="101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534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2"/>
            <a:ext cx="4040188" cy="533136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32" indent="0">
              <a:buNone/>
              <a:defRPr sz="1125" b="1"/>
            </a:lvl2pPr>
            <a:lvl3pPr marL="514266" indent="0">
              <a:buNone/>
              <a:defRPr sz="1012" b="1"/>
            </a:lvl3pPr>
            <a:lvl4pPr marL="771398" indent="0">
              <a:buNone/>
              <a:defRPr sz="900" b="1"/>
            </a:lvl4pPr>
            <a:lvl5pPr marL="1028531" indent="0">
              <a:buNone/>
              <a:defRPr sz="900" b="1"/>
            </a:lvl5pPr>
            <a:lvl6pPr marL="1285663" indent="0">
              <a:buNone/>
              <a:defRPr sz="900" b="1"/>
            </a:lvl6pPr>
            <a:lvl7pPr marL="1542796" indent="0">
              <a:buNone/>
              <a:defRPr sz="900" b="1"/>
            </a:lvl7pPr>
            <a:lvl8pPr marL="1799928" indent="0">
              <a:buNone/>
              <a:defRPr sz="900" b="1"/>
            </a:lvl8pPr>
            <a:lvl9pPr marL="2057060" indent="0">
              <a:buNone/>
              <a:defRPr sz="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2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279262"/>
            <a:ext cx="4041775" cy="533136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32" indent="0">
              <a:buNone/>
              <a:defRPr sz="1125" b="1"/>
            </a:lvl2pPr>
            <a:lvl3pPr marL="514266" indent="0">
              <a:buNone/>
              <a:defRPr sz="1012" b="1"/>
            </a:lvl3pPr>
            <a:lvl4pPr marL="771398" indent="0">
              <a:buNone/>
              <a:defRPr sz="900" b="1"/>
            </a:lvl4pPr>
            <a:lvl5pPr marL="1028531" indent="0">
              <a:buNone/>
              <a:defRPr sz="900" b="1"/>
            </a:lvl5pPr>
            <a:lvl6pPr marL="1285663" indent="0">
              <a:buNone/>
              <a:defRPr sz="900" b="1"/>
            </a:lvl6pPr>
            <a:lvl7pPr marL="1542796" indent="0">
              <a:buNone/>
              <a:defRPr sz="900" b="1"/>
            </a:lvl7pPr>
            <a:lvl8pPr marL="1799928" indent="0">
              <a:buNone/>
              <a:defRPr sz="900" b="1"/>
            </a:lvl8pPr>
            <a:lvl9pPr marL="2057060" indent="0">
              <a:buNone/>
              <a:defRPr sz="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1812396"/>
            <a:ext cx="4041775" cy="329274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2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754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9783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7" y="-42771"/>
            <a:ext cx="9140054" cy="589023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2" y="487934"/>
            <a:ext cx="468052" cy="390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1950"/>
            <a:ext cx="1080000" cy="90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704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27544"/>
            <a:ext cx="3008313" cy="968376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2" y="227548"/>
            <a:ext cx="5111750" cy="4877594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195920"/>
            <a:ext cx="3008313" cy="3909219"/>
          </a:xfrm>
        </p:spPr>
        <p:txBody>
          <a:bodyPr/>
          <a:lstStyle>
            <a:lvl1pPr marL="0" indent="0">
              <a:buNone/>
              <a:defRPr sz="787"/>
            </a:lvl1pPr>
            <a:lvl2pPr marL="257132" indent="0">
              <a:buNone/>
              <a:defRPr sz="675"/>
            </a:lvl2pPr>
            <a:lvl3pPr marL="514266" indent="0">
              <a:buNone/>
              <a:defRPr sz="562"/>
            </a:lvl3pPr>
            <a:lvl4pPr marL="771398" indent="0">
              <a:buNone/>
              <a:defRPr sz="507"/>
            </a:lvl4pPr>
            <a:lvl5pPr marL="1028531" indent="0">
              <a:buNone/>
              <a:defRPr sz="507"/>
            </a:lvl5pPr>
            <a:lvl6pPr marL="1285663" indent="0">
              <a:buNone/>
              <a:defRPr sz="507"/>
            </a:lvl6pPr>
            <a:lvl7pPr marL="1542796" indent="0">
              <a:buNone/>
              <a:defRPr sz="507"/>
            </a:lvl7pPr>
            <a:lvl8pPr marL="1799928" indent="0">
              <a:buNone/>
              <a:defRPr sz="507"/>
            </a:lvl8pPr>
            <a:lvl9pPr marL="2057060" indent="0">
              <a:buNone/>
              <a:defRPr sz="50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8237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1"/>
            <a:ext cx="5486400" cy="472283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1800"/>
            </a:lvl1pPr>
            <a:lvl2pPr marL="257132" indent="0">
              <a:buNone/>
              <a:defRPr sz="1575"/>
            </a:lvl2pPr>
            <a:lvl3pPr marL="514266" indent="0">
              <a:buNone/>
              <a:defRPr sz="1350"/>
            </a:lvl3pPr>
            <a:lvl4pPr marL="771398" indent="0">
              <a:buNone/>
              <a:defRPr sz="1125"/>
            </a:lvl4pPr>
            <a:lvl5pPr marL="1028531" indent="0">
              <a:buNone/>
              <a:defRPr sz="1125"/>
            </a:lvl5pPr>
            <a:lvl6pPr marL="1285663" indent="0">
              <a:buNone/>
              <a:defRPr sz="1125"/>
            </a:lvl6pPr>
            <a:lvl7pPr marL="1542796" indent="0">
              <a:buNone/>
              <a:defRPr sz="1125"/>
            </a:lvl7pPr>
            <a:lvl8pPr marL="1799928" indent="0">
              <a:buNone/>
              <a:defRPr sz="1125"/>
            </a:lvl8pPr>
            <a:lvl9pPr marL="2057060" indent="0">
              <a:buNone/>
              <a:defRPr sz="11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3"/>
            <a:ext cx="5486400" cy="670719"/>
          </a:xfrm>
        </p:spPr>
        <p:txBody>
          <a:bodyPr/>
          <a:lstStyle>
            <a:lvl1pPr marL="0" indent="0">
              <a:buNone/>
              <a:defRPr sz="787"/>
            </a:lvl1pPr>
            <a:lvl2pPr marL="257132" indent="0">
              <a:buNone/>
              <a:defRPr sz="675"/>
            </a:lvl2pPr>
            <a:lvl3pPr marL="514266" indent="0">
              <a:buNone/>
              <a:defRPr sz="562"/>
            </a:lvl3pPr>
            <a:lvl4pPr marL="771398" indent="0">
              <a:buNone/>
              <a:defRPr sz="507"/>
            </a:lvl4pPr>
            <a:lvl5pPr marL="1028531" indent="0">
              <a:buNone/>
              <a:defRPr sz="507"/>
            </a:lvl5pPr>
            <a:lvl6pPr marL="1285663" indent="0">
              <a:buNone/>
              <a:defRPr sz="507"/>
            </a:lvl6pPr>
            <a:lvl7pPr marL="1542796" indent="0">
              <a:buNone/>
              <a:defRPr sz="507"/>
            </a:lvl7pPr>
            <a:lvl8pPr marL="1799928" indent="0">
              <a:buNone/>
              <a:defRPr sz="507"/>
            </a:lvl8pPr>
            <a:lvl9pPr marL="2057060" indent="0">
              <a:buNone/>
              <a:defRPr sz="50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3193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4932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70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28870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91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rgbClr val="ECEBB5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333505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5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5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5296965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571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514266" rtl="0" eaLnBrk="1" latinLnBrk="0" hangingPunct="1"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49" indent="-192849" algn="l" defTabSz="51426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842" indent="-160709" algn="l" defTabSz="514266" rtl="0" eaLnBrk="1" latinLnBrk="0" hangingPunct="1">
        <a:spcBef>
          <a:spcPct val="20000"/>
        </a:spcBef>
        <a:buFont typeface="Arial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42832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9964" indent="-128567" algn="l" defTabSz="514266" rtl="0" eaLnBrk="1" latinLnBrk="0" hangingPunct="1">
        <a:spcBef>
          <a:spcPct val="20000"/>
        </a:spcBef>
        <a:buFont typeface="Arial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096" indent="-128567" algn="l" defTabSz="514266" rtl="0" eaLnBrk="1" latinLnBrk="0" hangingPunct="1">
        <a:spcBef>
          <a:spcPct val="20000"/>
        </a:spcBef>
        <a:buFont typeface="Arial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230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62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27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1pPr>
      <a:lvl2pPr marL="257132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2pPr>
      <a:lvl3pPr marL="514266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3pPr>
      <a:lvl4pPr marL="771398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4pPr>
      <a:lvl5pPr marL="1028531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5pPr>
      <a:lvl6pPr marL="1285663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6pPr>
      <a:lvl7pPr marL="1542796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7pPr>
      <a:lvl8pPr marL="1799928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8pPr>
      <a:lvl9pPr marL="2057060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333505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5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5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5296965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1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514266" rtl="0" eaLnBrk="1" latinLnBrk="0" hangingPunct="1"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49" indent="-192849" algn="l" defTabSz="51426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842" indent="-160709" algn="l" defTabSz="514266" rtl="0" eaLnBrk="1" latinLnBrk="0" hangingPunct="1">
        <a:spcBef>
          <a:spcPct val="20000"/>
        </a:spcBef>
        <a:buFont typeface="Arial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42832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9964" indent="-128567" algn="l" defTabSz="514266" rtl="0" eaLnBrk="1" latinLnBrk="0" hangingPunct="1">
        <a:spcBef>
          <a:spcPct val="20000"/>
        </a:spcBef>
        <a:buFont typeface="Arial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096" indent="-128567" algn="l" defTabSz="514266" rtl="0" eaLnBrk="1" latinLnBrk="0" hangingPunct="1">
        <a:spcBef>
          <a:spcPct val="20000"/>
        </a:spcBef>
        <a:buFont typeface="Arial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230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62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27" indent="-128567" algn="l" defTabSz="514266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1pPr>
      <a:lvl2pPr marL="257132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2pPr>
      <a:lvl3pPr marL="514266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3pPr>
      <a:lvl4pPr marL="771398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4pPr>
      <a:lvl5pPr marL="1028531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5pPr>
      <a:lvl6pPr marL="1285663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6pPr>
      <a:lvl7pPr marL="1542796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7pPr>
      <a:lvl8pPr marL="1799928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8pPr>
      <a:lvl9pPr marL="2057060" algn="l" defTabSz="514266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11084083\桌面\16432Q032-0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FFEF"/>
              </a:clrFrom>
              <a:clrTo>
                <a:srgbClr val="FDFFEF">
                  <a:alpha val="0"/>
                </a:srgbClr>
              </a:clrTo>
            </a:clrChange>
            <a:duotone>
              <a:prstClr val="black"/>
              <a:srgbClr val="ECEBB5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316" y="2929508"/>
            <a:ext cx="27051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6978223" y="553244"/>
            <a:ext cx="1266185" cy="3108543"/>
            <a:chOff x="6156176" y="553244"/>
            <a:chExt cx="1266185" cy="3108543"/>
          </a:xfrm>
        </p:grpSpPr>
        <p:sp>
          <p:nvSpPr>
            <p:cNvPr id="2" name="TextBox 1"/>
            <p:cNvSpPr txBox="1"/>
            <p:nvPr/>
          </p:nvSpPr>
          <p:spPr>
            <a:xfrm>
              <a:off x="6660232" y="553244"/>
              <a:ext cx="762129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900" dirty="0" smtClean="0">
                  <a:solidFill>
                    <a:srgbClr val="2D1410"/>
                  </a:solidFill>
                  <a:latin typeface="+mn-ea"/>
                </a:rPr>
                <a:t>苏东坡传</a:t>
              </a:r>
              <a:endParaRPr lang="zh-CN" altLang="en-US" sz="4900" dirty="0">
                <a:solidFill>
                  <a:srgbClr val="2D1410"/>
                </a:solidFill>
                <a:latin typeface="+mn-ea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 rot="5400000">
              <a:off x="5257148" y="1524280"/>
              <a:ext cx="225972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 smtClean="0">
                  <a:solidFill>
                    <a:srgbClr val="2D1410"/>
                  </a:solidFill>
                  <a:latin typeface="Bell MT" pitchFamily="18" charset="0"/>
                  <a:ea typeface="BatangChe" pitchFamily="49" charset="-127"/>
                  <a:cs typeface="Arial" pitchFamily="34" charset="0"/>
                </a:rPr>
                <a:t>The </a:t>
              </a:r>
              <a:r>
                <a:rPr lang="en-US" altLang="zh-CN" sz="2400" dirty="0">
                  <a:solidFill>
                    <a:srgbClr val="2D1410"/>
                  </a:solidFill>
                  <a:latin typeface="Bell MT" pitchFamily="18" charset="0"/>
                  <a:ea typeface="BatangChe" pitchFamily="49" charset="-127"/>
                  <a:cs typeface="Arial" pitchFamily="34" charset="0"/>
                </a:rPr>
                <a:t>Gay </a:t>
              </a:r>
              <a:r>
                <a:rPr lang="en-US" altLang="zh-CN" sz="2400" dirty="0" smtClean="0">
                  <a:solidFill>
                    <a:srgbClr val="2D1410"/>
                  </a:solidFill>
                  <a:latin typeface="Bell MT" pitchFamily="18" charset="0"/>
                  <a:ea typeface="BatangChe" pitchFamily="49" charset="-127"/>
                  <a:cs typeface="Arial" pitchFamily="34" charset="0"/>
                </a:rPr>
                <a:t>Genius</a:t>
              </a:r>
              <a:endParaRPr lang="zh-CN" altLang="en-US" sz="2400" dirty="0">
                <a:solidFill>
                  <a:srgbClr val="2D1410"/>
                </a:solidFill>
                <a:latin typeface="Bell MT" pitchFamily="18" charset="0"/>
                <a:ea typeface="BatangChe" pitchFamily="49" charset="-127"/>
                <a:cs typeface="Arial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298776" y="1777380"/>
            <a:ext cx="561256" cy="3226116"/>
            <a:chOff x="7524328" y="625252"/>
            <a:chExt cx="561256" cy="3226116"/>
          </a:xfrm>
        </p:grpSpPr>
        <p:sp>
          <p:nvSpPr>
            <p:cNvPr id="4" name="TextBox 3"/>
            <p:cNvSpPr txBox="1"/>
            <p:nvPr/>
          </p:nvSpPr>
          <p:spPr>
            <a:xfrm>
              <a:off x="7524328" y="625252"/>
              <a:ext cx="56125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rgbClr val="2D141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仿宋" panose="02010600040101010101" pitchFamily="2" charset="-122"/>
                  <a:ea typeface="华文仿宋" panose="02010600040101010101" pitchFamily="2" charset="-122"/>
                </a:rPr>
                <a:t>林语堂</a:t>
              </a:r>
              <a:endParaRPr lang="en-US" altLang="zh-CN" sz="3200" b="1" dirty="0" smtClean="0">
                <a:solidFill>
                  <a:srgbClr val="2D1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685670" y="2189375"/>
              <a:ext cx="238572" cy="16619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2D141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著</a:t>
              </a:r>
            </a:p>
            <a:p>
              <a:pPr algn="ctr"/>
              <a:endParaRPr lang="en-US" altLang="zh-CN" sz="1100" dirty="0" smtClean="0">
                <a:solidFill>
                  <a:srgbClr val="2D1410"/>
                </a:solidFill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  <a:p>
              <a:pPr algn="ctr"/>
              <a:r>
                <a:rPr lang="zh-CN" altLang="en-US" sz="1600" dirty="0" smtClean="0">
                  <a:solidFill>
                    <a:srgbClr val="2D141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张</a:t>
              </a:r>
              <a:r>
                <a:rPr lang="zh-CN" altLang="en-US" sz="1600" dirty="0">
                  <a:solidFill>
                    <a:srgbClr val="2D141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振玉</a:t>
              </a:r>
              <a:endParaRPr lang="en-US" altLang="zh-CN" sz="1600" dirty="0">
                <a:solidFill>
                  <a:srgbClr val="2D1410"/>
                </a:solidFill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  <a:p>
              <a:pPr algn="ctr"/>
              <a:endParaRPr lang="en-US" altLang="zh-CN" sz="1100" dirty="0">
                <a:solidFill>
                  <a:srgbClr val="2D1410"/>
                </a:solidFill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  <a:p>
              <a:pPr algn="ctr"/>
              <a:r>
                <a:rPr lang="zh-CN" altLang="en-US" sz="1600" dirty="0">
                  <a:solidFill>
                    <a:srgbClr val="2D141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译</a:t>
              </a:r>
              <a:endParaRPr lang="en-US" altLang="zh-CN" sz="1600" dirty="0">
                <a:solidFill>
                  <a:srgbClr val="2D1410"/>
                </a:solidFill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858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39552" y="2425532"/>
            <a:ext cx="1440000" cy="1872128"/>
          </a:xfrm>
          <a:prstGeom prst="rect">
            <a:avLst/>
          </a:prstGeom>
          <a:solidFill>
            <a:srgbClr val="ECEBB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500" dirty="0" smtClean="0">
              <a:solidFill>
                <a:srgbClr val="2D1410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2D1410"/>
                </a:solidFill>
                <a:latin typeface="+mn-ea"/>
              </a:rPr>
              <a:t>林语堂</a:t>
            </a:r>
            <a:endParaRPr lang="en-US" altLang="zh-CN" sz="2000" dirty="0" smtClean="0">
              <a:solidFill>
                <a:srgbClr val="2D1410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9D8B67"/>
                </a:solidFill>
                <a:latin typeface="+mn-ea"/>
              </a:rPr>
              <a:t>为何写</a:t>
            </a:r>
            <a:endParaRPr lang="en-US" altLang="zh-CN" sz="2000" dirty="0" smtClean="0">
              <a:solidFill>
                <a:srgbClr val="9D8B67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2D1410"/>
                </a:solidFill>
                <a:latin typeface="+mn-ea"/>
              </a:rPr>
              <a:t>苏东坡传</a:t>
            </a:r>
            <a:endParaRPr lang="zh-CN" altLang="en-US" sz="2000" dirty="0">
              <a:solidFill>
                <a:srgbClr val="2D1410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99952" y="2425532"/>
            <a:ext cx="1440000" cy="1872128"/>
          </a:xfrm>
          <a:prstGeom prst="rect">
            <a:avLst/>
          </a:prstGeom>
          <a:solidFill>
            <a:srgbClr val="ECEBB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500" dirty="0" smtClean="0">
              <a:solidFill>
                <a:srgbClr val="2D141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2D1410"/>
                </a:solidFill>
                <a:latin typeface="+mn-ea"/>
              </a:rPr>
              <a:t>林语堂</a:t>
            </a:r>
            <a:endParaRPr lang="en-US" altLang="zh-CN" sz="2000" dirty="0">
              <a:solidFill>
                <a:srgbClr val="2D1410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9D8B67"/>
                </a:solidFill>
                <a:latin typeface="+mn-ea"/>
              </a:rPr>
              <a:t>所理解的</a:t>
            </a:r>
            <a:endParaRPr lang="en-US" altLang="zh-CN" sz="2000" dirty="0" smtClean="0">
              <a:solidFill>
                <a:srgbClr val="2D141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2D1410"/>
                </a:solidFill>
                <a:latin typeface="+mn-ea"/>
              </a:rPr>
              <a:t>苏东坡</a:t>
            </a:r>
          </a:p>
        </p:txBody>
      </p:sp>
      <p:sp>
        <p:nvSpPr>
          <p:cNvPr id="13" name="矩形 12"/>
          <p:cNvSpPr/>
          <p:nvPr/>
        </p:nvSpPr>
        <p:spPr>
          <a:xfrm>
            <a:off x="4860032" y="2425532"/>
            <a:ext cx="1440000" cy="1872128"/>
          </a:xfrm>
          <a:prstGeom prst="rect">
            <a:avLst/>
          </a:prstGeom>
          <a:solidFill>
            <a:srgbClr val="ECEBB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500" dirty="0" smtClean="0">
              <a:solidFill>
                <a:srgbClr val="2D1410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2D1410"/>
                </a:solidFill>
                <a:latin typeface="+mn-ea"/>
              </a:rPr>
              <a:t>苏东坡</a:t>
            </a:r>
            <a:endParaRPr lang="en-US" altLang="zh-CN" sz="2000" dirty="0" smtClean="0">
              <a:solidFill>
                <a:srgbClr val="2D1410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9D8B67"/>
                </a:solidFill>
                <a:latin typeface="+mn-ea"/>
              </a:rPr>
              <a:t>的</a:t>
            </a:r>
            <a:endParaRPr lang="en-US" altLang="zh-CN" sz="2000" dirty="0" smtClean="0">
              <a:solidFill>
                <a:srgbClr val="9D8B67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2D1410"/>
                </a:solidFill>
                <a:latin typeface="+mn-ea"/>
              </a:rPr>
              <a:t>苏式魔力</a:t>
            </a:r>
            <a:endParaRPr lang="zh-CN" altLang="en-US" sz="2000" dirty="0">
              <a:solidFill>
                <a:srgbClr val="2D1410"/>
              </a:solidFill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20432" y="2425532"/>
            <a:ext cx="1440000" cy="1872128"/>
          </a:xfrm>
          <a:prstGeom prst="rect">
            <a:avLst/>
          </a:prstGeom>
          <a:solidFill>
            <a:srgbClr val="ECEBB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500" dirty="0" smtClean="0">
              <a:solidFill>
                <a:srgbClr val="2D1410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2D1410"/>
                </a:solidFill>
                <a:latin typeface="+mn-ea"/>
              </a:rPr>
              <a:t>林语堂</a:t>
            </a:r>
            <a:endParaRPr lang="en-US" altLang="zh-CN" sz="2000" dirty="0" smtClean="0">
              <a:solidFill>
                <a:srgbClr val="2D1410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9D8B67"/>
                </a:solidFill>
                <a:latin typeface="+mn-ea"/>
              </a:rPr>
              <a:t>与</a:t>
            </a:r>
            <a:endParaRPr lang="en-US" altLang="zh-CN" sz="2000" dirty="0" smtClean="0">
              <a:solidFill>
                <a:srgbClr val="9D8B67"/>
              </a:solidFill>
              <a:latin typeface="+mn-ea"/>
            </a:endParaRPr>
          </a:p>
          <a:p>
            <a:pPr algn="ctr"/>
            <a:r>
              <a:rPr lang="zh-CN" altLang="en-US" sz="2000" dirty="0" smtClean="0">
                <a:solidFill>
                  <a:srgbClr val="2D1410"/>
                </a:solidFill>
                <a:latin typeface="+mn-ea"/>
              </a:rPr>
              <a:t>苏东坡</a:t>
            </a:r>
            <a:endParaRPr lang="zh-CN" altLang="en-US" sz="2000" dirty="0">
              <a:solidFill>
                <a:srgbClr val="2D1410"/>
              </a:solidFill>
              <a:latin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337220"/>
            <a:ext cx="971600" cy="720080"/>
          </a:xfrm>
          <a:prstGeom prst="rect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71600" y="337220"/>
            <a:ext cx="1619552" cy="720080"/>
          </a:xfrm>
          <a:prstGeom prst="rect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2D1410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899552" y="2083168"/>
            <a:ext cx="720000" cy="720000"/>
          </a:xfrm>
          <a:prstGeom prst="ellipse">
            <a:avLst/>
          </a:prstGeom>
          <a:solidFill>
            <a:srgbClr val="9D8B6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ECEBB5"/>
                </a:solidFill>
                <a:latin typeface="+mn-ea"/>
              </a:rPr>
              <a:t>一</a:t>
            </a:r>
            <a:endParaRPr lang="en-US" altLang="zh-CN" sz="2000" dirty="0" smtClean="0">
              <a:solidFill>
                <a:srgbClr val="ECEBB5"/>
              </a:solidFill>
              <a:latin typeface="+mn-ea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059952" y="2083168"/>
            <a:ext cx="720000" cy="720000"/>
          </a:xfrm>
          <a:prstGeom prst="ellipse">
            <a:avLst/>
          </a:prstGeom>
          <a:solidFill>
            <a:srgbClr val="9D8B6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ECEBB5"/>
                </a:solidFill>
                <a:latin typeface="+mn-ea"/>
              </a:rPr>
              <a:t>二</a:t>
            </a:r>
            <a:endParaRPr lang="en-US" altLang="zh-CN" sz="2000" dirty="0" smtClean="0">
              <a:solidFill>
                <a:srgbClr val="ECEBB5"/>
              </a:solidFill>
              <a:latin typeface="+mn-ea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5220032" y="2083168"/>
            <a:ext cx="720000" cy="720000"/>
          </a:xfrm>
          <a:prstGeom prst="ellipse">
            <a:avLst/>
          </a:prstGeom>
          <a:solidFill>
            <a:srgbClr val="9D8B6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ECEBB5"/>
                </a:solidFill>
                <a:latin typeface="+mn-ea"/>
              </a:rPr>
              <a:t>三</a:t>
            </a:r>
            <a:endParaRPr lang="en-US" altLang="zh-CN" sz="2000" dirty="0" smtClean="0">
              <a:solidFill>
                <a:srgbClr val="ECEBB5"/>
              </a:solidFill>
              <a:latin typeface="+mn-ea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7380432" y="2083168"/>
            <a:ext cx="720000" cy="720000"/>
          </a:xfrm>
          <a:prstGeom prst="ellipse">
            <a:avLst/>
          </a:prstGeom>
          <a:solidFill>
            <a:srgbClr val="9D8B6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ECEBB5"/>
                </a:solidFill>
                <a:latin typeface="+mn-ea"/>
              </a:rPr>
              <a:t>四</a:t>
            </a:r>
            <a:endParaRPr lang="en-US" altLang="zh-CN" sz="2000" dirty="0" smtClean="0">
              <a:solidFill>
                <a:srgbClr val="ECEBB5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3528" y="409228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 smtClean="0">
                <a:solidFill>
                  <a:srgbClr val="ECEBB5"/>
                </a:solidFill>
              </a:rPr>
              <a:t>目</a:t>
            </a:r>
            <a:r>
              <a:rPr lang="zh-CN" altLang="en-US" sz="3600" dirty="0" smtClean="0">
                <a:solidFill>
                  <a:srgbClr val="2D1410"/>
                </a:solidFill>
              </a:rPr>
              <a:t>  录</a:t>
            </a:r>
            <a:endParaRPr lang="zh-CN" altLang="en-US" sz="3600" dirty="0">
              <a:solidFill>
                <a:srgbClr val="2D14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859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60000" y="337220"/>
            <a:ext cx="4212000" cy="720080"/>
          </a:xfrm>
          <a:prstGeom prst="rect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2D141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5616" y="338961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9D8B67"/>
                </a:solidFill>
              </a:rPr>
              <a:t>林语堂</a:t>
            </a:r>
            <a:r>
              <a:rPr lang="zh-CN" altLang="en-US" sz="3600" dirty="0" smtClean="0">
                <a:solidFill>
                  <a:srgbClr val="2D1410"/>
                </a:solidFill>
              </a:rPr>
              <a:t>为什么</a:t>
            </a:r>
            <a:r>
              <a:rPr lang="zh-CN" altLang="en-US" dirty="0" smtClean="0">
                <a:solidFill>
                  <a:srgbClr val="2D1410"/>
                </a:solidFill>
              </a:rPr>
              <a:t>写</a:t>
            </a:r>
            <a:r>
              <a:rPr lang="zh-CN" altLang="en-US" dirty="0" smtClean="0">
                <a:solidFill>
                  <a:srgbClr val="9D8B67"/>
                </a:solidFill>
              </a:rPr>
              <a:t>苏东坡传</a:t>
            </a:r>
            <a:endParaRPr lang="zh-CN" altLang="en-US" dirty="0">
              <a:solidFill>
                <a:srgbClr val="9D8B67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337220"/>
            <a:ext cx="971600" cy="720080"/>
          </a:xfrm>
          <a:prstGeom prst="rect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dirty="0" smtClean="0"/>
              <a:t>一</a:t>
            </a:r>
            <a:endParaRPr lang="zh-CN" altLang="en-US" sz="2600" dirty="0"/>
          </a:p>
        </p:txBody>
      </p:sp>
      <p:sp>
        <p:nvSpPr>
          <p:cNvPr id="3" name="椭圆 2"/>
          <p:cNvSpPr/>
          <p:nvPr/>
        </p:nvSpPr>
        <p:spPr>
          <a:xfrm>
            <a:off x="1331880" y="2497460"/>
            <a:ext cx="2160000" cy="2160000"/>
          </a:xfrm>
          <a:prstGeom prst="ellipse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600" dirty="0">
                <a:solidFill>
                  <a:srgbClr val="ECEBB5"/>
                </a:solidFill>
              </a:rPr>
              <a:t>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7744" y="1522447"/>
            <a:ext cx="252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rgbClr val="2D1410"/>
                </a:solidFill>
              </a:rPr>
              <a:t>以</a:t>
            </a:r>
            <a:r>
              <a:rPr lang="zh-CN" altLang="en-US" sz="4800" dirty="0" smtClean="0">
                <a:solidFill>
                  <a:srgbClr val="2D1410"/>
                </a:solidFill>
              </a:rPr>
              <a:t>此</a:t>
            </a:r>
            <a:r>
              <a:rPr lang="zh-CN" altLang="en-US" sz="2800" dirty="0" smtClean="0">
                <a:solidFill>
                  <a:srgbClr val="2D1410"/>
                </a:solidFill>
              </a:rPr>
              <a:t>为</a:t>
            </a:r>
            <a:endParaRPr lang="zh-CN" altLang="en-US" sz="2800" dirty="0">
              <a:solidFill>
                <a:srgbClr val="2D1410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652360" y="2497460"/>
            <a:ext cx="2160000" cy="2160000"/>
          </a:xfrm>
          <a:prstGeom prst="ellipse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 dirty="0"/>
          </a:p>
        </p:txBody>
      </p:sp>
      <p:sp>
        <p:nvSpPr>
          <p:cNvPr id="7" name="TextBox 6"/>
          <p:cNvSpPr txBox="1"/>
          <p:nvPr/>
        </p:nvSpPr>
        <p:spPr>
          <a:xfrm>
            <a:off x="5508104" y="2419062"/>
            <a:ext cx="13681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 smtClean="0">
                <a:solidFill>
                  <a:srgbClr val="2D1410"/>
                </a:solidFill>
              </a:rPr>
              <a:t>魔</a:t>
            </a:r>
            <a:endParaRPr lang="zh-CN" altLang="en-US" sz="8800" dirty="0">
              <a:solidFill>
                <a:srgbClr val="2D141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8224" y="3355166"/>
            <a:ext cx="13681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 smtClean="0">
                <a:solidFill>
                  <a:srgbClr val="2D1410"/>
                </a:solidFill>
              </a:rPr>
              <a:t>力</a:t>
            </a:r>
            <a:endParaRPr lang="zh-CN" altLang="en-US" sz="8800" dirty="0">
              <a:solidFill>
                <a:srgbClr val="2D141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36096" y="1417340"/>
            <a:ext cx="25922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2D1410"/>
                </a:solidFill>
              </a:rPr>
              <a:t>向人们描绘</a:t>
            </a:r>
            <a:endParaRPr lang="en-US" altLang="zh-CN" dirty="0" smtClean="0">
              <a:solidFill>
                <a:srgbClr val="2D1410"/>
              </a:solidFill>
            </a:endParaRPr>
          </a:p>
          <a:p>
            <a:pPr algn="ctr"/>
            <a:r>
              <a:rPr lang="zh-CN" altLang="en-US" sz="3200" dirty="0" smtClean="0">
                <a:solidFill>
                  <a:srgbClr val="2D1410"/>
                </a:solidFill>
              </a:rPr>
              <a:t>苏东坡</a:t>
            </a:r>
            <a:r>
              <a:rPr lang="zh-CN" altLang="en-US" dirty="0" smtClean="0">
                <a:solidFill>
                  <a:srgbClr val="2D1410"/>
                </a:solidFill>
              </a:rPr>
              <a:t>式的迷人</a:t>
            </a:r>
            <a:endParaRPr lang="zh-CN" altLang="en-US" dirty="0">
              <a:solidFill>
                <a:srgbClr val="2D14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29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60000" y="337220"/>
            <a:ext cx="4212000" cy="720080"/>
          </a:xfrm>
          <a:prstGeom prst="rect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2D141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5616" y="337220"/>
            <a:ext cx="3185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9D8B67"/>
                </a:solidFill>
              </a:rPr>
              <a:t>苏东坡</a:t>
            </a:r>
            <a:r>
              <a:rPr lang="zh-CN" altLang="en-US" sz="3600" dirty="0" smtClean="0">
                <a:solidFill>
                  <a:srgbClr val="2D1410"/>
                </a:solidFill>
              </a:rPr>
              <a:t>是怎样</a:t>
            </a:r>
            <a:r>
              <a:rPr lang="zh-CN" altLang="en-US" dirty="0" smtClean="0">
                <a:solidFill>
                  <a:srgbClr val="9D8B67"/>
                </a:solidFill>
              </a:rPr>
              <a:t>的一个人</a:t>
            </a:r>
            <a:endParaRPr lang="zh-CN" altLang="en-US" dirty="0">
              <a:solidFill>
                <a:srgbClr val="9D8B67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337220"/>
            <a:ext cx="971600" cy="720080"/>
          </a:xfrm>
          <a:prstGeom prst="rect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dirty="0" smtClean="0"/>
              <a:t>二</a:t>
            </a:r>
            <a:endParaRPr lang="zh-CN" altLang="en-US" sz="2600" dirty="0"/>
          </a:p>
        </p:txBody>
      </p:sp>
      <p:sp>
        <p:nvSpPr>
          <p:cNvPr id="6" name="椭圆 5"/>
          <p:cNvSpPr/>
          <p:nvPr/>
        </p:nvSpPr>
        <p:spPr>
          <a:xfrm>
            <a:off x="2411760" y="1201316"/>
            <a:ext cx="4320000" cy="4320000"/>
          </a:xfrm>
          <a:prstGeom prst="ellipse">
            <a:avLst/>
          </a:prstGeom>
          <a:solidFill>
            <a:srgbClr val="9D8B6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/>
          <p:cNvCxnSpPr>
            <a:stCxn id="6" idx="2"/>
            <a:endCxn id="6" idx="6"/>
          </p:cNvCxnSpPr>
          <p:nvPr/>
        </p:nvCxnSpPr>
        <p:spPr>
          <a:xfrm>
            <a:off x="2411760" y="3361316"/>
            <a:ext cx="4320000" cy="0"/>
          </a:xfrm>
          <a:prstGeom prst="line">
            <a:avLst/>
          </a:prstGeom>
          <a:ln w="9525">
            <a:solidFill>
              <a:srgbClr val="ECEB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6" idx="0"/>
            <a:endCxn id="6" idx="4"/>
          </p:cNvCxnSpPr>
          <p:nvPr/>
        </p:nvCxnSpPr>
        <p:spPr>
          <a:xfrm>
            <a:off x="4571760" y="1201316"/>
            <a:ext cx="0" cy="4320000"/>
          </a:xfrm>
          <a:prstGeom prst="line">
            <a:avLst/>
          </a:prstGeom>
          <a:ln w="9525">
            <a:solidFill>
              <a:srgbClr val="ECEB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6" idx="1"/>
            <a:endCxn id="6" idx="5"/>
          </p:cNvCxnSpPr>
          <p:nvPr/>
        </p:nvCxnSpPr>
        <p:spPr>
          <a:xfrm>
            <a:off x="3044409" y="1833965"/>
            <a:ext cx="3054702" cy="3054702"/>
          </a:xfrm>
          <a:prstGeom prst="line">
            <a:avLst/>
          </a:prstGeom>
          <a:ln w="9525">
            <a:solidFill>
              <a:srgbClr val="ECEB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6" idx="3"/>
            <a:endCxn id="6" idx="7"/>
          </p:cNvCxnSpPr>
          <p:nvPr/>
        </p:nvCxnSpPr>
        <p:spPr>
          <a:xfrm flipV="1">
            <a:off x="3044409" y="1833965"/>
            <a:ext cx="3054702" cy="3054702"/>
          </a:xfrm>
          <a:prstGeom prst="line">
            <a:avLst/>
          </a:prstGeom>
          <a:ln w="9525">
            <a:solidFill>
              <a:srgbClr val="ECEB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 rot="17640000">
            <a:off x="4270673" y="137154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2D1410"/>
                </a:solidFill>
              </a:rPr>
              <a:t>秉性难改的</a:t>
            </a:r>
            <a:r>
              <a:rPr lang="zh-CN" altLang="en-US" dirty="0">
                <a:solidFill>
                  <a:srgbClr val="2D1410"/>
                </a:solidFill>
              </a:rPr>
              <a:t>乐天派</a:t>
            </a:r>
          </a:p>
        </p:txBody>
      </p:sp>
      <p:sp>
        <p:nvSpPr>
          <p:cNvPr id="42" name="矩形 41"/>
          <p:cNvSpPr/>
          <p:nvPr/>
        </p:nvSpPr>
        <p:spPr>
          <a:xfrm rot="19934703">
            <a:off x="5307836" y="232446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D1410"/>
                </a:solidFill>
              </a:rPr>
              <a:t>伟大的人道主义者</a:t>
            </a:r>
          </a:p>
        </p:txBody>
      </p:sp>
      <p:sp>
        <p:nvSpPr>
          <p:cNvPr id="43" name="矩形 42"/>
          <p:cNvSpPr/>
          <p:nvPr/>
        </p:nvSpPr>
        <p:spPr>
          <a:xfrm rot="4100867">
            <a:off x="3152515" y="156295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D1410"/>
                </a:solidFill>
              </a:rPr>
              <a:t>百姓</a:t>
            </a:r>
            <a:r>
              <a:rPr lang="zh-CN" altLang="en-US" dirty="0" smtClean="0">
                <a:solidFill>
                  <a:srgbClr val="2D1410"/>
                </a:solidFill>
              </a:rPr>
              <a:t>的好朋友</a:t>
            </a:r>
            <a:endParaRPr lang="zh-CN" altLang="en-US" dirty="0">
              <a:solidFill>
                <a:srgbClr val="2D1410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 rot="19813515">
            <a:off x="2512931" y="3651335"/>
            <a:ext cx="1338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dirty="0">
                <a:solidFill>
                  <a:srgbClr val="2D1410"/>
                </a:solidFill>
              </a:rPr>
              <a:t>皇帝的</a:t>
            </a:r>
            <a:r>
              <a:rPr lang="zh-CN" altLang="en-US" dirty="0" smtClean="0">
                <a:solidFill>
                  <a:srgbClr val="2D1410"/>
                </a:solidFill>
              </a:rPr>
              <a:t>秘书</a:t>
            </a:r>
            <a:endParaRPr lang="en-US" altLang="zh-CN" dirty="0" smtClean="0">
              <a:solidFill>
                <a:srgbClr val="2D1410"/>
              </a:solidFill>
            </a:endParaRPr>
          </a:p>
          <a:p>
            <a:pPr algn="r"/>
            <a:r>
              <a:rPr lang="zh-CN" altLang="en-US" dirty="0">
                <a:solidFill>
                  <a:srgbClr val="2D1410"/>
                </a:solidFill>
              </a:rPr>
              <a:t>士大夫</a:t>
            </a:r>
          </a:p>
        </p:txBody>
      </p:sp>
      <p:sp>
        <p:nvSpPr>
          <p:cNvPr id="56" name="矩形 55"/>
          <p:cNvSpPr/>
          <p:nvPr/>
        </p:nvSpPr>
        <p:spPr>
          <a:xfrm rot="17404101">
            <a:off x="3293828" y="448149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2D1410"/>
                </a:solidFill>
              </a:rPr>
              <a:t>月下的漫步者</a:t>
            </a:r>
            <a:endParaRPr lang="zh-CN" altLang="en-US" dirty="0">
              <a:solidFill>
                <a:srgbClr val="2D1410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 rot="2071431">
            <a:off x="-1739836" y="1012260"/>
            <a:ext cx="588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solidFill>
                  <a:srgbClr val="2D1410"/>
                </a:solidFill>
              </a:rPr>
              <a:t>大文豪、大</a:t>
            </a:r>
            <a:r>
              <a:rPr lang="zh-CN" altLang="en-US" dirty="0" smtClean="0">
                <a:solidFill>
                  <a:srgbClr val="2D1410"/>
                </a:solidFill>
              </a:rPr>
              <a:t>书法家</a:t>
            </a:r>
            <a:endParaRPr lang="en-US" altLang="zh-CN" dirty="0" smtClean="0">
              <a:solidFill>
                <a:srgbClr val="2D1410"/>
              </a:solidFill>
            </a:endParaRPr>
          </a:p>
          <a:p>
            <a:pPr algn="r"/>
            <a:r>
              <a:rPr lang="zh-CN" altLang="en-US" dirty="0" smtClean="0">
                <a:solidFill>
                  <a:srgbClr val="2D1410"/>
                </a:solidFill>
              </a:rPr>
              <a:t>创新</a:t>
            </a:r>
            <a:r>
              <a:rPr lang="zh-CN" altLang="en-US" dirty="0">
                <a:solidFill>
                  <a:srgbClr val="2D1410"/>
                </a:solidFill>
              </a:rPr>
              <a:t>的画家、造酒试验家</a:t>
            </a:r>
          </a:p>
        </p:txBody>
      </p:sp>
      <p:sp>
        <p:nvSpPr>
          <p:cNvPr id="70" name="矩形 69"/>
          <p:cNvSpPr/>
          <p:nvPr/>
        </p:nvSpPr>
        <p:spPr>
          <a:xfrm rot="3732103">
            <a:off x="4778925" y="438907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D1410"/>
                </a:solidFill>
              </a:rPr>
              <a:t>诗人</a:t>
            </a:r>
          </a:p>
        </p:txBody>
      </p:sp>
      <p:sp>
        <p:nvSpPr>
          <p:cNvPr id="72" name="饼形 71"/>
          <p:cNvSpPr/>
          <p:nvPr/>
        </p:nvSpPr>
        <p:spPr>
          <a:xfrm>
            <a:off x="2411760" y="1201796"/>
            <a:ext cx="4320000" cy="4320000"/>
          </a:xfrm>
          <a:prstGeom prst="pie">
            <a:avLst>
              <a:gd name="adj1" fmla="val 0"/>
              <a:gd name="adj2" fmla="val 2695827"/>
            </a:avLst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034304" y="2821796"/>
            <a:ext cx="1080000" cy="1080000"/>
          </a:xfrm>
          <a:prstGeom prst="ellipse">
            <a:avLst/>
          </a:prstGeom>
          <a:solidFill>
            <a:srgbClr val="ECEBB5"/>
          </a:solidFill>
          <a:ln w="19050">
            <a:solidFill>
              <a:srgbClr val="2D14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rgbClr val="2D1410"/>
                </a:solidFill>
              </a:rPr>
              <a:t>苏轼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48064" y="4875465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dirty="0" smtClean="0">
                <a:solidFill>
                  <a:srgbClr val="2D1410"/>
                </a:solidFill>
              </a:rPr>
              <a:t>这些</a:t>
            </a:r>
            <a:r>
              <a:rPr lang="zh-CN" altLang="en-US" sz="1300" dirty="0">
                <a:solidFill>
                  <a:srgbClr val="2D1410"/>
                </a:solidFill>
              </a:rPr>
              <a:t>都</a:t>
            </a:r>
            <a:r>
              <a:rPr lang="zh-CN" altLang="en-US" sz="3600" dirty="0" smtClean="0">
                <a:solidFill>
                  <a:srgbClr val="2D1410"/>
                </a:solidFill>
              </a:rPr>
              <a:t>不足以</a:t>
            </a:r>
            <a:r>
              <a:rPr lang="zh-CN" altLang="en-US" sz="1300" dirty="0" smtClean="0">
                <a:solidFill>
                  <a:srgbClr val="2D1410"/>
                </a:solidFill>
              </a:rPr>
              <a:t>勾绘出他的全貌</a:t>
            </a:r>
            <a:endParaRPr lang="en-US" altLang="zh-CN" sz="1300" dirty="0" smtClean="0">
              <a:solidFill>
                <a:srgbClr val="2D141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 rot="1850499">
            <a:off x="5182023" y="3960618"/>
            <a:ext cx="187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9D8B67"/>
                </a:solidFill>
              </a:rPr>
              <a:t>更多称呼   </a:t>
            </a:r>
            <a:r>
              <a:rPr lang="en-US" altLang="zh-CN" dirty="0" smtClean="0">
                <a:solidFill>
                  <a:srgbClr val="9D8B67"/>
                </a:solidFill>
              </a:rPr>
              <a:t>……</a:t>
            </a:r>
            <a:endParaRPr lang="zh-CN" altLang="en-US" dirty="0">
              <a:solidFill>
                <a:srgbClr val="9D8B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61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60000" y="337220"/>
            <a:ext cx="4212000" cy="720080"/>
          </a:xfrm>
          <a:prstGeom prst="rect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2D141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5616" y="337220"/>
            <a:ext cx="3185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9D8B67"/>
                </a:solidFill>
              </a:rPr>
              <a:t>苏东坡</a:t>
            </a:r>
            <a:r>
              <a:rPr lang="zh-CN" altLang="en-US" sz="3600" dirty="0" smtClean="0">
                <a:solidFill>
                  <a:srgbClr val="2D1410"/>
                </a:solidFill>
              </a:rPr>
              <a:t>是怎样</a:t>
            </a:r>
            <a:r>
              <a:rPr lang="zh-CN" altLang="en-US" dirty="0" smtClean="0">
                <a:solidFill>
                  <a:srgbClr val="9D8B67"/>
                </a:solidFill>
              </a:rPr>
              <a:t>的一个人</a:t>
            </a:r>
            <a:endParaRPr lang="zh-CN" altLang="en-US" dirty="0">
              <a:solidFill>
                <a:srgbClr val="9D8B67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337220"/>
            <a:ext cx="971600" cy="720080"/>
          </a:xfrm>
          <a:prstGeom prst="rect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dirty="0" smtClean="0"/>
              <a:t>二</a:t>
            </a:r>
            <a:endParaRPr lang="zh-CN" altLang="en-US" sz="2600" dirty="0"/>
          </a:p>
        </p:txBody>
      </p:sp>
      <p:sp>
        <p:nvSpPr>
          <p:cNvPr id="14" name="TextBox 13"/>
          <p:cNvSpPr txBox="1"/>
          <p:nvPr/>
        </p:nvSpPr>
        <p:spPr>
          <a:xfrm flipH="1">
            <a:off x="-27305" y="1561356"/>
            <a:ext cx="13589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rgbClr val="ECEBB5">
                    <a:alpha val="94000"/>
                  </a:srgbClr>
                </a:solidFill>
              </a:rPr>
              <a:t>苏东坡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98786" y="1548582"/>
            <a:ext cx="3181126" cy="3181126"/>
            <a:chOff x="238746" y="1764606"/>
            <a:chExt cx="3181126" cy="3181126"/>
          </a:xfrm>
          <a:solidFill>
            <a:srgbClr val="ECEBB5"/>
          </a:solidFill>
        </p:grpSpPr>
        <p:sp>
          <p:nvSpPr>
            <p:cNvPr id="18" name="TextBox 17"/>
            <p:cNvSpPr txBox="1"/>
            <p:nvPr/>
          </p:nvSpPr>
          <p:spPr>
            <a:xfrm>
              <a:off x="1907704" y="2848208"/>
              <a:ext cx="717748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2D1410"/>
                  </a:solidFill>
                </a:rPr>
                <a:t>诙谐</a:t>
              </a:r>
              <a:endParaRPr lang="zh-CN" altLang="en-US" dirty="0">
                <a:solidFill>
                  <a:srgbClr val="2D1410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38746" y="1764606"/>
              <a:ext cx="3181126" cy="318112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3024" y="2200136"/>
              <a:ext cx="1726768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2D1410"/>
                  </a:solidFill>
                </a:rPr>
                <a:t>多面</a:t>
              </a:r>
              <a:r>
                <a:rPr lang="zh-CN" altLang="en-US" dirty="0" smtClean="0">
                  <a:solidFill>
                    <a:srgbClr val="2D1410"/>
                  </a:solidFill>
                </a:rPr>
                <a:t>性的天才</a:t>
              </a:r>
              <a:endParaRPr lang="zh-CN" altLang="en-US" dirty="0">
                <a:solidFill>
                  <a:srgbClr val="2D141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7908" y="2848208"/>
              <a:ext cx="717748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2D1410"/>
                  </a:solidFill>
                </a:rPr>
                <a:t>深厚</a:t>
              </a:r>
              <a:endParaRPr lang="zh-CN" altLang="en-US" dirty="0">
                <a:solidFill>
                  <a:srgbClr val="2D141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75656" y="2848208"/>
              <a:ext cx="646648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2D1410"/>
                  </a:solidFill>
                </a:rPr>
                <a:t>广博</a:t>
              </a:r>
              <a:endParaRPr lang="zh-CN" altLang="en-US" dirty="0">
                <a:solidFill>
                  <a:srgbClr val="2D141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73024" y="4153644"/>
              <a:ext cx="1726768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2D1410"/>
                  </a:solidFill>
                </a:rPr>
                <a:t>有高度的智力</a:t>
              </a:r>
              <a:endParaRPr lang="zh-CN" altLang="en-US" dirty="0">
                <a:solidFill>
                  <a:srgbClr val="2D141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0000" y="3505572"/>
              <a:ext cx="2915856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2D1410"/>
                  </a:solidFill>
                </a:rPr>
                <a:t>有天真烂漫的赤子之心</a:t>
              </a:r>
              <a:endParaRPr lang="zh-CN" altLang="en-US" dirty="0">
                <a:solidFill>
                  <a:srgbClr val="2D1410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557200" y="2632184"/>
            <a:ext cx="646648" cy="369332"/>
          </a:xfrm>
          <a:prstGeom prst="rect">
            <a:avLst/>
          </a:prstGeom>
          <a:solidFill>
            <a:srgbClr val="ECEBB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2D1410"/>
                </a:solidFill>
              </a:rPr>
              <a:t>诙谐</a:t>
            </a:r>
            <a:endParaRPr lang="zh-CN" altLang="en-US" dirty="0">
              <a:solidFill>
                <a:srgbClr val="2D1410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55896" y="3105360"/>
            <a:ext cx="2880000" cy="0"/>
          </a:xfrm>
          <a:prstGeom prst="line">
            <a:avLst/>
          </a:prstGeom>
          <a:ln w="6350">
            <a:solidFill>
              <a:srgbClr val="9D8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259632" y="2425452"/>
            <a:ext cx="1800200" cy="0"/>
          </a:xfrm>
          <a:prstGeom prst="line">
            <a:avLst/>
          </a:prstGeom>
          <a:ln w="6350">
            <a:solidFill>
              <a:srgbClr val="9D8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259632" y="3793604"/>
            <a:ext cx="1800200" cy="0"/>
          </a:xfrm>
          <a:prstGeom prst="line">
            <a:avLst/>
          </a:prstGeom>
          <a:ln w="6350">
            <a:solidFill>
              <a:srgbClr val="9D8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/>
          <p:cNvSpPr/>
          <p:nvPr/>
        </p:nvSpPr>
        <p:spPr>
          <a:xfrm>
            <a:off x="7164288" y="2209428"/>
            <a:ext cx="1800000" cy="1800000"/>
          </a:xfrm>
          <a:prstGeom prst="ellipse">
            <a:avLst/>
          </a:prstGeom>
          <a:solidFill>
            <a:srgbClr val="2D14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dirty="0">
              <a:solidFill>
                <a:srgbClr val="ECEBB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 descr="C:\Documents and Settings\11084083\桌面\2786001_151105364000_2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ECEBB5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/>
        </p:blipFill>
        <p:spPr bwMode="auto">
          <a:xfrm>
            <a:off x="2195736" y="2236279"/>
            <a:ext cx="6407288" cy="400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直接连接符 42"/>
          <p:cNvCxnSpPr/>
          <p:nvPr/>
        </p:nvCxnSpPr>
        <p:spPr>
          <a:xfrm>
            <a:off x="7380472" y="3105360"/>
            <a:ext cx="1440000" cy="0"/>
          </a:xfrm>
          <a:prstGeom prst="line">
            <a:avLst/>
          </a:prstGeom>
          <a:ln w="6350">
            <a:solidFill>
              <a:srgbClr val="ECEB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/>
          <p:cNvSpPr txBox="1"/>
          <p:nvPr/>
        </p:nvSpPr>
        <p:spPr>
          <a:xfrm>
            <a:off x="7348796" y="2673414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CEBB5"/>
                </a:solidFill>
              </a:rPr>
              <a:t>耶稣的比喻</a:t>
            </a:r>
            <a:endParaRPr lang="zh-CN" altLang="en-US" sz="2000" dirty="0">
              <a:solidFill>
                <a:srgbClr val="ECEBB5"/>
              </a:solidFill>
            </a:endParaRPr>
          </a:p>
        </p:txBody>
      </p:sp>
      <p:sp>
        <p:nvSpPr>
          <p:cNvPr id="2052" name="TextBox 2051"/>
          <p:cNvSpPr txBox="1"/>
          <p:nvPr/>
        </p:nvSpPr>
        <p:spPr>
          <a:xfrm>
            <a:off x="7236296" y="3361556"/>
            <a:ext cx="161967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dirty="0" smtClean="0">
                <a:solidFill>
                  <a:srgbClr val="ECEBB5"/>
                </a:solidFill>
                <a:latin typeface="张海山锐线体简" pitchFamily="2" charset="-122"/>
                <a:ea typeface="张海山锐线体简" pitchFamily="2" charset="-122"/>
              </a:rPr>
              <a:t>蛇的智慧</a:t>
            </a:r>
            <a:endParaRPr lang="zh-CN" altLang="en-US" sz="1300" dirty="0">
              <a:solidFill>
                <a:srgbClr val="ECEBB5"/>
              </a:solidFill>
              <a:latin typeface="张海山锐线体简" pitchFamily="2" charset="-122"/>
              <a:ea typeface="张海山锐线体简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236296" y="3145532"/>
            <a:ext cx="161967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dirty="0" smtClean="0">
                <a:solidFill>
                  <a:srgbClr val="ECEBB5"/>
                </a:solidFill>
                <a:latin typeface="张海山锐线体简" pitchFamily="2" charset="-122"/>
                <a:ea typeface="张海山锐线体简" pitchFamily="2" charset="-122"/>
              </a:rPr>
              <a:t>鸽子的温文</a:t>
            </a:r>
            <a:endParaRPr lang="zh-CN" altLang="en-US" sz="1300" dirty="0">
              <a:solidFill>
                <a:srgbClr val="ECEBB5"/>
              </a:solidFill>
              <a:latin typeface="张海山锐线体简" pitchFamily="2" charset="-122"/>
              <a:ea typeface="张海山锐线体简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425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60000" y="337220"/>
            <a:ext cx="4212000" cy="720080"/>
          </a:xfrm>
          <a:prstGeom prst="rect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2D141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5616" y="337220"/>
            <a:ext cx="3185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9D8B67"/>
                </a:solidFill>
              </a:rPr>
              <a:t>苏东坡</a:t>
            </a:r>
            <a:r>
              <a:rPr lang="zh-CN" altLang="en-US" sz="3600" dirty="0" smtClean="0">
                <a:solidFill>
                  <a:srgbClr val="2D1410"/>
                </a:solidFill>
              </a:rPr>
              <a:t>是怎样</a:t>
            </a:r>
            <a:r>
              <a:rPr lang="zh-CN" altLang="en-US" dirty="0" smtClean="0">
                <a:solidFill>
                  <a:srgbClr val="9D8B67"/>
                </a:solidFill>
              </a:rPr>
              <a:t>的一个人</a:t>
            </a:r>
            <a:endParaRPr lang="zh-CN" altLang="en-US" dirty="0">
              <a:solidFill>
                <a:srgbClr val="9D8B67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337220"/>
            <a:ext cx="971600" cy="720080"/>
          </a:xfrm>
          <a:prstGeom prst="rect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dirty="0" smtClean="0"/>
              <a:t>二</a:t>
            </a:r>
            <a:endParaRPr lang="zh-CN" altLang="en-US" sz="2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890" y="193675"/>
            <a:ext cx="6194425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35696" y="2065412"/>
            <a:ext cx="513033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2D1410"/>
                </a:solidFill>
              </a:rPr>
              <a:t>在中国</a:t>
            </a:r>
            <a:endParaRPr lang="en-US" altLang="zh-CN" dirty="0" smtClean="0">
              <a:solidFill>
                <a:srgbClr val="2D1410"/>
              </a:solidFill>
            </a:endParaRPr>
          </a:p>
          <a:p>
            <a:endParaRPr lang="en-US" altLang="zh-CN" dirty="0">
              <a:solidFill>
                <a:srgbClr val="2D1410"/>
              </a:solidFill>
            </a:endParaRPr>
          </a:p>
          <a:p>
            <a:r>
              <a:rPr lang="zh-CN" altLang="en-US" dirty="0" smtClean="0">
                <a:solidFill>
                  <a:srgbClr val="2D1410"/>
                </a:solidFill>
              </a:rPr>
              <a:t>一提到</a:t>
            </a:r>
            <a:r>
              <a:rPr lang="zh-CN" altLang="en-US" sz="3600" i="1" dirty="0" smtClean="0">
                <a:solidFill>
                  <a:srgbClr val="2D1410"/>
                </a:solidFill>
              </a:rPr>
              <a:t>苏东坡</a:t>
            </a:r>
            <a:r>
              <a:rPr lang="zh-CN" altLang="en-US" dirty="0" smtClean="0">
                <a:solidFill>
                  <a:srgbClr val="2D1410"/>
                </a:solidFill>
              </a:rPr>
              <a:t>，</a:t>
            </a:r>
            <a:endParaRPr lang="en-US" altLang="zh-CN" dirty="0" smtClean="0">
              <a:solidFill>
                <a:srgbClr val="2D1410"/>
              </a:solidFill>
            </a:endParaRPr>
          </a:p>
          <a:p>
            <a:r>
              <a:rPr lang="zh-CN" altLang="en-US" dirty="0" smtClean="0">
                <a:solidFill>
                  <a:srgbClr val="2D1410"/>
                </a:solidFill>
              </a:rPr>
              <a:t>总会引起我们亲切敬佩的   </a:t>
            </a:r>
            <a:r>
              <a:rPr lang="zh-CN" altLang="en-US" sz="6600" dirty="0" smtClean="0">
                <a:solidFill>
                  <a:srgbClr val="2D1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微笑</a:t>
            </a:r>
            <a:r>
              <a:rPr lang="zh-CN" altLang="en-US" sz="6600" dirty="0" smtClean="0">
                <a:solidFill>
                  <a:srgbClr val="2D1410"/>
                </a:solidFill>
              </a:rPr>
              <a:t>！</a:t>
            </a:r>
            <a:endParaRPr lang="zh-CN" altLang="en-US" sz="6600" dirty="0">
              <a:solidFill>
                <a:srgbClr val="2D14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94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60000" y="337220"/>
            <a:ext cx="4212000" cy="720080"/>
          </a:xfrm>
          <a:prstGeom prst="rect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2D141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31640" y="338961"/>
            <a:ext cx="26661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9D8B67"/>
                </a:solidFill>
              </a:rPr>
              <a:t>苏东坡的</a:t>
            </a:r>
            <a:r>
              <a:rPr lang="zh-CN" altLang="en-US" sz="3600" dirty="0" smtClean="0">
                <a:solidFill>
                  <a:srgbClr val="2D1410"/>
                </a:solidFill>
              </a:rPr>
              <a:t>苏</a:t>
            </a:r>
            <a:r>
              <a:rPr lang="zh-CN" altLang="en-US" dirty="0" smtClean="0">
                <a:solidFill>
                  <a:srgbClr val="9D8B67"/>
                </a:solidFill>
              </a:rPr>
              <a:t>式   </a:t>
            </a:r>
            <a:r>
              <a:rPr lang="zh-CN" altLang="en-US" sz="3600" i="1" dirty="0" smtClean="0">
                <a:solidFill>
                  <a:srgbClr val="2D1410"/>
                </a:solidFill>
              </a:rPr>
              <a:t>魔</a:t>
            </a:r>
            <a:r>
              <a:rPr lang="zh-CN" altLang="en-US" i="1" dirty="0" smtClean="0">
                <a:solidFill>
                  <a:srgbClr val="9D8B67"/>
                </a:solidFill>
              </a:rPr>
              <a:t>力</a:t>
            </a:r>
            <a:endParaRPr lang="zh-CN" altLang="en-US" i="1" dirty="0">
              <a:solidFill>
                <a:srgbClr val="9D8B67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337220"/>
            <a:ext cx="971600" cy="720080"/>
          </a:xfrm>
          <a:prstGeom prst="rect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dirty="0" smtClean="0"/>
              <a:t>三</a:t>
            </a:r>
            <a:endParaRPr lang="zh-CN" altLang="en-US" sz="2600" dirty="0"/>
          </a:p>
        </p:txBody>
      </p:sp>
      <p:sp>
        <p:nvSpPr>
          <p:cNvPr id="16" name="TextBox 15"/>
          <p:cNvSpPr txBox="1"/>
          <p:nvPr/>
        </p:nvSpPr>
        <p:spPr>
          <a:xfrm>
            <a:off x="4788024" y="1705372"/>
            <a:ext cx="403244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2D1410"/>
                </a:solidFill>
              </a:rPr>
              <a:t>苏东坡</a:t>
            </a:r>
            <a:endParaRPr lang="en-US" altLang="zh-CN" sz="3600" dirty="0" smtClean="0">
              <a:solidFill>
                <a:srgbClr val="2D1410"/>
              </a:solidFill>
            </a:endParaRPr>
          </a:p>
          <a:p>
            <a:r>
              <a:rPr lang="zh-CN" altLang="en-US" dirty="0" smtClean="0">
                <a:solidFill>
                  <a:srgbClr val="2D1410"/>
                </a:solidFill>
              </a:rPr>
              <a:t>自有其迷人魔力</a:t>
            </a:r>
            <a:endParaRPr lang="en-US" altLang="zh-CN" dirty="0">
              <a:solidFill>
                <a:srgbClr val="2D1410"/>
              </a:solidFill>
            </a:endParaRPr>
          </a:p>
          <a:p>
            <a:endParaRPr lang="en-US" altLang="zh-CN" dirty="0" smtClean="0">
              <a:solidFill>
                <a:srgbClr val="9D8B67"/>
              </a:solidFill>
            </a:endParaRPr>
          </a:p>
          <a:p>
            <a:r>
              <a:rPr lang="zh-CN" altLang="en-US" dirty="0" smtClean="0">
                <a:solidFill>
                  <a:srgbClr val="9D8B67"/>
                </a:solidFill>
              </a:rPr>
              <a:t>就如</a:t>
            </a:r>
            <a:endParaRPr lang="en-US" altLang="zh-CN" dirty="0" smtClean="0">
              <a:solidFill>
                <a:srgbClr val="9D8B67"/>
              </a:solidFill>
            </a:endParaRPr>
          </a:p>
          <a:p>
            <a:r>
              <a:rPr lang="zh-CN" altLang="en-US" dirty="0" smtClean="0">
                <a:solidFill>
                  <a:srgbClr val="2D1410"/>
                </a:solidFill>
              </a:rPr>
              <a:t>魔力之</a:t>
            </a:r>
            <a:r>
              <a:rPr lang="zh-CN" altLang="en-US" dirty="0">
                <a:solidFill>
                  <a:srgbClr val="2D1410"/>
                </a:solidFill>
              </a:rPr>
              <a:t>在女人</a:t>
            </a:r>
            <a:endParaRPr lang="en-US" altLang="zh-CN" dirty="0" smtClean="0">
              <a:solidFill>
                <a:srgbClr val="2D1410"/>
              </a:solidFill>
            </a:endParaRPr>
          </a:p>
          <a:p>
            <a:r>
              <a:rPr lang="zh-CN" altLang="en-US" dirty="0" smtClean="0">
                <a:solidFill>
                  <a:srgbClr val="2D1410"/>
                </a:solidFill>
              </a:rPr>
              <a:t>美丽芬芳之在花朵</a:t>
            </a:r>
            <a:endParaRPr lang="en-US" altLang="zh-CN" dirty="0" smtClean="0">
              <a:solidFill>
                <a:srgbClr val="2D1410"/>
              </a:solidFill>
            </a:endParaRPr>
          </a:p>
          <a:p>
            <a:endParaRPr lang="en-US" altLang="zh-CN" dirty="0" smtClean="0">
              <a:solidFill>
                <a:srgbClr val="2D1410"/>
              </a:solidFill>
            </a:endParaRPr>
          </a:p>
          <a:p>
            <a:r>
              <a:rPr lang="zh-CN" altLang="en-US" dirty="0" smtClean="0">
                <a:solidFill>
                  <a:srgbClr val="2D1410"/>
                </a:solidFill>
              </a:rPr>
              <a:t>是</a:t>
            </a:r>
            <a:r>
              <a:rPr lang="zh-CN" altLang="en-US" sz="2600" dirty="0" smtClean="0">
                <a:solidFill>
                  <a:srgbClr val="2D1410"/>
                </a:solidFill>
              </a:rPr>
              <a:t>易于感觉</a:t>
            </a:r>
            <a:r>
              <a:rPr lang="zh-CN" altLang="en-US" dirty="0" smtClean="0">
                <a:solidFill>
                  <a:srgbClr val="2D1410"/>
                </a:solidFill>
              </a:rPr>
              <a:t>而难于说明的！</a:t>
            </a:r>
            <a:endParaRPr lang="zh-CN" altLang="en-US" dirty="0">
              <a:solidFill>
                <a:srgbClr val="2D1410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8225668" y="1849468"/>
            <a:ext cx="0" cy="720000"/>
          </a:xfrm>
          <a:prstGeom prst="line">
            <a:avLst/>
          </a:prstGeom>
          <a:ln w="6350">
            <a:solidFill>
              <a:srgbClr val="2D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225668" y="3649588"/>
            <a:ext cx="0" cy="720000"/>
          </a:xfrm>
          <a:prstGeom prst="line">
            <a:avLst/>
          </a:prstGeom>
          <a:ln w="6350">
            <a:solidFill>
              <a:srgbClr val="2D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990905" y="2654250"/>
            <a:ext cx="469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2D1410"/>
                </a:solidFill>
              </a:rPr>
              <a:t>林语堂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6" y="1345332"/>
            <a:ext cx="408514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3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60000" y="337220"/>
            <a:ext cx="4212000" cy="720080"/>
          </a:xfrm>
          <a:prstGeom prst="rect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2D141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7624" y="410969"/>
            <a:ext cx="30828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 smtClean="0">
                <a:solidFill>
                  <a:srgbClr val="2D1410"/>
                </a:solidFill>
              </a:rPr>
              <a:t>林语堂  </a:t>
            </a:r>
            <a:r>
              <a:rPr lang="zh-CN" altLang="en-US" dirty="0" smtClean="0">
                <a:solidFill>
                  <a:srgbClr val="9D8B67"/>
                </a:solidFill>
              </a:rPr>
              <a:t>与  </a:t>
            </a:r>
            <a:r>
              <a:rPr lang="zh-CN" altLang="en-US" sz="3600" i="1" dirty="0" smtClean="0">
                <a:solidFill>
                  <a:srgbClr val="2D1410"/>
                </a:solidFill>
              </a:rPr>
              <a:t>苏东坡</a:t>
            </a:r>
            <a:endParaRPr lang="zh-CN" altLang="en-US" sz="3600" i="1" dirty="0">
              <a:solidFill>
                <a:srgbClr val="2D141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337220"/>
            <a:ext cx="971600" cy="720080"/>
          </a:xfrm>
          <a:prstGeom prst="rect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dirty="0" smtClean="0"/>
              <a:t>四</a:t>
            </a:r>
            <a:endParaRPr lang="zh-CN" altLang="en-US" sz="2600" dirty="0"/>
          </a:p>
        </p:txBody>
      </p:sp>
      <p:sp>
        <p:nvSpPr>
          <p:cNvPr id="3" name="矩形 2"/>
          <p:cNvSpPr/>
          <p:nvPr/>
        </p:nvSpPr>
        <p:spPr>
          <a:xfrm>
            <a:off x="976164" y="1345332"/>
            <a:ext cx="719623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D1410"/>
                </a:solidFill>
              </a:rPr>
              <a:t> </a:t>
            </a:r>
            <a:r>
              <a:rPr lang="en-US" altLang="zh-CN" dirty="0" smtClean="0">
                <a:solidFill>
                  <a:srgbClr val="2D1410"/>
                </a:solidFill>
              </a:rPr>
              <a:t>      </a:t>
            </a:r>
            <a:r>
              <a:rPr lang="zh-CN" altLang="en-US" dirty="0" smtClean="0">
                <a:solidFill>
                  <a:srgbClr val="2D1410"/>
                </a:solidFill>
              </a:rPr>
              <a:t>知道</a:t>
            </a:r>
            <a:r>
              <a:rPr lang="zh-CN" altLang="en-US" dirty="0">
                <a:solidFill>
                  <a:srgbClr val="2D1410"/>
                </a:solidFill>
              </a:rPr>
              <a:t>一个人，或不知道一个人，于他是否为同代人，没有关系。主要的倒是对他是否有同情的了解。归根结底，我们只能知道自己真正了解的人，我们只能了解我们真正喜欢的人。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576" y="1345332"/>
            <a:ext cx="64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2D1410"/>
                </a:solidFill>
              </a:rPr>
              <a:t>“</a:t>
            </a:r>
            <a:endParaRPr lang="zh-CN" altLang="en-US" sz="3600" dirty="0">
              <a:solidFill>
                <a:srgbClr val="2D141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0152" y="2137420"/>
            <a:ext cx="64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2D1410"/>
                </a:solidFill>
              </a:rPr>
              <a:t>”</a:t>
            </a:r>
            <a:endParaRPr lang="zh-CN" altLang="en-US" sz="3600" dirty="0">
              <a:solidFill>
                <a:srgbClr val="2D1410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115616" y="3433564"/>
            <a:ext cx="2736304" cy="1794101"/>
            <a:chOff x="1151620" y="3433564"/>
            <a:chExt cx="2736304" cy="1794101"/>
          </a:xfrm>
        </p:grpSpPr>
        <p:sp>
          <p:nvSpPr>
            <p:cNvPr id="5" name="椭圆 4"/>
            <p:cNvSpPr/>
            <p:nvPr/>
          </p:nvSpPr>
          <p:spPr>
            <a:xfrm>
              <a:off x="1151620" y="3433564"/>
              <a:ext cx="1764196" cy="1764196"/>
            </a:xfrm>
            <a:prstGeom prst="ellipse">
              <a:avLst/>
            </a:prstGeom>
            <a:solidFill>
              <a:srgbClr val="ECEB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123728" y="3463469"/>
              <a:ext cx="1764196" cy="1764196"/>
            </a:xfrm>
            <a:prstGeom prst="ellipse">
              <a:avLst/>
            </a:prstGeom>
            <a:solidFill>
              <a:srgbClr val="9D8B67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915816" y="4009628"/>
              <a:ext cx="7200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>
                  <a:solidFill>
                    <a:srgbClr val="ECEBB5"/>
                  </a:solidFill>
                </a:rPr>
                <a:t>古代大师</a:t>
              </a:r>
              <a:endParaRPr lang="zh-CN" altLang="en-US" sz="1600" dirty="0">
                <a:solidFill>
                  <a:srgbClr val="ECEBB5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88911" y="4009628"/>
              <a:ext cx="7628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>
                  <a:solidFill>
                    <a:srgbClr val="9D8B67"/>
                  </a:solidFill>
                </a:rPr>
                <a:t>现代大师</a:t>
              </a:r>
              <a:endParaRPr lang="zh-CN" altLang="en-US" sz="1600" dirty="0">
                <a:solidFill>
                  <a:srgbClr val="9D8B67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10473" y="3673395"/>
              <a:ext cx="3893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rgbClr val="2D1410"/>
                  </a:solidFill>
                </a:rPr>
                <a:t>惺惺相惜</a:t>
              </a:r>
              <a:endParaRPr lang="zh-CN" altLang="en-US" dirty="0">
                <a:solidFill>
                  <a:srgbClr val="2D1410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220072" y="3433564"/>
            <a:ext cx="3049372" cy="1735200"/>
            <a:chOff x="5148064" y="3433564"/>
            <a:chExt cx="3528392" cy="1734292"/>
          </a:xfrm>
        </p:grpSpPr>
        <p:pic>
          <p:nvPicPr>
            <p:cNvPr id="2050" name="Picture 2" descr="C:\Documents and Settings\11084083\桌面\79f0f736afc37931919feec2eac4b74542a91161.jpg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ECEBB5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encilSketch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8064" y="3505572"/>
              <a:ext cx="3396384" cy="1584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圆角矩形 13"/>
            <p:cNvSpPr/>
            <p:nvPr/>
          </p:nvSpPr>
          <p:spPr>
            <a:xfrm>
              <a:off x="5148064" y="3433564"/>
              <a:ext cx="3528392" cy="1734292"/>
            </a:xfrm>
            <a:prstGeom prst="roundRect">
              <a:avLst/>
            </a:prstGeom>
            <a:solidFill>
              <a:srgbClr val="9D8B67">
                <a:alpha val="8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700" dirty="0" smtClean="0">
                  <a:solidFill>
                    <a:srgbClr val="2D1410"/>
                  </a:solidFill>
                  <a:latin typeface="Arial" pitchFamily="34" charset="0"/>
                  <a:cs typeface="Arial" pitchFamily="34" charset="0"/>
                </a:rPr>
                <a:t>Lin </a:t>
              </a:r>
              <a:r>
                <a:rPr lang="en-US" altLang="zh-CN" sz="1700" dirty="0" err="1" smtClean="0">
                  <a:solidFill>
                    <a:srgbClr val="2D1410"/>
                  </a:solidFill>
                  <a:latin typeface="Arial" pitchFamily="34" charset="0"/>
                  <a:cs typeface="Arial" pitchFamily="34" charset="0"/>
                </a:rPr>
                <a:t>yutang</a:t>
              </a:r>
              <a:endParaRPr lang="en-US" altLang="zh-CN" sz="1700" dirty="0" smtClean="0">
                <a:solidFill>
                  <a:srgbClr val="2D1410"/>
                </a:solidFill>
                <a:latin typeface="Arial" pitchFamily="34" charset="0"/>
                <a:cs typeface="Arial" pitchFamily="34" charset="0"/>
              </a:endParaRPr>
            </a:p>
            <a:p>
              <a:pPr algn="ctr"/>
              <a:endParaRPr lang="en-US" altLang="zh-CN" sz="800" dirty="0" smtClean="0">
                <a:solidFill>
                  <a:srgbClr val="2D1410"/>
                </a:solidFill>
                <a:latin typeface="Arial" pitchFamily="34" charset="0"/>
                <a:cs typeface="Arial" pitchFamily="34" charset="0"/>
              </a:endParaRPr>
            </a:p>
            <a:p>
              <a:pPr algn="ctr"/>
              <a:r>
                <a:rPr lang="zh-CN" altLang="en-US" sz="2600" dirty="0" smtClean="0">
                  <a:solidFill>
                    <a:srgbClr val="2D1410"/>
                  </a:solidFill>
                </a:rPr>
                <a:t>让世界</a:t>
              </a:r>
              <a:endParaRPr lang="en-US" altLang="zh-CN" sz="2600" dirty="0" smtClean="0">
                <a:solidFill>
                  <a:srgbClr val="2D1410"/>
                </a:solidFill>
              </a:endParaRPr>
            </a:p>
            <a:p>
              <a:pPr algn="ctr"/>
              <a:r>
                <a:rPr lang="zh-CN" altLang="en-US" sz="1600" dirty="0" smtClean="0">
                  <a:solidFill>
                    <a:srgbClr val="2D1410"/>
                  </a:solidFill>
                </a:rPr>
                <a:t>了解了中国的</a:t>
              </a:r>
              <a:r>
                <a:rPr lang="zh-CN" altLang="en-US" sz="2000" dirty="0" smtClean="0">
                  <a:solidFill>
                    <a:srgbClr val="ECEBB5"/>
                  </a:solidFill>
                </a:rPr>
                <a:t>苏东坡</a:t>
              </a:r>
              <a:r>
                <a:rPr lang="zh-CN" altLang="en-US" sz="1700" dirty="0" smtClean="0">
                  <a:solidFill>
                    <a:srgbClr val="2D1410"/>
                  </a:solidFill>
                </a:rPr>
                <a:t>！</a:t>
              </a:r>
              <a:endParaRPr lang="zh-CN" altLang="en-US" sz="1700" dirty="0">
                <a:solidFill>
                  <a:srgbClr val="2D1410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971600" y="1345332"/>
            <a:ext cx="0" cy="1440000"/>
          </a:xfrm>
          <a:prstGeom prst="line">
            <a:avLst/>
          </a:prstGeom>
          <a:ln w="6350">
            <a:solidFill>
              <a:srgbClr val="2D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17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2398456"/>
            <a:ext cx="9144000" cy="0"/>
          </a:xfrm>
          <a:prstGeom prst="line">
            <a:avLst/>
          </a:prstGeom>
          <a:ln w="19050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539552" y="1678376"/>
            <a:ext cx="1440000" cy="1440000"/>
          </a:xfrm>
          <a:prstGeom prst="ellipse">
            <a:avLst/>
          </a:prstGeom>
          <a:solidFill>
            <a:srgbClr val="9D8B67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林语堂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为什么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写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苏东坡传</a:t>
            </a:r>
            <a:endParaRPr lang="zh-CN" altLang="en-US" sz="1500" dirty="0">
              <a:solidFill>
                <a:srgbClr val="ECEBB5"/>
              </a:solidFill>
              <a:latin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699952" y="1678376"/>
            <a:ext cx="1440000" cy="1440000"/>
          </a:xfrm>
          <a:prstGeom prst="ellipse">
            <a:avLst/>
          </a:prstGeom>
          <a:solidFill>
            <a:srgbClr val="9D8B67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苏东坡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是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怎样的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一个人</a:t>
            </a:r>
            <a:endParaRPr lang="zh-CN" altLang="en-US" sz="1500" dirty="0">
              <a:solidFill>
                <a:srgbClr val="ECEBB5"/>
              </a:solidFill>
              <a:latin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860032" y="1678376"/>
            <a:ext cx="1440000" cy="1440000"/>
          </a:xfrm>
          <a:prstGeom prst="ellipse">
            <a:avLst/>
          </a:prstGeom>
          <a:solidFill>
            <a:srgbClr val="9D8B67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苏东坡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的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苏式魔力</a:t>
            </a:r>
            <a:endParaRPr lang="zh-CN" altLang="en-US" sz="1500" dirty="0">
              <a:solidFill>
                <a:srgbClr val="ECEBB5"/>
              </a:solidFill>
              <a:latin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020432" y="1678376"/>
            <a:ext cx="1440000" cy="1440000"/>
          </a:xfrm>
          <a:prstGeom prst="ellipse">
            <a:avLst/>
          </a:prstGeom>
          <a:solidFill>
            <a:srgbClr val="9D8B67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林语堂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与</a:t>
            </a:r>
            <a:endParaRPr lang="en-US" altLang="zh-CN" sz="1500" dirty="0" smtClean="0">
              <a:solidFill>
                <a:srgbClr val="ECEBB5"/>
              </a:solidFill>
              <a:latin typeface="+mn-ea"/>
            </a:endParaRPr>
          </a:p>
          <a:p>
            <a:pPr algn="ctr"/>
            <a:r>
              <a:rPr lang="zh-CN" altLang="en-US" sz="1500" dirty="0" smtClean="0">
                <a:solidFill>
                  <a:srgbClr val="ECEBB5"/>
                </a:solidFill>
                <a:latin typeface="+mn-ea"/>
              </a:rPr>
              <a:t>苏东坡</a:t>
            </a:r>
            <a:endParaRPr lang="zh-CN" altLang="en-US" sz="1500" dirty="0">
              <a:solidFill>
                <a:srgbClr val="ECEBB5"/>
              </a:solidFill>
              <a:latin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172400" y="359071"/>
            <a:ext cx="971600" cy="720080"/>
          </a:xfrm>
          <a:prstGeom prst="rect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6552848" y="359071"/>
            <a:ext cx="1619552" cy="720080"/>
          </a:xfrm>
          <a:prstGeom prst="rect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2D141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827504" y="3001516"/>
            <a:ext cx="864096" cy="1584176"/>
          </a:xfrm>
          <a:prstGeom prst="roundRect">
            <a:avLst/>
          </a:prstGeom>
          <a:solidFill>
            <a:srgbClr val="9D8B6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2D1410"/>
                </a:solidFill>
              </a:rPr>
              <a:t>原因有二</a:t>
            </a:r>
            <a:endParaRPr lang="zh-CN" altLang="en-US" dirty="0">
              <a:solidFill>
                <a:srgbClr val="2D1410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987904" y="3028512"/>
            <a:ext cx="864096" cy="1584176"/>
          </a:xfrm>
          <a:prstGeom prst="roundRect">
            <a:avLst/>
          </a:prstGeom>
          <a:solidFill>
            <a:srgbClr val="9D8B6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2D1410"/>
                </a:solidFill>
              </a:rPr>
              <a:t>让人亲切敬佩的微笑</a:t>
            </a:r>
            <a:endParaRPr lang="zh-CN" altLang="en-US" dirty="0">
              <a:solidFill>
                <a:srgbClr val="2D1410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147984" y="3001516"/>
            <a:ext cx="864096" cy="1584176"/>
          </a:xfrm>
          <a:prstGeom prst="roundRect">
            <a:avLst/>
          </a:prstGeom>
          <a:solidFill>
            <a:srgbClr val="9D8B6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2D1410"/>
                </a:solidFill>
              </a:rPr>
              <a:t>需要用心体味</a:t>
            </a:r>
            <a:endParaRPr lang="zh-CN" altLang="en-US" dirty="0">
              <a:solidFill>
                <a:srgbClr val="2D141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308304" y="3001516"/>
            <a:ext cx="864096" cy="1584176"/>
          </a:xfrm>
          <a:prstGeom prst="roundRect">
            <a:avLst/>
          </a:prstGeom>
          <a:solidFill>
            <a:srgbClr val="9D8B6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2D1410"/>
                </a:solidFill>
              </a:rPr>
              <a:t>应该是同类人</a:t>
            </a:r>
            <a:endParaRPr lang="zh-CN" altLang="en-US" dirty="0">
              <a:solidFill>
                <a:srgbClr val="2D141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481644" y="433992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 smtClean="0">
                <a:solidFill>
                  <a:srgbClr val="2D1410"/>
                </a:solidFill>
              </a:rPr>
              <a:t>结</a:t>
            </a:r>
            <a:r>
              <a:rPr lang="zh-CN" altLang="en-US" sz="3600" dirty="0" smtClean="0">
                <a:solidFill>
                  <a:srgbClr val="ECEBB5"/>
                </a:solidFill>
              </a:rPr>
              <a:t>  语</a:t>
            </a:r>
            <a:endParaRPr lang="zh-CN" altLang="en-US" sz="3600" dirty="0">
              <a:solidFill>
                <a:srgbClr val="ECEB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05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51720" y="1489348"/>
            <a:ext cx="4572000" cy="3805200"/>
            <a:chOff x="288032" y="1489348"/>
            <a:chExt cx="4572000" cy="3805200"/>
          </a:xfrm>
        </p:grpSpPr>
        <p:grpSp>
          <p:nvGrpSpPr>
            <p:cNvPr id="5" name="组合 4"/>
            <p:cNvGrpSpPr/>
            <p:nvPr/>
          </p:nvGrpSpPr>
          <p:grpSpPr>
            <a:xfrm>
              <a:off x="288032" y="1489348"/>
              <a:ext cx="4572000" cy="3805200"/>
              <a:chOff x="2045576" y="1489348"/>
              <a:chExt cx="4572000" cy="3805200"/>
            </a:xfrm>
          </p:grpSpPr>
          <p:pic>
            <p:nvPicPr>
              <p:cNvPr id="7" name="Picture 3" descr="C:\Documents and Settings\11084083\桌面\未标题-1.jpg"/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D8B67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9792" y="1489348"/>
                <a:ext cx="3749919" cy="3805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/>
              <p:cNvSpPr txBox="1"/>
              <p:nvPr/>
            </p:nvSpPr>
            <p:spPr>
              <a:xfrm rot="1140000">
                <a:off x="2819094" y="3909096"/>
                <a:ext cx="1254838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700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豁达</a:t>
                </a:r>
                <a:endParaRPr lang="en-US" altLang="zh-CN" sz="1700" dirty="0" smtClean="0">
                  <a:solidFill>
                    <a:srgbClr val="2D1410"/>
                  </a:solidFill>
                  <a:latin typeface="+mj-ea"/>
                  <a:ea typeface="+mj-ea"/>
                </a:endParaRPr>
              </a:p>
              <a:p>
                <a:r>
                  <a:rPr lang="zh-CN" altLang="en-US" sz="1700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天成</a:t>
                </a:r>
                <a:endParaRPr lang="en-US" altLang="zh-CN" sz="1700" dirty="0" smtClean="0">
                  <a:solidFill>
                    <a:srgbClr val="2D141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 rot="1124014">
                <a:off x="3988960" y="1838036"/>
                <a:ext cx="2409109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700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作品给人  带来快乐</a:t>
                </a:r>
                <a:endParaRPr lang="zh-CN" altLang="en-US" sz="1700" dirty="0">
                  <a:solidFill>
                    <a:srgbClr val="2D141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 rot="-60000">
                <a:off x="5657700" y="2564346"/>
                <a:ext cx="7920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2D1410"/>
                    </a:solidFill>
                    <a:latin typeface="+mj-ea"/>
                    <a:ea typeface="+mj-ea"/>
                  </a:rPr>
                  <a:t>坚持己见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 rot="1140000">
                <a:off x="2201732" y="2689076"/>
                <a:ext cx="3113913" cy="1000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700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人格上</a:t>
                </a:r>
                <a:endParaRPr lang="en-US" altLang="zh-CN" sz="1700" dirty="0" smtClean="0">
                  <a:solidFill>
                    <a:srgbClr val="2D1410"/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lang="zh-CN" altLang="en-US" sz="1700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的</a:t>
                </a:r>
                <a:endParaRPr lang="en-US" altLang="zh-CN" sz="1700" dirty="0" smtClean="0">
                  <a:solidFill>
                    <a:srgbClr val="2D1410"/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lang="zh-CN" altLang="en-US" sz="1700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刚正不阿</a:t>
                </a:r>
                <a:endParaRPr lang="en-US" altLang="zh-CN" sz="1700" dirty="0" smtClean="0">
                  <a:solidFill>
                    <a:srgbClr val="2D1410"/>
                  </a:solidFill>
                  <a:latin typeface="+mj-ea"/>
                  <a:ea typeface="+mj-ea"/>
                </a:endParaRPr>
              </a:p>
              <a:p>
                <a:endParaRPr lang="en-US" altLang="zh-CN" sz="800" dirty="0" smtClean="0">
                  <a:solidFill>
                    <a:srgbClr val="2D141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 rot="21540000">
                <a:off x="5657441" y="3727306"/>
                <a:ext cx="65970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700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平易近人</a:t>
                </a:r>
                <a:endParaRPr lang="zh-CN" altLang="en-US" sz="1700" dirty="0">
                  <a:solidFill>
                    <a:srgbClr val="2D141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 rot="1020000">
                <a:off x="3864903" y="4155820"/>
                <a:ext cx="623889" cy="6155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700" dirty="0">
                    <a:solidFill>
                      <a:srgbClr val="2D1410"/>
                    </a:solidFill>
                    <a:latin typeface="+mj-ea"/>
                    <a:ea typeface="+mj-ea"/>
                  </a:rPr>
                  <a:t>宠</a:t>
                </a:r>
                <a:r>
                  <a:rPr lang="zh-CN" altLang="en-US" sz="1700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辱</a:t>
                </a:r>
                <a:endParaRPr lang="en-US" altLang="zh-CN" sz="1700" dirty="0" smtClean="0">
                  <a:solidFill>
                    <a:srgbClr val="2D1410"/>
                  </a:solidFill>
                  <a:latin typeface="+mj-ea"/>
                  <a:ea typeface="+mj-ea"/>
                </a:endParaRPr>
              </a:p>
              <a:p>
                <a:r>
                  <a:rPr lang="zh-CN" altLang="en-US" sz="1700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不</a:t>
                </a:r>
                <a:r>
                  <a:rPr lang="zh-CN" altLang="en-US" sz="1700" dirty="0">
                    <a:solidFill>
                      <a:srgbClr val="2D1410"/>
                    </a:solidFill>
                    <a:latin typeface="+mj-ea"/>
                    <a:ea typeface="+mj-ea"/>
                  </a:rPr>
                  <a:t>惊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 rot="1140000">
                <a:off x="2045576" y="2048461"/>
                <a:ext cx="4572000" cy="58477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2D1410"/>
                    </a:solidFill>
                    <a:latin typeface="+mj-ea"/>
                  </a:rPr>
                  <a:t>诗文书画艺术上的</a:t>
                </a:r>
                <a:endParaRPr lang="en-US" altLang="zh-CN" sz="1600" dirty="0">
                  <a:solidFill>
                    <a:srgbClr val="2D1410"/>
                  </a:solidFill>
                  <a:latin typeface="+mj-ea"/>
                </a:endParaRPr>
              </a:p>
              <a:p>
                <a:pPr algn="ctr"/>
                <a:r>
                  <a:rPr lang="zh-CN" altLang="en-US" sz="1600" dirty="0">
                    <a:solidFill>
                      <a:srgbClr val="2D1410"/>
                    </a:solidFill>
                    <a:latin typeface="+mj-ea"/>
                  </a:rPr>
                  <a:t>卓绝之美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 rot="-60000">
                <a:off x="4782444" y="2894374"/>
                <a:ext cx="7920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2D1410"/>
                    </a:solidFill>
                    <a:latin typeface="+mj-ea"/>
                    <a:ea typeface="+mj-ea"/>
                  </a:rPr>
                  <a:t>无所畏惧</a:t>
                </a:r>
                <a:endParaRPr lang="zh-CN" altLang="en-US" dirty="0">
                  <a:solidFill>
                    <a:srgbClr val="2D1410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 rot="21540000">
              <a:off x="3060395" y="4088499"/>
              <a:ext cx="7920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rgbClr val="2D1410"/>
                  </a:solidFill>
                  <a:latin typeface="+mj-ea"/>
                  <a:ea typeface="+mj-ea"/>
                </a:rPr>
                <a:t>浩然正气</a:t>
              </a:r>
              <a:endParaRPr lang="zh-CN" altLang="en-US" dirty="0">
                <a:solidFill>
                  <a:srgbClr val="2D141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399793" y="366701"/>
            <a:ext cx="3672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/>
              <a:t>苏东坡魔方矢量图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8980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4716016" y="1777620"/>
            <a:ext cx="2160000" cy="2160000"/>
          </a:xfrm>
          <a:prstGeom prst="ellipse">
            <a:avLst/>
          </a:prstGeom>
          <a:solidFill>
            <a:srgbClr val="ECEB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b="1" dirty="0" smtClean="0">
                <a:solidFill>
                  <a:srgbClr val="2D1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谢谢</a:t>
            </a:r>
            <a:endParaRPr lang="zh-CN" altLang="en-US" sz="2100" b="1" dirty="0">
              <a:solidFill>
                <a:srgbClr val="2D141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979712" y="1417340"/>
            <a:ext cx="2880000" cy="2880000"/>
          </a:xfrm>
          <a:prstGeom prst="ellipse">
            <a:avLst/>
          </a:prstGeom>
          <a:solidFill>
            <a:srgbClr val="9D8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691680" y="2925152"/>
            <a:ext cx="17281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300" dirty="0" smtClean="0">
                <a:solidFill>
                  <a:srgbClr val="ECEBB5"/>
                </a:solidFill>
                <a:latin typeface="微软雅黑" pitchFamily="34" charset="-122"/>
                <a:ea typeface="微软雅黑" pitchFamily="34" charset="-122"/>
              </a:rPr>
              <a:t>思想的欢乐</a:t>
            </a:r>
            <a:endParaRPr lang="zh-CN" altLang="en-US" sz="1300" dirty="0">
              <a:solidFill>
                <a:srgbClr val="ECEBB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9952" y="2925152"/>
            <a:ext cx="14400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 smtClean="0">
                <a:solidFill>
                  <a:srgbClr val="2D1410"/>
                </a:solidFill>
                <a:latin typeface="微软雅黑" pitchFamily="34" charset="-122"/>
                <a:ea typeface="微软雅黑" pitchFamily="34" charset="-122"/>
              </a:rPr>
              <a:t>心灵的喜悦</a:t>
            </a:r>
            <a:endParaRPr lang="zh-CN" altLang="en-US" sz="1300" dirty="0">
              <a:solidFill>
                <a:srgbClr val="2D141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7584" y="2442002"/>
            <a:ext cx="5184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2D1410"/>
                </a:solidFill>
                <a:latin typeface="微软雅黑" pitchFamily="34" charset="-122"/>
                <a:ea typeface="微软雅黑" pitchFamily="34" charset="-122"/>
              </a:rPr>
              <a:t>他们都给我们带来了</a:t>
            </a:r>
            <a:endParaRPr lang="zh-CN" altLang="en-US" sz="2000" b="1" dirty="0">
              <a:solidFill>
                <a:srgbClr val="2D141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138242" y="2879914"/>
            <a:ext cx="2520000" cy="0"/>
          </a:xfrm>
          <a:prstGeom prst="line">
            <a:avLst/>
          </a:prstGeom>
          <a:ln w="6350">
            <a:solidFill>
              <a:srgbClr val="ECEB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436096" y="3001516"/>
            <a:ext cx="1250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err="1" smtClean="0">
                <a:solidFill>
                  <a:srgbClr val="2D1410"/>
                </a:solidFill>
                <a:latin typeface="Bell MT" pitchFamily="18" charset="0"/>
                <a:ea typeface="BatangChe" pitchFamily="49" charset="-127"/>
                <a:cs typeface="Arial" pitchFamily="34" charset="0"/>
              </a:rPr>
              <a:t>PPTer@Sui</a:t>
            </a:r>
            <a:r>
              <a:rPr lang="en-US" altLang="zh-CN" sz="1400" dirty="0" smtClean="0">
                <a:solidFill>
                  <a:srgbClr val="2D1410"/>
                </a:solidFill>
                <a:latin typeface="Bell MT" pitchFamily="18" charset="0"/>
                <a:ea typeface="BatangChe" pitchFamily="49" charset="-127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rgbClr val="2D1410"/>
                </a:solidFill>
                <a:latin typeface="Bell MT" pitchFamily="18" charset="0"/>
                <a:ea typeface="BatangChe" pitchFamily="49" charset="-127"/>
                <a:cs typeface="Arial" pitchFamily="34" charset="0"/>
              </a:rPr>
              <a:t>yi</a:t>
            </a:r>
            <a:endParaRPr lang="zh-CN" altLang="en-US" sz="1400" dirty="0">
              <a:solidFill>
                <a:srgbClr val="2D1410"/>
              </a:solidFill>
              <a:latin typeface="Bell MT" pitchFamily="18" charset="0"/>
              <a:ea typeface="BatangChe" pitchFamily="49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07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00585" y="1220822"/>
            <a:ext cx="5142830" cy="3000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283646" y="2453047"/>
            <a:ext cx="81001" cy="150713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25540" y="2453047"/>
            <a:ext cx="81001" cy="150713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821551" y="2453047"/>
            <a:ext cx="81001" cy="150713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0978" y="3233026"/>
            <a:ext cx="5142830" cy="126861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012"/>
              </a:spcBef>
            </a:pP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012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12"/>
              </a:spcBef>
            </a:pP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012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75"/>
              </a:spcBef>
            </a:pP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675"/>
              </a:spcBef>
            </a:pP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675"/>
              </a:spcBef>
            </a:pP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12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182481" y="3465006"/>
            <a:ext cx="47790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60978" y="2067745"/>
            <a:ext cx="1093510" cy="760584"/>
            <a:chOff x="107380" y="2024805"/>
            <a:chExt cx="1944270" cy="1352325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2" y="2382197"/>
              <a:ext cx="1728238" cy="9949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012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012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012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1" cy="4410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339805" y="2067746"/>
            <a:ext cx="1093510" cy="916330"/>
            <a:chOff x="107380" y="2024805"/>
            <a:chExt cx="1944270" cy="162924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2" y="2382195"/>
              <a:ext cx="1728238" cy="12718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012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012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1" cy="4410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97688" y="2067745"/>
            <a:ext cx="1093510" cy="760584"/>
            <a:chOff x="107380" y="2024805"/>
            <a:chExt cx="1944270" cy="1352325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2" y="2382197"/>
              <a:ext cx="1728238" cy="9949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012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1" cy="4410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862049" y="2067745"/>
            <a:ext cx="1093510" cy="760584"/>
            <a:chOff x="107380" y="2024805"/>
            <a:chExt cx="1944270" cy="1352325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2" y="2382197"/>
              <a:ext cx="1728238" cy="9949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1" cy="4410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12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2527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02825" y="3221995"/>
            <a:ext cx="5156894" cy="919541"/>
            <a:chOff x="0" y="3359571"/>
            <a:chExt cx="9169004" cy="1634953"/>
          </a:xfrm>
        </p:grpSpPr>
        <p:sp>
          <p:nvSpPr>
            <p:cNvPr id="5" name="矩形 4"/>
            <p:cNvSpPr/>
            <p:nvPr/>
          </p:nvSpPr>
          <p:spPr>
            <a:xfrm>
              <a:off x="1245140" y="3973768"/>
              <a:ext cx="4572001" cy="59488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51736">
                <a:defRPr/>
              </a:pPr>
              <a:r>
                <a:rPr lang="en-US" altLang="zh-CN" sz="787" kern="0" dirty="0">
                  <a:solidFill>
                    <a:prstClr val="black"/>
                  </a:solidFill>
                </a:rPr>
                <a:t/>
              </a:r>
              <a:br>
                <a:rPr lang="en-US" altLang="zh-CN" sz="787" kern="0" dirty="0">
                  <a:solidFill>
                    <a:prstClr val="black"/>
                  </a:solidFill>
                </a:rPr>
              </a:br>
              <a:endParaRPr lang="en-US" altLang="zh-CN" sz="787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38569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60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38569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592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625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8569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687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3374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640216" cy="978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8569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35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35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532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35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35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35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35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38569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44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8569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9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8569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9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8569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9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2" y="4188246"/>
              <a:ext cx="1787128" cy="487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8569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182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38569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592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8569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92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8569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9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40" cy="811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8569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18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38569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60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8569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60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235495" cy="39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8569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844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769717" y="1440028"/>
            <a:ext cx="3604570" cy="1670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25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25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025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1687"/>
              </a:spcBef>
            </a:pPr>
            <a:r>
              <a:rPr lang="zh-CN" altLang="en-US" sz="2475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475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081</a:t>
            </a:r>
            <a:r>
              <a:rPr lang="zh-CN" altLang="en-US" sz="2475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475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1687"/>
              </a:spcBef>
            </a:pPr>
            <a:r>
              <a:rPr lang="zh-CN" altLang="en-US" sz="1575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575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575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575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5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35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96040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华康">
      <a:majorFont>
        <a:latin typeface="Stencil"/>
        <a:ea typeface="华康俪金黑W8"/>
        <a:cs typeface=""/>
      </a:majorFont>
      <a:minorFont>
        <a:latin typeface="Stencil"/>
        <a:ea typeface="华康俪金黑W8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D8B6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565</Words>
  <Application>Microsoft Office PowerPoint</Application>
  <PresentationFormat>全屏显示(16:10)</PresentationFormat>
  <Paragraphs>162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张海山锐线体简</vt:lpstr>
      <vt:lpstr>Calibri</vt:lpstr>
      <vt:lpstr>BatangChe</vt:lpstr>
      <vt:lpstr>Bell MT</vt:lpstr>
      <vt:lpstr>Arial</vt:lpstr>
      <vt:lpstr>方正正中黑简体</vt:lpstr>
      <vt:lpstr>Stencil</vt:lpstr>
      <vt:lpstr>华文仿宋</vt:lpstr>
      <vt:lpstr>宋体</vt:lpstr>
      <vt:lpstr>方正正黑简体</vt:lpstr>
      <vt:lpstr>华康俪金黑W8</vt:lpstr>
      <vt:lpstr>微软雅黑</vt:lpstr>
      <vt:lpstr>Office 主题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小巴</cp:lastModifiedBy>
  <cp:revision>146</cp:revision>
  <dcterms:modified xsi:type="dcterms:W3CDTF">2014-04-14T16:10:43Z</dcterms:modified>
</cp:coreProperties>
</file>