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  <p:sldMasterId id="2147483672" r:id="rId3"/>
  </p:sldMasterIdLst>
  <p:notesMasterIdLst>
    <p:notesMasterId r:id="rId22"/>
  </p:notesMasterIdLst>
  <p:sldIdLst>
    <p:sldId id="256" r:id="rId4"/>
    <p:sldId id="257" r:id="rId5"/>
    <p:sldId id="272" r:id="rId6"/>
    <p:sldId id="260" r:id="rId7"/>
    <p:sldId id="263" r:id="rId8"/>
    <p:sldId id="261" r:id="rId9"/>
    <p:sldId id="264" r:id="rId10"/>
    <p:sldId id="262" r:id="rId11"/>
    <p:sldId id="268" r:id="rId12"/>
    <p:sldId id="266" r:id="rId13"/>
    <p:sldId id="267" r:id="rId14"/>
    <p:sldId id="265" r:id="rId15"/>
    <p:sldId id="269" r:id="rId16"/>
    <p:sldId id="270" r:id="rId17"/>
    <p:sldId id="273" r:id="rId18"/>
    <p:sldId id="275" r:id="rId19"/>
    <p:sldId id="276" r:id="rId20"/>
    <p:sldId id="277" r:id="rId21"/>
  </p:sldIdLst>
  <p:sldSz cx="9144000" cy="6858000" type="screen4x3"/>
  <p:notesSz cx="6858000" cy="9144000"/>
  <p:embeddedFontLst>
    <p:embeddedFont>
      <p:font typeface="微软雅黑" panose="020B0503020204020204" pitchFamily="34" charset="-122"/>
      <p:regular r:id="rId23"/>
      <p:bold r:id="rId24"/>
    </p:embeddedFont>
    <p:embeddedFont>
      <p:font typeface="方正正中黑简体" panose="02000000000000000000" pitchFamily="2" charset="-122"/>
      <p:regular r:id="rId25"/>
    </p:embeddedFont>
    <p:embeddedFont>
      <p:font typeface="方正正黑简体" panose="02000000000000000000" pitchFamily="2" charset="-122"/>
      <p:regular r:id="rId26"/>
    </p:embeddedFont>
    <p:embeddedFont>
      <p:font typeface="德彪钢笔行书字库" panose="02010600030101010101" charset="-122"/>
      <p:regular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★懐流体" panose="020B0604020202020204" charset="-128"/>
      <p:regular r:id="rId32"/>
    </p:embeddedFont>
    <p:embeddedFont>
      <p:font typeface="方正综艺简体" panose="02010601030101010101" pitchFamily="2" charset="-122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A909"/>
    <a:srgbClr val="BB0907"/>
    <a:srgbClr val="8E0000"/>
    <a:srgbClr val="E6AF00"/>
    <a:srgbClr val="B8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738" autoAdjust="0"/>
  </p:normalViewPr>
  <p:slideViewPr>
    <p:cSldViewPr>
      <p:cViewPr varScale="1">
        <p:scale>
          <a:sx n="69" d="100"/>
          <a:sy n="69" d="100"/>
        </p:scale>
        <p:origin x="141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9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9B996E-1886-4BA4-839A-B4D7FE009E27}" type="datetimeFigureOut">
              <a:rPr lang="zh-CN" altLang="en-US" smtClean="0"/>
              <a:t>2014/4/24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0F079-5E36-4918-ACC4-1F5FEC5E73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2558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20F079-5E36-4918-ACC4-1F5FEC5E731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153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58B1-A3D9-4CC4-AB89-13080990AE14}" type="datetimeFigureOut">
              <a:rPr lang="zh-CN" altLang="en-US" smtClean="0"/>
              <a:t>2014/4/24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FA06D-9DEB-4ADC-BDF2-D920296090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912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58B1-A3D9-4CC4-AB89-13080990AE14}" type="datetimeFigureOut">
              <a:rPr lang="zh-CN" altLang="en-US" smtClean="0"/>
              <a:t>2014/4/24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FA06D-9DEB-4ADC-BDF2-D920296090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920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58B1-A3D9-4CC4-AB89-13080990AE14}" type="datetimeFigureOut">
              <a:rPr lang="zh-CN" altLang="en-US" smtClean="0"/>
              <a:t>2014/4/24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FA06D-9DEB-4ADC-BDF2-D920296090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9826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58B1-A3D9-4CC4-AB89-13080990AE14}" type="datetimeFigureOut">
              <a:rPr lang="zh-CN" altLang="en-US" smtClean="0"/>
              <a:t>2014/4/24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FA06D-9DEB-4ADC-BDF2-D920296090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9488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58B1-A3D9-4CC4-AB89-13080990AE14}" type="datetimeFigureOut">
              <a:rPr lang="zh-CN" altLang="en-US" smtClean="0"/>
              <a:t>2014/4/24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FA06D-9DEB-4ADC-BDF2-D920296090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024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58B1-A3D9-4CC4-AB89-13080990AE14}" type="datetimeFigureOut">
              <a:rPr lang="zh-CN" altLang="en-US" smtClean="0"/>
              <a:t>2014/4/24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FA06D-9DEB-4ADC-BDF2-D920296090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7777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58B1-A3D9-4CC4-AB89-13080990AE14}" type="datetimeFigureOut">
              <a:rPr lang="zh-CN" altLang="en-US" smtClean="0"/>
              <a:t>2014/4/24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FA06D-9DEB-4ADC-BDF2-D920296090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6140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58B1-A3D9-4CC4-AB89-13080990AE14}" type="datetimeFigureOut">
              <a:rPr lang="zh-CN" altLang="en-US" smtClean="0"/>
              <a:t>2014/4/24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FA06D-9DEB-4ADC-BDF2-D920296090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619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58B1-A3D9-4CC4-AB89-13080990AE14}" type="datetimeFigureOut">
              <a:rPr lang="zh-CN" altLang="en-US" smtClean="0"/>
              <a:t>2014/4/24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FA06D-9DEB-4ADC-BDF2-D920296090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862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58B1-A3D9-4CC4-AB89-13080990AE14}" type="datetimeFigureOut">
              <a:rPr lang="zh-CN" altLang="en-US" smtClean="0"/>
              <a:t>2014/4/24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FA06D-9DEB-4ADC-BDF2-D920296090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443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58B1-A3D9-4CC4-AB89-13080990AE14}" type="datetimeFigureOut">
              <a:rPr lang="zh-CN" altLang="en-US" smtClean="0"/>
              <a:t>2014/4/24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FA06D-9DEB-4ADC-BDF2-D920296090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867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2130431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8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2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4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03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78853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4406903"/>
            <a:ext cx="7772400" cy="1362076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906713"/>
            <a:ext cx="7772400" cy="1500187"/>
          </a:xfrm>
        </p:spPr>
        <p:txBody>
          <a:bodyPr anchor="b"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308571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144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715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28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2857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42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00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571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480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1600205"/>
            <a:ext cx="4038600" cy="4525963"/>
          </a:xfrm>
        </p:spPr>
        <p:txBody>
          <a:bodyPr/>
          <a:lstStyle>
            <a:lvl1pPr>
              <a:defRPr sz="1890"/>
            </a:lvl1pPr>
            <a:lvl2pPr>
              <a:defRPr sz="1620"/>
            </a:lvl2pPr>
            <a:lvl3pPr>
              <a:defRPr sz="1350"/>
            </a:lvl3pPr>
            <a:lvl4pPr>
              <a:defRPr sz="1215"/>
            </a:lvl4pPr>
            <a:lvl5pPr>
              <a:defRPr sz="1215"/>
            </a:lvl5pPr>
            <a:lvl6pPr>
              <a:defRPr sz="1215"/>
            </a:lvl6pPr>
            <a:lvl7pPr>
              <a:defRPr sz="1215"/>
            </a:lvl7pPr>
            <a:lvl8pPr>
              <a:defRPr sz="1215"/>
            </a:lvl8pPr>
            <a:lvl9pPr>
              <a:defRPr sz="121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5"/>
            <a:ext cx="4038600" cy="4525963"/>
          </a:xfrm>
        </p:spPr>
        <p:txBody>
          <a:bodyPr/>
          <a:lstStyle>
            <a:lvl1pPr>
              <a:defRPr sz="1890"/>
            </a:lvl1pPr>
            <a:lvl2pPr>
              <a:defRPr sz="1620"/>
            </a:lvl2pPr>
            <a:lvl3pPr>
              <a:defRPr sz="1350"/>
            </a:lvl3pPr>
            <a:lvl4pPr>
              <a:defRPr sz="1215"/>
            </a:lvl4pPr>
            <a:lvl5pPr>
              <a:defRPr sz="1215"/>
            </a:lvl5pPr>
            <a:lvl6pPr>
              <a:defRPr sz="1215"/>
            </a:lvl6pPr>
            <a:lvl7pPr>
              <a:defRPr sz="1215"/>
            </a:lvl7pPr>
            <a:lvl8pPr>
              <a:defRPr sz="1215"/>
            </a:lvl8pPr>
            <a:lvl9pPr>
              <a:defRPr sz="121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5849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</p:spPr>
        <p:txBody>
          <a:bodyPr anchor="b"/>
          <a:lstStyle>
            <a:lvl1pPr marL="0" indent="0">
              <a:buNone/>
              <a:defRPr sz="1620" b="1"/>
            </a:lvl1pPr>
            <a:lvl2pPr marL="308571" indent="0">
              <a:buNone/>
              <a:defRPr sz="1350" b="1"/>
            </a:lvl2pPr>
            <a:lvl3pPr marL="617144" indent="0">
              <a:buNone/>
              <a:defRPr sz="1215" b="1"/>
            </a:lvl3pPr>
            <a:lvl4pPr marL="925715" indent="0">
              <a:buNone/>
              <a:defRPr sz="1080" b="1"/>
            </a:lvl4pPr>
            <a:lvl5pPr marL="1234286" indent="0">
              <a:buNone/>
              <a:defRPr sz="1080" b="1"/>
            </a:lvl5pPr>
            <a:lvl6pPr marL="1542857" indent="0">
              <a:buNone/>
              <a:defRPr sz="1080" b="1"/>
            </a:lvl6pPr>
            <a:lvl7pPr marL="1851429" indent="0">
              <a:buNone/>
              <a:defRPr sz="1080" b="1"/>
            </a:lvl7pPr>
            <a:lvl8pPr marL="2160000" indent="0">
              <a:buNone/>
              <a:defRPr sz="1080" b="1"/>
            </a:lvl8pPr>
            <a:lvl9pPr marL="2468571" indent="0">
              <a:buNone/>
              <a:defRPr sz="108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620"/>
            </a:lvl1pPr>
            <a:lvl2pPr>
              <a:defRPr sz="1350"/>
            </a:lvl2pPr>
            <a:lvl3pPr>
              <a:defRPr sz="1215"/>
            </a:lvl3pPr>
            <a:lvl4pPr>
              <a:defRPr sz="1080"/>
            </a:lvl4pPr>
            <a:lvl5pPr>
              <a:defRPr sz="1080"/>
            </a:lvl5pPr>
            <a:lvl6pPr>
              <a:defRPr sz="1080"/>
            </a:lvl6pPr>
            <a:lvl7pPr>
              <a:defRPr sz="1080"/>
            </a:lvl7pPr>
            <a:lvl8pPr>
              <a:defRPr sz="1080"/>
            </a:lvl8pPr>
            <a:lvl9pPr>
              <a:defRPr sz="108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535114"/>
            <a:ext cx="4041775" cy="639763"/>
          </a:xfrm>
        </p:spPr>
        <p:txBody>
          <a:bodyPr anchor="b"/>
          <a:lstStyle>
            <a:lvl1pPr marL="0" indent="0">
              <a:buNone/>
              <a:defRPr sz="1620" b="1"/>
            </a:lvl1pPr>
            <a:lvl2pPr marL="308571" indent="0">
              <a:buNone/>
              <a:defRPr sz="1350" b="1"/>
            </a:lvl2pPr>
            <a:lvl3pPr marL="617144" indent="0">
              <a:buNone/>
              <a:defRPr sz="1215" b="1"/>
            </a:lvl3pPr>
            <a:lvl4pPr marL="925715" indent="0">
              <a:buNone/>
              <a:defRPr sz="1080" b="1"/>
            </a:lvl4pPr>
            <a:lvl5pPr marL="1234286" indent="0">
              <a:buNone/>
              <a:defRPr sz="1080" b="1"/>
            </a:lvl5pPr>
            <a:lvl6pPr marL="1542857" indent="0">
              <a:buNone/>
              <a:defRPr sz="1080" b="1"/>
            </a:lvl6pPr>
            <a:lvl7pPr marL="1851429" indent="0">
              <a:buNone/>
              <a:defRPr sz="1080" b="1"/>
            </a:lvl7pPr>
            <a:lvl8pPr marL="2160000" indent="0">
              <a:buNone/>
              <a:defRPr sz="1080" b="1"/>
            </a:lvl8pPr>
            <a:lvl9pPr marL="2468571" indent="0">
              <a:buNone/>
              <a:defRPr sz="108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620"/>
            </a:lvl1pPr>
            <a:lvl2pPr>
              <a:defRPr sz="1350"/>
            </a:lvl2pPr>
            <a:lvl3pPr>
              <a:defRPr sz="1215"/>
            </a:lvl3pPr>
            <a:lvl4pPr>
              <a:defRPr sz="1080"/>
            </a:lvl4pPr>
            <a:lvl5pPr>
              <a:defRPr sz="1080"/>
            </a:lvl5pPr>
            <a:lvl6pPr>
              <a:defRPr sz="1080"/>
            </a:lvl6pPr>
            <a:lvl7pPr>
              <a:defRPr sz="1080"/>
            </a:lvl7pPr>
            <a:lvl8pPr>
              <a:defRPr sz="1080"/>
            </a:lvl8pPr>
            <a:lvl9pPr>
              <a:defRPr sz="108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6137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7471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2416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2"/>
            <a:ext cx="3008313" cy="1162051"/>
          </a:xfrm>
        </p:spPr>
        <p:txBody>
          <a:bodyPr anchor="b"/>
          <a:lstStyle>
            <a:lvl1pPr algn="l">
              <a:defRPr sz="135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2" y="273057"/>
            <a:ext cx="5111750" cy="5853113"/>
          </a:xfrm>
        </p:spPr>
        <p:txBody>
          <a:bodyPr/>
          <a:lstStyle>
            <a:lvl1pPr>
              <a:defRPr sz="2160"/>
            </a:lvl1pPr>
            <a:lvl2pPr>
              <a:defRPr sz="1890"/>
            </a:lvl2pPr>
            <a:lvl3pPr>
              <a:defRPr sz="162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4"/>
            <a:ext cx="3008313" cy="4691063"/>
          </a:xfrm>
        </p:spPr>
        <p:txBody>
          <a:bodyPr/>
          <a:lstStyle>
            <a:lvl1pPr marL="0" indent="0">
              <a:buNone/>
              <a:defRPr sz="945"/>
            </a:lvl1pPr>
            <a:lvl2pPr marL="308571" indent="0">
              <a:buNone/>
              <a:defRPr sz="810"/>
            </a:lvl2pPr>
            <a:lvl3pPr marL="617144" indent="0">
              <a:buNone/>
              <a:defRPr sz="675"/>
            </a:lvl3pPr>
            <a:lvl4pPr marL="925715" indent="0">
              <a:buNone/>
              <a:defRPr sz="608"/>
            </a:lvl4pPr>
            <a:lvl5pPr marL="1234286" indent="0">
              <a:buNone/>
              <a:defRPr sz="608"/>
            </a:lvl5pPr>
            <a:lvl6pPr marL="1542857" indent="0">
              <a:buNone/>
              <a:defRPr sz="608"/>
            </a:lvl6pPr>
            <a:lvl7pPr marL="1851429" indent="0">
              <a:buNone/>
              <a:defRPr sz="608"/>
            </a:lvl7pPr>
            <a:lvl8pPr marL="2160000" indent="0">
              <a:buNone/>
              <a:defRPr sz="608"/>
            </a:lvl8pPr>
            <a:lvl9pPr marL="2468571" indent="0">
              <a:buNone/>
              <a:defRPr sz="608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3353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135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160"/>
            </a:lvl1pPr>
            <a:lvl2pPr marL="308571" indent="0">
              <a:buNone/>
              <a:defRPr sz="1890"/>
            </a:lvl2pPr>
            <a:lvl3pPr marL="617144" indent="0">
              <a:buNone/>
              <a:defRPr sz="1620"/>
            </a:lvl3pPr>
            <a:lvl4pPr marL="925715" indent="0">
              <a:buNone/>
              <a:defRPr sz="1350"/>
            </a:lvl4pPr>
            <a:lvl5pPr marL="1234286" indent="0">
              <a:buNone/>
              <a:defRPr sz="1350"/>
            </a:lvl5pPr>
            <a:lvl6pPr marL="1542857" indent="0">
              <a:buNone/>
              <a:defRPr sz="1350"/>
            </a:lvl6pPr>
            <a:lvl7pPr marL="1851429" indent="0">
              <a:buNone/>
              <a:defRPr sz="1350"/>
            </a:lvl7pPr>
            <a:lvl8pPr marL="2160000" indent="0">
              <a:buNone/>
              <a:defRPr sz="1350"/>
            </a:lvl8pPr>
            <a:lvl9pPr marL="2468571" indent="0">
              <a:buNone/>
              <a:defRPr sz="135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945"/>
            </a:lvl1pPr>
            <a:lvl2pPr marL="308571" indent="0">
              <a:buNone/>
              <a:defRPr sz="810"/>
            </a:lvl2pPr>
            <a:lvl3pPr marL="617144" indent="0">
              <a:buNone/>
              <a:defRPr sz="675"/>
            </a:lvl3pPr>
            <a:lvl4pPr marL="925715" indent="0">
              <a:buNone/>
              <a:defRPr sz="608"/>
            </a:lvl4pPr>
            <a:lvl5pPr marL="1234286" indent="0">
              <a:buNone/>
              <a:defRPr sz="608"/>
            </a:lvl5pPr>
            <a:lvl6pPr marL="1542857" indent="0">
              <a:buNone/>
              <a:defRPr sz="608"/>
            </a:lvl6pPr>
            <a:lvl7pPr marL="1851429" indent="0">
              <a:buNone/>
              <a:defRPr sz="608"/>
            </a:lvl7pPr>
            <a:lvl8pPr marL="2160000" indent="0">
              <a:buNone/>
              <a:defRPr sz="608"/>
            </a:lvl8pPr>
            <a:lvl9pPr marL="2468571" indent="0">
              <a:buNone/>
              <a:defRPr sz="608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10042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0504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4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1" y="274644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07260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2130431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8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2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4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347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980728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" y="0"/>
            <a:ext cx="9144000" cy="62068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5819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4176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4406903"/>
            <a:ext cx="7772400" cy="1362076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906713"/>
            <a:ext cx="7772400" cy="1500187"/>
          </a:xfrm>
        </p:spPr>
        <p:txBody>
          <a:bodyPr anchor="b"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308571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144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715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28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2857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42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00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571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939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1600205"/>
            <a:ext cx="4038600" cy="4525963"/>
          </a:xfrm>
        </p:spPr>
        <p:txBody>
          <a:bodyPr/>
          <a:lstStyle>
            <a:lvl1pPr>
              <a:defRPr sz="1890"/>
            </a:lvl1pPr>
            <a:lvl2pPr>
              <a:defRPr sz="1620"/>
            </a:lvl2pPr>
            <a:lvl3pPr>
              <a:defRPr sz="1350"/>
            </a:lvl3pPr>
            <a:lvl4pPr>
              <a:defRPr sz="1215"/>
            </a:lvl4pPr>
            <a:lvl5pPr>
              <a:defRPr sz="1215"/>
            </a:lvl5pPr>
            <a:lvl6pPr>
              <a:defRPr sz="1215"/>
            </a:lvl6pPr>
            <a:lvl7pPr>
              <a:defRPr sz="1215"/>
            </a:lvl7pPr>
            <a:lvl8pPr>
              <a:defRPr sz="1215"/>
            </a:lvl8pPr>
            <a:lvl9pPr>
              <a:defRPr sz="121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5"/>
            <a:ext cx="4038600" cy="4525963"/>
          </a:xfrm>
        </p:spPr>
        <p:txBody>
          <a:bodyPr/>
          <a:lstStyle>
            <a:lvl1pPr>
              <a:defRPr sz="1890"/>
            </a:lvl1pPr>
            <a:lvl2pPr>
              <a:defRPr sz="1620"/>
            </a:lvl2pPr>
            <a:lvl3pPr>
              <a:defRPr sz="1350"/>
            </a:lvl3pPr>
            <a:lvl4pPr>
              <a:defRPr sz="1215"/>
            </a:lvl4pPr>
            <a:lvl5pPr>
              <a:defRPr sz="1215"/>
            </a:lvl5pPr>
            <a:lvl6pPr>
              <a:defRPr sz="1215"/>
            </a:lvl6pPr>
            <a:lvl7pPr>
              <a:defRPr sz="1215"/>
            </a:lvl7pPr>
            <a:lvl8pPr>
              <a:defRPr sz="1215"/>
            </a:lvl8pPr>
            <a:lvl9pPr>
              <a:defRPr sz="121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1811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</p:spPr>
        <p:txBody>
          <a:bodyPr anchor="b"/>
          <a:lstStyle>
            <a:lvl1pPr marL="0" indent="0">
              <a:buNone/>
              <a:defRPr sz="1620" b="1"/>
            </a:lvl1pPr>
            <a:lvl2pPr marL="308571" indent="0">
              <a:buNone/>
              <a:defRPr sz="1350" b="1"/>
            </a:lvl2pPr>
            <a:lvl3pPr marL="617144" indent="0">
              <a:buNone/>
              <a:defRPr sz="1215" b="1"/>
            </a:lvl3pPr>
            <a:lvl4pPr marL="925715" indent="0">
              <a:buNone/>
              <a:defRPr sz="1080" b="1"/>
            </a:lvl4pPr>
            <a:lvl5pPr marL="1234286" indent="0">
              <a:buNone/>
              <a:defRPr sz="1080" b="1"/>
            </a:lvl5pPr>
            <a:lvl6pPr marL="1542857" indent="0">
              <a:buNone/>
              <a:defRPr sz="1080" b="1"/>
            </a:lvl6pPr>
            <a:lvl7pPr marL="1851429" indent="0">
              <a:buNone/>
              <a:defRPr sz="1080" b="1"/>
            </a:lvl7pPr>
            <a:lvl8pPr marL="2160000" indent="0">
              <a:buNone/>
              <a:defRPr sz="1080" b="1"/>
            </a:lvl8pPr>
            <a:lvl9pPr marL="2468571" indent="0">
              <a:buNone/>
              <a:defRPr sz="108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620"/>
            </a:lvl1pPr>
            <a:lvl2pPr>
              <a:defRPr sz="1350"/>
            </a:lvl2pPr>
            <a:lvl3pPr>
              <a:defRPr sz="1215"/>
            </a:lvl3pPr>
            <a:lvl4pPr>
              <a:defRPr sz="1080"/>
            </a:lvl4pPr>
            <a:lvl5pPr>
              <a:defRPr sz="1080"/>
            </a:lvl5pPr>
            <a:lvl6pPr>
              <a:defRPr sz="1080"/>
            </a:lvl6pPr>
            <a:lvl7pPr>
              <a:defRPr sz="1080"/>
            </a:lvl7pPr>
            <a:lvl8pPr>
              <a:defRPr sz="1080"/>
            </a:lvl8pPr>
            <a:lvl9pPr>
              <a:defRPr sz="108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535114"/>
            <a:ext cx="4041775" cy="639763"/>
          </a:xfrm>
        </p:spPr>
        <p:txBody>
          <a:bodyPr anchor="b"/>
          <a:lstStyle>
            <a:lvl1pPr marL="0" indent="0">
              <a:buNone/>
              <a:defRPr sz="1620" b="1"/>
            </a:lvl1pPr>
            <a:lvl2pPr marL="308571" indent="0">
              <a:buNone/>
              <a:defRPr sz="1350" b="1"/>
            </a:lvl2pPr>
            <a:lvl3pPr marL="617144" indent="0">
              <a:buNone/>
              <a:defRPr sz="1215" b="1"/>
            </a:lvl3pPr>
            <a:lvl4pPr marL="925715" indent="0">
              <a:buNone/>
              <a:defRPr sz="1080" b="1"/>
            </a:lvl4pPr>
            <a:lvl5pPr marL="1234286" indent="0">
              <a:buNone/>
              <a:defRPr sz="1080" b="1"/>
            </a:lvl5pPr>
            <a:lvl6pPr marL="1542857" indent="0">
              <a:buNone/>
              <a:defRPr sz="1080" b="1"/>
            </a:lvl6pPr>
            <a:lvl7pPr marL="1851429" indent="0">
              <a:buNone/>
              <a:defRPr sz="1080" b="1"/>
            </a:lvl7pPr>
            <a:lvl8pPr marL="2160000" indent="0">
              <a:buNone/>
              <a:defRPr sz="1080" b="1"/>
            </a:lvl8pPr>
            <a:lvl9pPr marL="2468571" indent="0">
              <a:buNone/>
              <a:defRPr sz="108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620"/>
            </a:lvl1pPr>
            <a:lvl2pPr>
              <a:defRPr sz="1350"/>
            </a:lvl2pPr>
            <a:lvl3pPr>
              <a:defRPr sz="1215"/>
            </a:lvl3pPr>
            <a:lvl4pPr>
              <a:defRPr sz="1080"/>
            </a:lvl4pPr>
            <a:lvl5pPr>
              <a:defRPr sz="1080"/>
            </a:lvl5pPr>
            <a:lvl6pPr>
              <a:defRPr sz="1080"/>
            </a:lvl6pPr>
            <a:lvl7pPr>
              <a:defRPr sz="1080"/>
            </a:lvl7pPr>
            <a:lvl8pPr>
              <a:defRPr sz="1080"/>
            </a:lvl8pPr>
            <a:lvl9pPr>
              <a:defRPr sz="108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37142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0795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3947" y="-51325"/>
            <a:ext cx="9140054" cy="706828"/>
          </a:xfrm>
          <a:prstGeom prst="rect">
            <a:avLst/>
          </a:prstGeom>
          <a:solidFill>
            <a:srgbClr val="9B743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6" name="椭圆 5"/>
          <p:cNvSpPr/>
          <p:nvPr userDrawn="1"/>
        </p:nvSpPr>
        <p:spPr>
          <a:xfrm>
            <a:off x="894852" y="585521"/>
            <a:ext cx="468052" cy="468000"/>
          </a:xfrm>
          <a:prstGeom prst="ellipse">
            <a:avLst/>
          </a:prstGeom>
          <a:solidFill>
            <a:srgbClr val="D1B48C"/>
          </a:solidFill>
          <a:ln>
            <a:solidFill>
              <a:schemeClr val="bg1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3946" y="26340"/>
            <a:ext cx="1080000" cy="1080000"/>
          </a:xfrm>
          <a:prstGeom prst="ellipse">
            <a:avLst/>
          </a:prstGeom>
          <a:blipFill dpi="0" rotWithShape="1">
            <a:blip r:embed="rId2"/>
            <a:srcRect/>
            <a:tile tx="-177800" ty="-158750" sx="100000" sy="100000" flip="none" algn="tl"/>
          </a:blipFill>
          <a:ln>
            <a:solidFill>
              <a:schemeClr val="bg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42927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2"/>
            <a:ext cx="3008313" cy="1162051"/>
          </a:xfrm>
        </p:spPr>
        <p:txBody>
          <a:bodyPr anchor="b"/>
          <a:lstStyle>
            <a:lvl1pPr algn="l">
              <a:defRPr sz="135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2" y="273057"/>
            <a:ext cx="5111750" cy="5853113"/>
          </a:xfrm>
        </p:spPr>
        <p:txBody>
          <a:bodyPr/>
          <a:lstStyle>
            <a:lvl1pPr>
              <a:defRPr sz="2160"/>
            </a:lvl1pPr>
            <a:lvl2pPr>
              <a:defRPr sz="1890"/>
            </a:lvl2pPr>
            <a:lvl3pPr>
              <a:defRPr sz="162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4"/>
            <a:ext cx="3008313" cy="4691063"/>
          </a:xfrm>
        </p:spPr>
        <p:txBody>
          <a:bodyPr/>
          <a:lstStyle>
            <a:lvl1pPr marL="0" indent="0">
              <a:buNone/>
              <a:defRPr sz="945"/>
            </a:lvl1pPr>
            <a:lvl2pPr marL="308571" indent="0">
              <a:buNone/>
              <a:defRPr sz="810"/>
            </a:lvl2pPr>
            <a:lvl3pPr marL="617144" indent="0">
              <a:buNone/>
              <a:defRPr sz="675"/>
            </a:lvl3pPr>
            <a:lvl4pPr marL="925715" indent="0">
              <a:buNone/>
              <a:defRPr sz="608"/>
            </a:lvl4pPr>
            <a:lvl5pPr marL="1234286" indent="0">
              <a:buNone/>
              <a:defRPr sz="608"/>
            </a:lvl5pPr>
            <a:lvl6pPr marL="1542857" indent="0">
              <a:buNone/>
              <a:defRPr sz="608"/>
            </a:lvl6pPr>
            <a:lvl7pPr marL="1851429" indent="0">
              <a:buNone/>
              <a:defRPr sz="608"/>
            </a:lvl7pPr>
            <a:lvl8pPr marL="2160000" indent="0">
              <a:buNone/>
              <a:defRPr sz="608"/>
            </a:lvl8pPr>
            <a:lvl9pPr marL="2468571" indent="0">
              <a:buNone/>
              <a:defRPr sz="608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4021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135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160"/>
            </a:lvl1pPr>
            <a:lvl2pPr marL="308571" indent="0">
              <a:buNone/>
              <a:defRPr sz="1890"/>
            </a:lvl2pPr>
            <a:lvl3pPr marL="617144" indent="0">
              <a:buNone/>
              <a:defRPr sz="1620"/>
            </a:lvl3pPr>
            <a:lvl4pPr marL="925715" indent="0">
              <a:buNone/>
              <a:defRPr sz="1350"/>
            </a:lvl4pPr>
            <a:lvl5pPr marL="1234286" indent="0">
              <a:buNone/>
              <a:defRPr sz="1350"/>
            </a:lvl5pPr>
            <a:lvl6pPr marL="1542857" indent="0">
              <a:buNone/>
              <a:defRPr sz="1350"/>
            </a:lvl6pPr>
            <a:lvl7pPr marL="1851429" indent="0">
              <a:buNone/>
              <a:defRPr sz="1350"/>
            </a:lvl7pPr>
            <a:lvl8pPr marL="2160000" indent="0">
              <a:buNone/>
              <a:defRPr sz="1350"/>
            </a:lvl8pPr>
            <a:lvl9pPr marL="2468571" indent="0">
              <a:buNone/>
              <a:defRPr sz="135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945"/>
            </a:lvl1pPr>
            <a:lvl2pPr marL="308571" indent="0">
              <a:buNone/>
              <a:defRPr sz="810"/>
            </a:lvl2pPr>
            <a:lvl3pPr marL="617144" indent="0">
              <a:buNone/>
              <a:defRPr sz="675"/>
            </a:lvl3pPr>
            <a:lvl4pPr marL="925715" indent="0">
              <a:buNone/>
              <a:defRPr sz="608"/>
            </a:lvl4pPr>
            <a:lvl5pPr marL="1234286" indent="0">
              <a:buNone/>
              <a:defRPr sz="608"/>
            </a:lvl5pPr>
            <a:lvl6pPr marL="1542857" indent="0">
              <a:buNone/>
              <a:defRPr sz="608"/>
            </a:lvl6pPr>
            <a:lvl7pPr marL="1851429" indent="0">
              <a:buNone/>
              <a:defRPr sz="608"/>
            </a:lvl7pPr>
            <a:lvl8pPr marL="2160000" indent="0">
              <a:buNone/>
              <a:defRPr sz="608"/>
            </a:lvl8pPr>
            <a:lvl9pPr marL="2468571" indent="0">
              <a:buNone/>
              <a:defRPr sz="608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031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2716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4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1" y="274644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098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E58B1-A3D9-4CC4-AB89-13080990AE14}" type="datetimeFigureOut">
              <a:rPr lang="zh-CN" altLang="en-US" smtClean="0"/>
              <a:t>2014/4/24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FA06D-9DEB-4ADC-BDF2-D920296090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658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1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1" y="160020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635635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635635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1" y="635635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100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17144" rtl="0" eaLnBrk="1" latinLnBrk="0" hangingPunct="1">
        <a:spcBef>
          <a:spcPct val="0"/>
        </a:spcBef>
        <a:buNone/>
        <a:defRPr sz="29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428" indent="-231428" algn="l" defTabSz="617144" rtl="0" eaLnBrk="1" latinLnBrk="0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01430" indent="-192858" algn="l" defTabSz="617144" rtl="0" eaLnBrk="1" latinLnBrk="0" hangingPunct="1">
        <a:spcBef>
          <a:spcPct val="20000"/>
        </a:spcBef>
        <a:buFont typeface="Arial" pitchFamily="34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771429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154286" algn="l" defTabSz="617144" rtl="0" eaLnBrk="1" latinLnBrk="0" hangingPunct="1">
        <a:spcBef>
          <a:spcPct val="20000"/>
        </a:spcBef>
        <a:buFont typeface="Arial" pitchFamily="34" charset="0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88571" indent="-154286" algn="l" defTabSz="617144" rtl="0" eaLnBrk="1" latinLnBrk="0" hangingPunct="1">
        <a:spcBef>
          <a:spcPct val="20000"/>
        </a:spcBef>
        <a:buFont typeface="Arial" pitchFamily="34" charset="0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697144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05715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14286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622857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571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144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715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286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2857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429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000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571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1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1" y="160020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635635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635635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1" y="635635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5629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defTabSz="617144" rtl="0" eaLnBrk="1" latinLnBrk="0" hangingPunct="1">
        <a:spcBef>
          <a:spcPct val="0"/>
        </a:spcBef>
        <a:buNone/>
        <a:defRPr sz="29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428" indent="-231428" algn="l" defTabSz="617144" rtl="0" eaLnBrk="1" latinLnBrk="0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01430" indent="-192858" algn="l" defTabSz="617144" rtl="0" eaLnBrk="1" latinLnBrk="0" hangingPunct="1">
        <a:spcBef>
          <a:spcPct val="20000"/>
        </a:spcBef>
        <a:buFont typeface="Arial" pitchFamily="34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771429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154286" algn="l" defTabSz="617144" rtl="0" eaLnBrk="1" latinLnBrk="0" hangingPunct="1">
        <a:spcBef>
          <a:spcPct val="20000"/>
        </a:spcBef>
        <a:buFont typeface="Arial" pitchFamily="34" charset="0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88571" indent="-154286" algn="l" defTabSz="617144" rtl="0" eaLnBrk="1" latinLnBrk="0" hangingPunct="1">
        <a:spcBef>
          <a:spcPct val="20000"/>
        </a:spcBef>
        <a:buFont typeface="Arial" pitchFamily="34" charset="0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697144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05715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14286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622857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571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144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715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286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2857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429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000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571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8.png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21.jpeg"/><Relationship Id="rId4" Type="http://schemas.openxmlformats.org/officeDocument/2006/relationships/image" Target="../media/image2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24.png"/><Relationship Id="rId4" Type="http://schemas.microsoft.com/office/2007/relationships/hdphoto" Target="../media/hdphoto4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6.wdp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404446" y="-17586"/>
            <a:ext cx="8390874" cy="6876000"/>
          </a:xfrm>
          <a:custGeom>
            <a:avLst/>
            <a:gdLst>
              <a:gd name="connsiteX0" fmla="*/ 0 w 7823276"/>
              <a:gd name="connsiteY0" fmla="*/ 0 h 6098747"/>
              <a:gd name="connsiteX1" fmla="*/ 7823276 w 7823276"/>
              <a:gd name="connsiteY1" fmla="*/ 0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23276"/>
              <a:gd name="connsiteY0" fmla="*/ 0 h 6098747"/>
              <a:gd name="connsiteX1" fmla="*/ 7823276 w 7823276"/>
              <a:gd name="connsiteY1" fmla="*/ 281354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281354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0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76030"/>
              <a:gd name="connsiteY0" fmla="*/ 0 h 6098747"/>
              <a:gd name="connsiteX1" fmla="*/ 7823276 w 7876030"/>
              <a:gd name="connsiteY1" fmla="*/ 0 h 6098747"/>
              <a:gd name="connsiteX2" fmla="*/ 7876030 w 7876030"/>
              <a:gd name="connsiteY2" fmla="*/ 6063578 h 6098747"/>
              <a:gd name="connsiteX3" fmla="*/ 0 w 7876030"/>
              <a:gd name="connsiteY3" fmla="*/ 6098747 h 6098747"/>
              <a:gd name="connsiteX4" fmla="*/ 0 w 7876030"/>
              <a:gd name="connsiteY4" fmla="*/ 0 h 6098747"/>
              <a:gd name="connsiteX0" fmla="*/ 0 w 7876030"/>
              <a:gd name="connsiteY0" fmla="*/ 0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0 w 7876030"/>
              <a:gd name="connsiteY4" fmla="*/ 0 h 6116332"/>
              <a:gd name="connsiteX0" fmla="*/ 344277 w 7876030"/>
              <a:gd name="connsiteY0" fmla="*/ 14937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876030"/>
              <a:gd name="connsiteY0" fmla="*/ 14937 h 6116332"/>
              <a:gd name="connsiteX1" fmla="*/ 7449062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486847"/>
              <a:gd name="connsiteY0" fmla="*/ 14937 h 6098747"/>
              <a:gd name="connsiteX1" fmla="*/ 7449062 w 7486847"/>
              <a:gd name="connsiteY1" fmla="*/ 0 h 6098747"/>
              <a:gd name="connsiteX2" fmla="*/ 7486847 w 7486847"/>
              <a:gd name="connsiteY2" fmla="*/ 6071518 h 6098747"/>
              <a:gd name="connsiteX3" fmla="*/ 0 w 7486847"/>
              <a:gd name="connsiteY3" fmla="*/ 6098747 h 6098747"/>
              <a:gd name="connsiteX4" fmla="*/ 344277 w 7486847"/>
              <a:gd name="connsiteY4" fmla="*/ 14937 h 6098747"/>
              <a:gd name="connsiteX0" fmla="*/ 0 w 7142570"/>
              <a:gd name="connsiteY0" fmla="*/ 14937 h 6128624"/>
              <a:gd name="connsiteX1" fmla="*/ 7104785 w 7142570"/>
              <a:gd name="connsiteY1" fmla="*/ 0 h 6128624"/>
              <a:gd name="connsiteX2" fmla="*/ 7142570 w 7142570"/>
              <a:gd name="connsiteY2" fmla="*/ 6071518 h 6128624"/>
              <a:gd name="connsiteX3" fmla="*/ 29937 w 7142570"/>
              <a:gd name="connsiteY3" fmla="*/ 6128624 h 6128624"/>
              <a:gd name="connsiteX4" fmla="*/ 0 w 7142570"/>
              <a:gd name="connsiteY4" fmla="*/ 14937 h 6128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42570" h="6128624">
                <a:moveTo>
                  <a:pt x="0" y="14937"/>
                </a:moveTo>
                <a:lnTo>
                  <a:pt x="7104785" y="0"/>
                </a:lnTo>
                <a:cubicBezTo>
                  <a:pt x="7110647" y="1909823"/>
                  <a:pt x="7136708" y="4161695"/>
                  <a:pt x="7142570" y="6071518"/>
                </a:cubicBezTo>
                <a:lnTo>
                  <a:pt x="29937" y="6128624"/>
                </a:lnTo>
                <a:lnTo>
                  <a:pt x="0" y="14937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9" name="矩形 5"/>
          <p:cNvSpPr/>
          <p:nvPr/>
        </p:nvSpPr>
        <p:spPr>
          <a:xfrm>
            <a:off x="-1" y="-27384"/>
            <a:ext cx="440060" cy="6885384"/>
          </a:xfrm>
          <a:custGeom>
            <a:avLst/>
            <a:gdLst>
              <a:gd name="connsiteX0" fmla="*/ 0 w 648072"/>
              <a:gd name="connsiteY0" fmla="*/ 0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752528 h 4752528"/>
              <a:gd name="connsiteX4" fmla="*/ 0 w 648072"/>
              <a:gd name="connsiteY4" fmla="*/ 0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752528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647596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586909 h 4752528"/>
              <a:gd name="connsiteX4" fmla="*/ 0 w 678053"/>
              <a:gd name="connsiteY4" fmla="*/ 194872 h 4752528"/>
              <a:gd name="connsiteX0" fmla="*/ 22127 w 648072"/>
              <a:gd name="connsiteY0" fmla="*/ 255559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586909 h 4752528"/>
              <a:gd name="connsiteX4" fmla="*/ 22127 w 648072"/>
              <a:gd name="connsiteY4" fmla="*/ 255559 h 4752528"/>
              <a:gd name="connsiteX0" fmla="*/ 0 w 652000"/>
              <a:gd name="connsiteY0" fmla="*/ 255559 h 4752528"/>
              <a:gd name="connsiteX1" fmla="*/ 652000 w 652000"/>
              <a:gd name="connsiteY1" fmla="*/ 0 h 4752528"/>
              <a:gd name="connsiteX2" fmla="*/ 652000 w 652000"/>
              <a:gd name="connsiteY2" fmla="*/ 4752528 h 4752528"/>
              <a:gd name="connsiteX3" fmla="*/ 3928 w 652000"/>
              <a:gd name="connsiteY3" fmla="*/ 4586909 h 4752528"/>
              <a:gd name="connsiteX4" fmla="*/ 0 w 652000"/>
              <a:gd name="connsiteY4" fmla="*/ 255559 h 4752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000" h="4752528">
                <a:moveTo>
                  <a:pt x="0" y="255559"/>
                </a:moveTo>
                <a:lnTo>
                  <a:pt x="652000" y="0"/>
                </a:lnTo>
                <a:lnTo>
                  <a:pt x="652000" y="4752528"/>
                </a:lnTo>
                <a:lnTo>
                  <a:pt x="3928" y="4586909"/>
                </a:lnTo>
                <a:cubicBezTo>
                  <a:pt x="2619" y="3143126"/>
                  <a:pt x="1309" y="1699342"/>
                  <a:pt x="0" y="255559"/>
                </a:cubicBezTo>
                <a:close/>
              </a:path>
            </a:pathLst>
          </a:custGeom>
          <a:solidFill>
            <a:srgbClr val="B88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872" t="13163" r="21732" b="36377"/>
          <a:stretch/>
        </p:blipFill>
        <p:spPr>
          <a:xfrm>
            <a:off x="683568" y="188640"/>
            <a:ext cx="3261448" cy="3051228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20" name="TextBox 19"/>
          <p:cNvSpPr txBox="1"/>
          <p:nvPr/>
        </p:nvSpPr>
        <p:spPr>
          <a:xfrm>
            <a:off x="3635896" y="1412776"/>
            <a:ext cx="42908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遇见未知的自己</a:t>
            </a:r>
            <a:r>
              <a:rPr lang="en-US" altLang="zh-CN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》</a:t>
            </a:r>
            <a:endParaRPr lang="zh-CN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矩形 5"/>
          <p:cNvSpPr/>
          <p:nvPr/>
        </p:nvSpPr>
        <p:spPr>
          <a:xfrm>
            <a:off x="8668446" y="-18563"/>
            <a:ext cx="492814" cy="6876563"/>
          </a:xfrm>
          <a:custGeom>
            <a:avLst/>
            <a:gdLst>
              <a:gd name="connsiteX0" fmla="*/ 0 w 648072"/>
              <a:gd name="connsiteY0" fmla="*/ 0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752528 h 4752528"/>
              <a:gd name="connsiteX4" fmla="*/ 0 w 648072"/>
              <a:gd name="connsiteY4" fmla="*/ 0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752528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647596 h 4752528"/>
              <a:gd name="connsiteX4" fmla="*/ 0 w 678053"/>
              <a:gd name="connsiteY4" fmla="*/ 194872 h 4752528"/>
              <a:gd name="connsiteX0" fmla="*/ 0 w 704107"/>
              <a:gd name="connsiteY0" fmla="*/ 0 h 4557656"/>
              <a:gd name="connsiteX1" fmla="*/ 704107 w 704107"/>
              <a:gd name="connsiteY1" fmla="*/ 167731 h 4557656"/>
              <a:gd name="connsiteX2" fmla="*/ 678053 w 704107"/>
              <a:gd name="connsiteY2" fmla="*/ 4557656 h 4557656"/>
              <a:gd name="connsiteX3" fmla="*/ 29981 w 704107"/>
              <a:gd name="connsiteY3" fmla="*/ 4452724 h 4557656"/>
              <a:gd name="connsiteX4" fmla="*/ 0 w 704107"/>
              <a:gd name="connsiteY4" fmla="*/ 0 h 4557656"/>
              <a:gd name="connsiteX0" fmla="*/ 0 w 704107"/>
              <a:gd name="connsiteY0" fmla="*/ 0 h 4452724"/>
              <a:gd name="connsiteX1" fmla="*/ 704107 w 704107"/>
              <a:gd name="connsiteY1" fmla="*/ 167731 h 4452724"/>
              <a:gd name="connsiteX2" fmla="*/ 678053 w 704107"/>
              <a:gd name="connsiteY2" fmla="*/ 4376354 h 4452724"/>
              <a:gd name="connsiteX3" fmla="*/ 29981 w 704107"/>
              <a:gd name="connsiteY3" fmla="*/ 4452724 h 4452724"/>
              <a:gd name="connsiteX4" fmla="*/ 0 w 704107"/>
              <a:gd name="connsiteY4" fmla="*/ 0 h 4452724"/>
              <a:gd name="connsiteX0" fmla="*/ 0 w 730161"/>
              <a:gd name="connsiteY0" fmla="*/ 0 h 4452724"/>
              <a:gd name="connsiteX1" fmla="*/ 704107 w 730161"/>
              <a:gd name="connsiteY1" fmla="*/ 167731 h 4452724"/>
              <a:gd name="connsiteX2" fmla="*/ 730161 w 730161"/>
              <a:gd name="connsiteY2" fmla="*/ 4296649 h 4452724"/>
              <a:gd name="connsiteX3" fmla="*/ 29981 w 730161"/>
              <a:gd name="connsiteY3" fmla="*/ 4452724 h 4452724"/>
              <a:gd name="connsiteX4" fmla="*/ 0 w 730161"/>
              <a:gd name="connsiteY4" fmla="*/ 0 h 445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161" h="4452724">
                <a:moveTo>
                  <a:pt x="0" y="0"/>
                </a:moveTo>
                <a:lnTo>
                  <a:pt x="704107" y="167731"/>
                </a:lnTo>
                <a:lnTo>
                  <a:pt x="730161" y="4296649"/>
                </a:lnTo>
                <a:lnTo>
                  <a:pt x="29981" y="4452724"/>
                </a:lnTo>
                <a:lnTo>
                  <a:pt x="0" y="0"/>
                </a:lnTo>
                <a:close/>
              </a:path>
            </a:pathLst>
          </a:custGeom>
          <a:solidFill>
            <a:srgbClr val="B88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637156" y="332656"/>
            <a:ext cx="7823276" cy="6098747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422031" y="3495902"/>
            <a:ext cx="8266455" cy="5106"/>
          </a:xfrm>
          <a:prstGeom prst="line">
            <a:avLst/>
          </a:prstGeom>
          <a:ln w="127000" cmpd="thickThin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V="1">
            <a:off x="-35170" y="3506202"/>
            <a:ext cx="457644" cy="173992"/>
          </a:xfrm>
          <a:prstGeom prst="line">
            <a:avLst/>
          </a:prstGeom>
          <a:ln w="127000" cmpd="thinThick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V="1">
            <a:off x="8670901" y="3327016"/>
            <a:ext cx="490359" cy="173992"/>
          </a:xfrm>
          <a:prstGeom prst="line">
            <a:avLst/>
          </a:prstGeom>
          <a:ln w="127000" cmpd="thinThick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440058" y="4884448"/>
            <a:ext cx="8228387" cy="19800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666042" y="5085184"/>
            <a:ext cx="3922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华语世界第一部身心灵小说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123728" y="5570076"/>
            <a:ext cx="4968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海峡两岸销量突破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100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万册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5987181"/>
            <a:ext cx="1243279" cy="87726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916" y="3865679"/>
            <a:ext cx="3968168" cy="8594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11960" y="2420888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29609" y="2483604"/>
            <a:ext cx="4146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台湾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】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张德芬    著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   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424561" y="4797152"/>
            <a:ext cx="8248427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535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5"/>
          <p:cNvSpPr/>
          <p:nvPr/>
        </p:nvSpPr>
        <p:spPr>
          <a:xfrm>
            <a:off x="386078" y="0"/>
            <a:ext cx="8769863" cy="6840000"/>
          </a:xfrm>
          <a:custGeom>
            <a:avLst/>
            <a:gdLst>
              <a:gd name="connsiteX0" fmla="*/ 0 w 7823276"/>
              <a:gd name="connsiteY0" fmla="*/ 0 h 6098747"/>
              <a:gd name="connsiteX1" fmla="*/ 7823276 w 7823276"/>
              <a:gd name="connsiteY1" fmla="*/ 0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23276"/>
              <a:gd name="connsiteY0" fmla="*/ 0 h 6098747"/>
              <a:gd name="connsiteX1" fmla="*/ 7823276 w 7823276"/>
              <a:gd name="connsiteY1" fmla="*/ 281354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281354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0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76030"/>
              <a:gd name="connsiteY0" fmla="*/ 0 h 6098747"/>
              <a:gd name="connsiteX1" fmla="*/ 7823276 w 7876030"/>
              <a:gd name="connsiteY1" fmla="*/ 0 h 6098747"/>
              <a:gd name="connsiteX2" fmla="*/ 7876030 w 7876030"/>
              <a:gd name="connsiteY2" fmla="*/ 6063578 h 6098747"/>
              <a:gd name="connsiteX3" fmla="*/ 0 w 7876030"/>
              <a:gd name="connsiteY3" fmla="*/ 6098747 h 6098747"/>
              <a:gd name="connsiteX4" fmla="*/ 0 w 7876030"/>
              <a:gd name="connsiteY4" fmla="*/ 0 h 6098747"/>
              <a:gd name="connsiteX0" fmla="*/ 0 w 7876030"/>
              <a:gd name="connsiteY0" fmla="*/ 0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0 w 7876030"/>
              <a:gd name="connsiteY4" fmla="*/ 0 h 6116332"/>
              <a:gd name="connsiteX0" fmla="*/ 344277 w 7876030"/>
              <a:gd name="connsiteY0" fmla="*/ 14937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876030"/>
              <a:gd name="connsiteY0" fmla="*/ 14937 h 6116332"/>
              <a:gd name="connsiteX1" fmla="*/ 7449062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486847"/>
              <a:gd name="connsiteY0" fmla="*/ 14937 h 6098747"/>
              <a:gd name="connsiteX1" fmla="*/ 7449062 w 7486847"/>
              <a:gd name="connsiteY1" fmla="*/ 0 h 6098747"/>
              <a:gd name="connsiteX2" fmla="*/ 7486847 w 7486847"/>
              <a:gd name="connsiteY2" fmla="*/ 6071518 h 6098747"/>
              <a:gd name="connsiteX3" fmla="*/ 0 w 7486847"/>
              <a:gd name="connsiteY3" fmla="*/ 6098747 h 6098747"/>
              <a:gd name="connsiteX4" fmla="*/ 344277 w 7486847"/>
              <a:gd name="connsiteY4" fmla="*/ 14937 h 6098747"/>
              <a:gd name="connsiteX0" fmla="*/ 0 w 7142570"/>
              <a:gd name="connsiteY0" fmla="*/ 14937 h 6128624"/>
              <a:gd name="connsiteX1" fmla="*/ 7104785 w 7142570"/>
              <a:gd name="connsiteY1" fmla="*/ 0 h 6128624"/>
              <a:gd name="connsiteX2" fmla="*/ 7142570 w 7142570"/>
              <a:gd name="connsiteY2" fmla="*/ 6071518 h 6128624"/>
              <a:gd name="connsiteX3" fmla="*/ 29937 w 7142570"/>
              <a:gd name="connsiteY3" fmla="*/ 6128624 h 6128624"/>
              <a:gd name="connsiteX4" fmla="*/ 0 w 7142570"/>
              <a:gd name="connsiteY4" fmla="*/ 14937 h 6128624"/>
              <a:gd name="connsiteX0" fmla="*/ 0 w 7142570"/>
              <a:gd name="connsiteY0" fmla="*/ 14937 h 6071518"/>
              <a:gd name="connsiteX1" fmla="*/ 7104785 w 7142570"/>
              <a:gd name="connsiteY1" fmla="*/ 0 h 6071518"/>
              <a:gd name="connsiteX2" fmla="*/ 7142570 w 7142570"/>
              <a:gd name="connsiteY2" fmla="*/ 6071518 h 6071518"/>
              <a:gd name="connsiteX3" fmla="*/ 44906 w 7142570"/>
              <a:gd name="connsiteY3" fmla="*/ 5721119 h 6071518"/>
              <a:gd name="connsiteX4" fmla="*/ 0 w 7142570"/>
              <a:gd name="connsiteY4" fmla="*/ 14937 h 6071518"/>
              <a:gd name="connsiteX0" fmla="*/ 0 w 7142570"/>
              <a:gd name="connsiteY0" fmla="*/ 0 h 6056581"/>
              <a:gd name="connsiteX1" fmla="*/ 7059880 w 7142570"/>
              <a:gd name="connsiteY1" fmla="*/ 47756 h 6056581"/>
              <a:gd name="connsiteX2" fmla="*/ 7142570 w 7142570"/>
              <a:gd name="connsiteY2" fmla="*/ 6056581 h 6056581"/>
              <a:gd name="connsiteX3" fmla="*/ 44906 w 7142570"/>
              <a:gd name="connsiteY3" fmla="*/ 5706182 h 6056581"/>
              <a:gd name="connsiteX4" fmla="*/ 0 w 7142570"/>
              <a:gd name="connsiteY4" fmla="*/ 0 h 6056581"/>
              <a:gd name="connsiteX0" fmla="*/ 0 w 7127601"/>
              <a:gd name="connsiteY0" fmla="*/ 0 h 5706182"/>
              <a:gd name="connsiteX1" fmla="*/ 7059880 w 7127601"/>
              <a:gd name="connsiteY1" fmla="*/ 47756 h 5706182"/>
              <a:gd name="connsiteX2" fmla="*/ 7127601 w 7127601"/>
              <a:gd name="connsiteY2" fmla="*/ 5680423 h 5706182"/>
              <a:gd name="connsiteX3" fmla="*/ 44906 w 7127601"/>
              <a:gd name="connsiteY3" fmla="*/ 5706182 h 5706182"/>
              <a:gd name="connsiteX4" fmla="*/ 0 w 7127601"/>
              <a:gd name="connsiteY4" fmla="*/ 0 h 5706182"/>
              <a:gd name="connsiteX0" fmla="*/ 0 w 7464105"/>
              <a:gd name="connsiteY0" fmla="*/ 0 h 5706182"/>
              <a:gd name="connsiteX1" fmla="*/ 7464032 w 7464105"/>
              <a:gd name="connsiteY1" fmla="*/ 126123 h 5706182"/>
              <a:gd name="connsiteX2" fmla="*/ 7127601 w 7464105"/>
              <a:gd name="connsiteY2" fmla="*/ 5680423 h 5706182"/>
              <a:gd name="connsiteX3" fmla="*/ 44906 w 7464105"/>
              <a:gd name="connsiteY3" fmla="*/ 5706182 h 5706182"/>
              <a:gd name="connsiteX4" fmla="*/ 0 w 7464105"/>
              <a:gd name="connsiteY4" fmla="*/ 0 h 5706182"/>
              <a:gd name="connsiteX0" fmla="*/ 0 w 7465177"/>
              <a:gd name="connsiteY0" fmla="*/ 0 h 5706182"/>
              <a:gd name="connsiteX1" fmla="*/ 7464032 w 7465177"/>
              <a:gd name="connsiteY1" fmla="*/ 126123 h 5706182"/>
              <a:gd name="connsiteX2" fmla="*/ 7456910 w 7465177"/>
              <a:gd name="connsiteY2" fmla="*/ 5555037 h 5706182"/>
              <a:gd name="connsiteX3" fmla="*/ 44906 w 7465177"/>
              <a:gd name="connsiteY3" fmla="*/ 5706182 h 5706182"/>
              <a:gd name="connsiteX4" fmla="*/ 0 w 7465177"/>
              <a:gd name="connsiteY4" fmla="*/ 0 h 5706182"/>
              <a:gd name="connsiteX0" fmla="*/ 0 w 7465177"/>
              <a:gd name="connsiteY0" fmla="*/ 0 h 5706182"/>
              <a:gd name="connsiteX1" fmla="*/ 7464032 w 7465177"/>
              <a:gd name="connsiteY1" fmla="*/ 298528 h 5706182"/>
              <a:gd name="connsiteX2" fmla="*/ 7456910 w 7465177"/>
              <a:gd name="connsiteY2" fmla="*/ 5555037 h 5706182"/>
              <a:gd name="connsiteX3" fmla="*/ 44906 w 7465177"/>
              <a:gd name="connsiteY3" fmla="*/ 5706182 h 5706182"/>
              <a:gd name="connsiteX4" fmla="*/ 0 w 7465177"/>
              <a:gd name="connsiteY4" fmla="*/ 0 h 5706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177" h="5706182">
                <a:moveTo>
                  <a:pt x="0" y="0"/>
                </a:moveTo>
                <a:lnTo>
                  <a:pt x="7464032" y="298528"/>
                </a:lnTo>
                <a:cubicBezTo>
                  <a:pt x="7469894" y="2208351"/>
                  <a:pt x="7451048" y="3645214"/>
                  <a:pt x="7456910" y="5555037"/>
                </a:cubicBezTo>
                <a:lnTo>
                  <a:pt x="44906" y="5706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4" name="矩形 5"/>
          <p:cNvSpPr/>
          <p:nvPr/>
        </p:nvSpPr>
        <p:spPr>
          <a:xfrm>
            <a:off x="-1" y="0"/>
            <a:ext cx="440060" cy="6858000"/>
          </a:xfrm>
          <a:custGeom>
            <a:avLst/>
            <a:gdLst>
              <a:gd name="connsiteX0" fmla="*/ 0 w 648072"/>
              <a:gd name="connsiteY0" fmla="*/ 0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752528 h 4752528"/>
              <a:gd name="connsiteX4" fmla="*/ 0 w 648072"/>
              <a:gd name="connsiteY4" fmla="*/ 0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752528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647596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586909 h 4752528"/>
              <a:gd name="connsiteX4" fmla="*/ 0 w 678053"/>
              <a:gd name="connsiteY4" fmla="*/ 194872 h 4752528"/>
              <a:gd name="connsiteX0" fmla="*/ 22127 w 648072"/>
              <a:gd name="connsiteY0" fmla="*/ 255559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586909 h 4752528"/>
              <a:gd name="connsiteX4" fmla="*/ 22127 w 648072"/>
              <a:gd name="connsiteY4" fmla="*/ 255559 h 4752528"/>
              <a:gd name="connsiteX0" fmla="*/ 0 w 652000"/>
              <a:gd name="connsiteY0" fmla="*/ 255559 h 4752528"/>
              <a:gd name="connsiteX1" fmla="*/ 652000 w 652000"/>
              <a:gd name="connsiteY1" fmla="*/ 0 h 4752528"/>
              <a:gd name="connsiteX2" fmla="*/ 652000 w 652000"/>
              <a:gd name="connsiteY2" fmla="*/ 4752528 h 4752528"/>
              <a:gd name="connsiteX3" fmla="*/ 3928 w 652000"/>
              <a:gd name="connsiteY3" fmla="*/ 4586909 h 4752528"/>
              <a:gd name="connsiteX4" fmla="*/ 0 w 652000"/>
              <a:gd name="connsiteY4" fmla="*/ 255559 h 4752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000" h="4752528">
                <a:moveTo>
                  <a:pt x="0" y="255559"/>
                </a:moveTo>
                <a:lnTo>
                  <a:pt x="652000" y="0"/>
                </a:lnTo>
                <a:lnTo>
                  <a:pt x="652000" y="4752528"/>
                </a:lnTo>
                <a:lnTo>
                  <a:pt x="3928" y="4586909"/>
                </a:lnTo>
                <a:cubicBezTo>
                  <a:pt x="2619" y="3143126"/>
                  <a:pt x="1309" y="1699342"/>
                  <a:pt x="0" y="255559"/>
                </a:cubicBezTo>
                <a:close/>
              </a:path>
            </a:pathLst>
          </a:custGeom>
          <a:solidFill>
            <a:srgbClr val="B88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-35170" y="1779086"/>
            <a:ext cx="457644" cy="173992"/>
          </a:xfrm>
          <a:prstGeom prst="line">
            <a:avLst/>
          </a:prstGeom>
          <a:ln w="127000" cmpd="thinThick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24815" y="1766146"/>
            <a:ext cx="8769863" cy="9216"/>
          </a:xfrm>
          <a:prstGeom prst="line">
            <a:avLst/>
          </a:prstGeom>
          <a:ln w="127000" cmpd="thickThin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V="1">
            <a:off x="-35170" y="1772816"/>
            <a:ext cx="457644" cy="173992"/>
          </a:xfrm>
          <a:prstGeom prst="line">
            <a:avLst/>
          </a:prstGeom>
          <a:ln w="127000" cmpd="thinThick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301160" y="980728"/>
            <a:ext cx="2304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方正综艺简体" pitchFamily="65" charset="-122"/>
                <a:ea typeface="方正综艺简体" pitchFamily="65" charset="-122"/>
              </a:rPr>
              <a:t>作者</a:t>
            </a:r>
            <a:endParaRPr lang="zh-CN" altLang="en-US" sz="3200" dirty="0">
              <a:latin typeface="方正综艺简体" pitchFamily="65" charset="-122"/>
              <a:ea typeface="方正综艺简体" pitchFamily="65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52304" y="-315416"/>
            <a:ext cx="230425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800" dirty="0" smtClean="0">
                <a:latin typeface="★懐流体" pitchFamily="2" charset="-128"/>
                <a:ea typeface="★懐流体" pitchFamily="2" charset="-128"/>
              </a:rPr>
              <a:t>A</a:t>
            </a:r>
            <a:endParaRPr lang="zh-CN" altLang="en-US" sz="13800" dirty="0">
              <a:latin typeface="★懐流体" pitchFamily="2" charset="-128"/>
              <a:ea typeface="★懐流体" pitchFamily="2" charset="-128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165256" y="980728"/>
            <a:ext cx="2304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 smtClean="0">
                <a:latin typeface="★懐流体" pitchFamily="2" charset="-128"/>
                <a:ea typeface="★懐流体" pitchFamily="2" charset="-128"/>
              </a:rPr>
              <a:t>uthor</a:t>
            </a:r>
            <a:endParaRPr lang="zh-CN" altLang="en-US" sz="3200" dirty="0">
              <a:latin typeface="★懐流体" pitchFamily="2" charset="-128"/>
              <a:ea typeface="★懐流体" pitchFamily="2" charset="-128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86" y="2564904"/>
            <a:ext cx="2680886" cy="30963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8" name="TextBox 37"/>
          <p:cNvSpPr txBox="1"/>
          <p:nvPr/>
        </p:nvSpPr>
        <p:spPr>
          <a:xfrm>
            <a:off x="3563888" y="2204864"/>
            <a:ext cx="530344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张德芬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曾经的台视知名女主播，美国加州大学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MBA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u"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2002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年开始，她受到启发和指引，辞去高薪的工作，专心研修各种不同的心灵成长课堂以及心理治疗方法，体悟了很多灵性及个人成长方面的心得。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u"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2007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年出版华语世界第一本身心灵小说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遇见未知的自己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，读者反映空前强烈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6323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5"/>
          <p:cNvSpPr/>
          <p:nvPr/>
        </p:nvSpPr>
        <p:spPr>
          <a:xfrm>
            <a:off x="386078" y="0"/>
            <a:ext cx="8769863" cy="6840000"/>
          </a:xfrm>
          <a:custGeom>
            <a:avLst/>
            <a:gdLst>
              <a:gd name="connsiteX0" fmla="*/ 0 w 7823276"/>
              <a:gd name="connsiteY0" fmla="*/ 0 h 6098747"/>
              <a:gd name="connsiteX1" fmla="*/ 7823276 w 7823276"/>
              <a:gd name="connsiteY1" fmla="*/ 0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23276"/>
              <a:gd name="connsiteY0" fmla="*/ 0 h 6098747"/>
              <a:gd name="connsiteX1" fmla="*/ 7823276 w 7823276"/>
              <a:gd name="connsiteY1" fmla="*/ 281354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281354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0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76030"/>
              <a:gd name="connsiteY0" fmla="*/ 0 h 6098747"/>
              <a:gd name="connsiteX1" fmla="*/ 7823276 w 7876030"/>
              <a:gd name="connsiteY1" fmla="*/ 0 h 6098747"/>
              <a:gd name="connsiteX2" fmla="*/ 7876030 w 7876030"/>
              <a:gd name="connsiteY2" fmla="*/ 6063578 h 6098747"/>
              <a:gd name="connsiteX3" fmla="*/ 0 w 7876030"/>
              <a:gd name="connsiteY3" fmla="*/ 6098747 h 6098747"/>
              <a:gd name="connsiteX4" fmla="*/ 0 w 7876030"/>
              <a:gd name="connsiteY4" fmla="*/ 0 h 6098747"/>
              <a:gd name="connsiteX0" fmla="*/ 0 w 7876030"/>
              <a:gd name="connsiteY0" fmla="*/ 0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0 w 7876030"/>
              <a:gd name="connsiteY4" fmla="*/ 0 h 6116332"/>
              <a:gd name="connsiteX0" fmla="*/ 344277 w 7876030"/>
              <a:gd name="connsiteY0" fmla="*/ 14937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876030"/>
              <a:gd name="connsiteY0" fmla="*/ 14937 h 6116332"/>
              <a:gd name="connsiteX1" fmla="*/ 7449062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486847"/>
              <a:gd name="connsiteY0" fmla="*/ 14937 h 6098747"/>
              <a:gd name="connsiteX1" fmla="*/ 7449062 w 7486847"/>
              <a:gd name="connsiteY1" fmla="*/ 0 h 6098747"/>
              <a:gd name="connsiteX2" fmla="*/ 7486847 w 7486847"/>
              <a:gd name="connsiteY2" fmla="*/ 6071518 h 6098747"/>
              <a:gd name="connsiteX3" fmla="*/ 0 w 7486847"/>
              <a:gd name="connsiteY3" fmla="*/ 6098747 h 6098747"/>
              <a:gd name="connsiteX4" fmla="*/ 344277 w 7486847"/>
              <a:gd name="connsiteY4" fmla="*/ 14937 h 6098747"/>
              <a:gd name="connsiteX0" fmla="*/ 0 w 7142570"/>
              <a:gd name="connsiteY0" fmla="*/ 14937 h 6128624"/>
              <a:gd name="connsiteX1" fmla="*/ 7104785 w 7142570"/>
              <a:gd name="connsiteY1" fmla="*/ 0 h 6128624"/>
              <a:gd name="connsiteX2" fmla="*/ 7142570 w 7142570"/>
              <a:gd name="connsiteY2" fmla="*/ 6071518 h 6128624"/>
              <a:gd name="connsiteX3" fmla="*/ 29937 w 7142570"/>
              <a:gd name="connsiteY3" fmla="*/ 6128624 h 6128624"/>
              <a:gd name="connsiteX4" fmla="*/ 0 w 7142570"/>
              <a:gd name="connsiteY4" fmla="*/ 14937 h 6128624"/>
              <a:gd name="connsiteX0" fmla="*/ 0 w 7142570"/>
              <a:gd name="connsiteY0" fmla="*/ 14937 h 6071518"/>
              <a:gd name="connsiteX1" fmla="*/ 7104785 w 7142570"/>
              <a:gd name="connsiteY1" fmla="*/ 0 h 6071518"/>
              <a:gd name="connsiteX2" fmla="*/ 7142570 w 7142570"/>
              <a:gd name="connsiteY2" fmla="*/ 6071518 h 6071518"/>
              <a:gd name="connsiteX3" fmla="*/ 44906 w 7142570"/>
              <a:gd name="connsiteY3" fmla="*/ 5721119 h 6071518"/>
              <a:gd name="connsiteX4" fmla="*/ 0 w 7142570"/>
              <a:gd name="connsiteY4" fmla="*/ 14937 h 6071518"/>
              <a:gd name="connsiteX0" fmla="*/ 0 w 7142570"/>
              <a:gd name="connsiteY0" fmla="*/ 0 h 6056581"/>
              <a:gd name="connsiteX1" fmla="*/ 7059880 w 7142570"/>
              <a:gd name="connsiteY1" fmla="*/ 47756 h 6056581"/>
              <a:gd name="connsiteX2" fmla="*/ 7142570 w 7142570"/>
              <a:gd name="connsiteY2" fmla="*/ 6056581 h 6056581"/>
              <a:gd name="connsiteX3" fmla="*/ 44906 w 7142570"/>
              <a:gd name="connsiteY3" fmla="*/ 5706182 h 6056581"/>
              <a:gd name="connsiteX4" fmla="*/ 0 w 7142570"/>
              <a:gd name="connsiteY4" fmla="*/ 0 h 6056581"/>
              <a:gd name="connsiteX0" fmla="*/ 0 w 7127601"/>
              <a:gd name="connsiteY0" fmla="*/ 0 h 5706182"/>
              <a:gd name="connsiteX1" fmla="*/ 7059880 w 7127601"/>
              <a:gd name="connsiteY1" fmla="*/ 47756 h 5706182"/>
              <a:gd name="connsiteX2" fmla="*/ 7127601 w 7127601"/>
              <a:gd name="connsiteY2" fmla="*/ 5680423 h 5706182"/>
              <a:gd name="connsiteX3" fmla="*/ 44906 w 7127601"/>
              <a:gd name="connsiteY3" fmla="*/ 5706182 h 5706182"/>
              <a:gd name="connsiteX4" fmla="*/ 0 w 7127601"/>
              <a:gd name="connsiteY4" fmla="*/ 0 h 5706182"/>
              <a:gd name="connsiteX0" fmla="*/ 0 w 7464105"/>
              <a:gd name="connsiteY0" fmla="*/ 0 h 5706182"/>
              <a:gd name="connsiteX1" fmla="*/ 7464032 w 7464105"/>
              <a:gd name="connsiteY1" fmla="*/ 126123 h 5706182"/>
              <a:gd name="connsiteX2" fmla="*/ 7127601 w 7464105"/>
              <a:gd name="connsiteY2" fmla="*/ 5680423 h 5706182"/>
              <a:gd name="connsiteX3" fmla="*/ 44906 w 7464105"/>
              <a:gd name="connsiteY3" fmla="*/ 5706182 h 5706182"/>
              <a:gd name="connsiteX4" fmla="*/ 0 w 7464105"/>
              <a:gd name="connsiteY4" fmla="*/ 0 h 5706182"/>
              <a:gd name="connsiteX0" fmla="*/ 0 w 7465177"/>
              <a:gd name="connsiteY0" fmla="*/ 0 h 5706182"/>
              <a:gd name="connsiteX1" fmla="*/ 7464032 w 7465177"/>
              <a:gd name="connsiteY1" fmla="*/ 126123 h 5706182"/>
              <a:gd name="connsiteX2" fmla="*/ 7456910 w 7465177"/>
              <a:gd name="connsiteY2" fmla="*/ 5555037 h 5706182"/>
              <a:gd name="connsiteX3" fmla="*/ 44906 w 7465177"/>
              <a:gd name="connsiteY3" fmla="*/ 5706182 h 5706182"/>
              <a:gd name="connsiteX4" fmla="*/ 0 w 7465177"/>
              <a:gd name="connsiteY4" fmla="*/ 0 h 5706182"/>
              <a:gd name="connsiteX0" fmla="*/ 0 w 7465177"/>
              <a:gd name="connsiteY0" fmla="*/ 0 h 5706182"/>
              <a:gd name="connsiteX1" fmla="*/ 7464032 w 7465177"/>
              <a:gd name="connsiteY1" fmla="*/ 298528 h 5706182"/>
              <a:gd name="connsiteX2" fmla="*/ 7456910 w 7465177"/>
              <a:gd name="connsiteY2" fmla="*/ 5555037 h 5706182"/>
              <a:gd name="connsiteX3" fmla="*/ 44906 w 7465177"/>
              <a:gd name="connsiteY3" fmla="*/ 5706182 h 5706182"/>
              <a:gd name="connsiteX4" fmla="*/ 0 w 7465177"/>
              <a:gd name="connsiteY4" fmla="*/ 0 h 5706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177" h="5706182">
                <a:moveTo>
                  <a:pt x="0" y="0"/>
                </a:moveTo>
                <a:lnTo>
                  <a:pt x="7464032" y="298528"/>
                </a:lnTo>
                <a:cubicBezTo>
                  <a:pt x="7469894" y="2208351"/>
                  <a:pt x="7451048" y="3645214"/>
                  <a:pt x="7456910" y="5555037"/>
                </a:cubicBezTo>
                <a:lnTo>
                  <a:pt x="44906" y="5706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4" name="矩形 5"/>
          <p:cNvSpPr/>
          <p:nvPr/>
        </p:nvSpPr>
        <p:spPr>
          <a:xfrm>
            <a:off x="-1" y="0"/>
            <a:ext cx="440060" cy="6858000"/>
          </a:xfrm>
          <a:custGeom>
            <a:avLst/>
            <a:gdLst>
              <a:gd name="connsiteX0" fmla="*/ 0 w 648072"/>
              <a:gd name="connsiteY0" fmla="*/ 0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752528 h 4752528"/>
              <a:gd name="connsiteX4" fmla="*/ 0 w 648072"/>
              <a:gd name="connsiteY4" fmla="*/ 0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752528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647596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586909 h 4752528"/>
              <a:gd name="connsiteX4" fmla="*/ 0 w 678053"/>
              <a:gd name="connsiteY4" fmla="*/ 194872 h 4752528"/>
              <a:gd name="connsiteX0" fmla="*/ 22127 w 648072"/>
              <a:gd name="connsiteY0" fmla="*/ 255559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586909 h 4752528"/>
              <a:gd name="connsiteX4" fmla="*/ 22127 w 648072"/>
              <a:gd name="connsiteY4" fmla="*/ 255559 h 4752528"/>
              <a:gd name="connsiteX0" fmla="*/ 0 w 652000"/>
              <a:gd name="connsiteY0" fmla="*/ 255559 h 4752528"/>
              <a:gd name="connsiteX1" fmla="*/ 652000 w 652000"/>
              <a:gd name="connsiteY1" fmla="*/ 0 h 4752528"/>
              <a:gd name="connsiteX2" fmla="*/ 652000 w 652000"/>
              <a:gd name="connsiteY2" fmla="*/ 4752528 h 4752528"/>
              <a:gd name="connsiteX3" fmla="*/ 3928 w 652000"/>
              <a:gd name="connsiteY3" fmla="*/ 4586909 h 4752528"/>
              <a:gd name="connsiteX4" fmla="*/ 0 w 652000"/>
              <a:gd name="connsiteY4" fmla="*/ 255559 h 4752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000" h="4752528">
                <a:moveTo>
                  <a:pt x="0" y="255559"/>
                </a:moveTo>
                <a:lnTo>
                  <a:pt x="652000" y="0"/>
                </a:lnTo>
                <a:lnTo>
                  <a:pt x="652000" y="4752528"/>
                </a:lnTo>
                <a:lnTo>
                  <a:pt x="3928" y="4586909"/>
                </a:lnTo>
                <a:cubicBezTo>
                  <a:pt x="2619" y="3143126"/>
                  <a:pt x="1309" y="1699342"/>
                  <a:pt x="0" y="255559"/>
                </a:cubicBezTo>
                <a:close/>
              </a:path>
            </a:pathLst>
          </a:custGeom>
          <a:solidFill>
            <a:srgbClr val="B88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827583" y="622429"/>
            <a:ext cx="1620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  <a:latin typeface="方正综艺简体" pitchFamily="65" charset="-122"/>
                <a:ea typeface="方正综艺简体" pitchFamily="65" charset="-122"/>
              </a:rPr>
              <a:t>目   录</a:t>
            </a:r>
            <a:endParaRPr lang="zh-CN" altLang="en-US" sz="3600" dirty="0">
              <a:solidFill>
                <a:schemeClr val="bg1"/>
              </a:solidFill>
              <a:latin typeface="方正综艺简体" pitchFamily="65" charset="-122"/>
              <a:ea typeface="方正综艺简体" pitchFamily="65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-35170" y="1779086"/>
            <a:ext cx="457644" cy="173992"/>
          </a:xfrm>
          <a:prstGeom prst="line">
            <a:avLst/>
          </a:prstGeom>
          <a:ln w="127000" cmpd="thinThick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24815" y="1766146"/>
            <a:ext cx="8769863" cy="9216"/>
          </a:xfrm>
          <a:prstGeom prst="line">
            <a:avLst/>
          </a:prstGeom>
          <a:ln w="127000" cmpd="thickThin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619672" y="1177588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 smtClean="0">
                <a:latin typeface="方正综艺简体" pitchFamily="65" charset="-122"/>
                <a:ea typeface="方正综艺简体" pitchFamily="65" charset="-122"/>
              </a:rPr>
              <a:t>ontents</a:t>
            </a:r>
            <a:endParaRPr lang="zh-CN" altLang="en-US" sz="2800" dirty="0">
              <a:latin typeface="方正综艺简体" pitchFamily="65" charset="-122"/>
              <a:ea typeface="方正综艺简体" pitchFamily="65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7544" y="-1093862"/>
            <a:ext cx="1656184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9900" dirty="0" smtClean="0">
                <a:latin typeface="★懐流体" pitchFamily="2" charset="-128"/>
                <a:ea typeface="★懐流体" pitchFamily="2" charset="-128"/>
              </a:rPr>
              <a:t>c</a:t>
            </a:r>
            <a:endParaRPr lang="zh-CN" altLang="en-US" sz="19900" dirty="0">
              <a:latin typeface="★懐流体" pitchFamily="2" charset="-128"/>
              <a:ea typeface="★懐流体" pitchFamily="2" charset="-128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528523" y="2195648"/>
            <a:ext cx="4032448" cy="4032448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853393" y="2518822"/>
            <a:ext cx="3386099" cy="338609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2159427" y="2828058"/>
            <a:ext cx="2772308" cy="277230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2501465" y="3170096"/>
            <a:ext cx="2088232" cy="208823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2789497" y="3456622"/>
            <a:ext cx="1512168" cy="1512168"/>
          </a:xfrm>
          <a:prstGeom prst="ellipse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987824" y="3924345"/>
            <a:ext cx="1241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微软雅黑" pitchFamily="34" charset="-122"/>
                <a:ea typeface="微软雅黑" pitchFamily="34" charset="-122"/>
              </a:rPr>
              <a:t>真 我</a:t>
            </a:r>
            <a:endParaRPr lang="zh-CN" altLang="en-US" sz="32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线形标注 2(带边框和强调线) 22"/>
          <p:cNvSpPr/>
          <p:nvPr/>
        </p:nvSpPr>
        <p:spPr>
          <a:xfrm>
            <a:off x="5940152" y="2884807"/>
            <a:ext cx="2160240" cy="479178"/>
          </a:xfrm>
          <a:prstGeom prst="accentBorderCallout2">
            <a:avLst>
              <a:gd name="adj1" fmla="val 18750"/>
              <a:gd name="adj2" fmla="val -8333"/>
              <a:gd name="adj3" fmla="val 117833"/>
              <a:gd name="adj4" fmla="val -19923"/>
              <a:gd name="adj5" fmla="val 112500"/>
              <a:gd name="adj6" fmla="val -35271"/>
            </a:avLst>
          </a:prstGeom>
          <a:solidFill>
            <a:schemeClr val="bg1"/>
          </a:solidFill>
          <a:ln w="38100">
            <a:solidFill>
              <a:schemeClr val="tx1">
                <a:lumMod val="85000"/>
                <a:lumOff val="15000"/>
              </a:schemeClr>
            </a:solidFill>
            <a:prstDash val="sysDot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57737" y="2933237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角色扮演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身份认同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线形标注 2(带边框和强调线) 24"/>
          <p:cNvSpPr/>
          <p:nvPr/>
        </p:nvSpPr>
        <p:spPr>
          <a:xfrm>
            <a:off x="5940152" y="3453878"/>
            <a:ext cx="2160240" cy="479178"/>
          </a:xfrm>
          <a:prstGeom prst="accentBorderCallout2">
            <a:avLst>
              <a:gd name="adj1" fmla="val 18750"/>
              <a:gd name="adj2" fmla="val -8333"/>
              <a:gd name="adj3" fmla="val 95815"/>
              <a:gd name="adj4" fmla="val -16667"/>
              <a:gd name="adj5" fmla="val 97821"/>
              <a:gd name="adj6" fmla="val -40155"/>
            </a:avLst>
          </a:prstGeom>
          <a:solidFill>
            <a:schemeClr val="bg1"/>
          </a:solidFill>
          <a:ln w="38100">
            <a:solidFill>
              <a:schemeClr val="tx1">
                <a:lumMod val="85000"/>
                <a:lumOff val="15000"/>
              </a:schemeClr>
            </a:solidFill>
            <a:prstDash val="sysDot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615608" y="3563724"/>
            <a:ext cx="1556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思   想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线形标注 2(带边框和强调线) 26"/>
          <p:cNvSpPr/>
          <p:nvPr/>
        </p:nvSpPr>
        <p:spPr>
          <a:xfrm>
            <a:off x="5940152" y="4068072"/>
            <a:ext cx="2160240" cy="479178"/>
          </a:xfrm>
          <a:prstGeom prst="accentBorderCallout2">
            <a:avLst>
              <a:gd name="adj1" fmla="val 18750"/>
              <a:gd name="adj2" fmla="val -8333"/>
              <a:gd name="adj3" fmla="val 95815"/>
              <a:gd name="adj4" fmla="val -16667"/>
              <a:gd name="adj5" fmla="val 94151"/>
              <a:gd name="adj6" fmla="val -56435"/>
            </a:avLst>
          </a:prstGeom>
          <a:solidFill>
            <a:schemeClr val="bg1"/>
          </a:solidFill>
          <a:ln w="38100">
            <a:solidFill>
              <a:schemeClr val="tx1">
                <a:lumMod val="85000"/>
                <a:lumOff val="15000"/>
              </a:schemeClr>
            </a:solidFill>
            <a:prstDash val="sysDot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60232" y="4122995"/>
            <a:ext cx="1556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情   绪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线形标注 2(带边框和强调线) 28"/>
          <p:cNvSpPr/>
          <p:nvPr/>
        </p:nvSpPr>
        <p:spPr>
          <a:xfrm>
            <a:off x="5940152" y="4678014"/>
            <a:ext cx="2160240" cy="479178"/>
          </a:xfrm>
          <a:prstGeom prst="accentBorderCallout2">
            <a:avLst>
              <a:gd name="adj1" fmla="val 18750"/>
              <a:gd name="adj2" fmla="val -8333"/>
              <a:gd name="adj3" fmla="val 77466"/>
              <a:gd name="adj4" fmla="val -17481"/>
              <a:gd name="adj5" fmla="val 79473"/>
              <a:gd name="adj6" fmla="val -86553"/>
            </a:avLst>
          </a:prstGeom>
          <a:solidFill>
            <a:schemeClr val="bg1"/>
          </a:solidFill>
          <a:ln w="38100">
            <a:solidFill>
              <a:schemeClr val="tx1">
                <a:lumMod val="85000"/>
                <a:lumOff val="15000"/>
              </a:schemeClr>
            </a:solidFill>
            <a:prstDash val="sysDot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60232" y="4732937"/>
            <a:ext cx="1556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身   体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闪电形 31"/>
          <p:cNvSpPr/>
          <p:nvPr/>
        </p:nvSpPr>
        <p:spPr>
          <a:xfrm>
            <a:off x="1619672" y="2366465"/>
            <a:ext cx="1961914" cy="1854623"/>
          </a:xfrm>
          <a:prstGeom prst="lightningBol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005522" y="1228690"/>
            <a:ext cx="4590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层层包裹的同心圆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未知的自己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883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5"/>
          <p:cNvSpPr/>
          <p:nvPr/>
        </p:nvSpPr>
        <p:spPr>
          <a:xfrm>
            <a:off x="383638" y="13231"/>
            <a:ext cx="8769863" cy="6840000"/>
          </a:xfrm>
          <a:custGeom>
            <a:avLst/>
            <a:gdLst>
              <a:gd name="connsiteX0" fmla="*/ 0 w 7823276"/>
              <a:gd name="connsiteY0" fmla="*/ 0 h 6098747"/>
              <a:gd name="connsiteX1" fmla="*/ 7823276 w 7823276"/>
              <a:gd name="connsiteY1" fmla="*/ 0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23276"/>
              <a:gd name="connsiteY0" fmla="*/ 0 h 6098747"/>
              <a:gd name="connsiteX1" fmla="*/ 7823276 w 7823276"/>
              <a:gd name="connsiteY1" fmla="*/ 281354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281354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0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76030"/>
              <a:gd name="connsiteY0" fmla="*/ 0 h 6098747"/>
              <a:gd name="connsiteX1" fmla="*/ 7823276 w 7876030"/>
              <a:gd name="connsiteY1" fmla="*/ 0 h 6098747"/>
              <a:gd name="connsiteX2" fmla="*/ 7876030 w 7876030"/>
              <a:gd name="connsiteY2" fmla="*/ 6063578 h 6098747"/>
              <a:gd name="connsiteX3" fmla="*/ 0 w 7876030"/>
              <a:gd name="connsiteY3" fmla="*/ 6098747 h 6098747"/>
              <a:gd name="connsiteX4" fmla="*/ 0 w 7876030"/>
              <a:gd name="connsiteY4" fmla="*/ 0 h 6098747"/>
              <a:gd name="connsiteX0" fmla="*/ 0 w 7876030"/>
              <a:gd name="connsiteY0" fmla="*/ 0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0 w 7876030"/>
              <a:gd name="connsiteY4" fmla="*/ 0 h 6116332"/>
              <a:gd name="connsiteX0" fmla="*/ 344277 w 7876030"/>
              <a:gd name="connsiteY0" fmla="*/ 14937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876030"/>
              <a:gd name="connsiteY0" fmla="*/ 14937 h 6116332"/>
              <a:gd name="connsiteX1" fmla="*/ 7449062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486847"/>
              <a:gd name="connsiteY0" fmla="*/ 14937 h 6098747"/>
              <a:gd name="connsiteX1" fmla="*/ 7449062 w 7486847"/>
              <a:gd name="connsiteY1" fmla="*/ 0 h 6098747"/>
              <a:gd name="connsiteX2" fmla="*/ 7486847 w 7486847"/>
              <a:gd name="connsiteY2" fmla="*/ 6071518 h 6098747"/>
              <a:gd name="connsiteX3" fmla="*/ 0 w 7486847"/>
              <a:gd name="connsiteY3" fmla="*/ 6098747 h 6098747"/>
              <a:gd name="connsiteX4" fmla="*/ 344277 w 7486847"/>
              <a:gd name="connsiteY4" fmla="*/ 14937 h 6098747"/>
              <a:gd name="connsiteX0" fmla="*/ 0 w 7142570"/>
              <a:gd name="connsiteY0" fmla="*/ 14937 h 6128624"/>
              <a:gd name="connsiteX1" fmla="*/ 7104785 w 7142570"/>
              <a:gd name="connsiteY1" fmla="*/ 0 h 6128624"/>
              <a:gd name="connsiteX2" fmla="*/ 7142570 w 7142570"/>
              <a:gd name="connsiteY2" fmla="*/ 6071518 h 6128624"/>
              <a:gd name="connsiteX3" fmla="*/ 29937 w 7142570"/>
              <a:gd name="connsiteY3" fmla="*/ 6128624 h 6128624"/>
              <a:gd name="connsiteX4" fmla="*/ 0 w 7142570"/>
              <a:gd name="connsiteY4" fmla="*/ 14937 h 6128624"/>
              <a:gd name="connsiteX0" fmla="*/ 0 w 7142570"/>
              <a:gd name="connsiteY0" fmla="*/ 14937 h 6071518"/>
              <a:gd name="connsiteX1" fmla="*/ 7104785 w 7142570"/>
              <a:gd name="connsiteY1" fmla="*/ 0 h 6071518"/>
              <a:gd name="connsiteX2" fmla="*/ 7142570 w 7142570"/>
              <a:gd name="connsiteY2" fmla="*/ 6071518 h 6071518"/>
              <a:gd name="connsiteX3" fmla="*/ 44906 w 7142570"/>
              <a:gd name="connsiteY3" fmla="*/ 5721119 h 6071518"/>
              <a:gd name="connsiteX4" fmla="*/ 0 w 7142570"/>
              <a:gd name="connsiteY4" fmla="*/ 14937 h 6071518"/>
              <a:gd name="connsiteX0" fmla="*/ 0 w 7142570"/>
              <a:gd name="connsiteY0" fmla="*/ 0 h 6056581"/>
              <a:gd name="connsiteX1" fmla="*/ 7059880 w 7142570"/>
              <a:gd name="connsiteY1" fmla="*/ 47756 h 6056581"/>
              <a:gd name="connsiteX2" fmla="*/ 7142570 w 7142570"/>
              <a:gd name="connsiteY2" fmla="*/ 6056581 h 6056581"/>
              <a:gd name="connsiteX3" fmla="*/ 44906 w 7142570"/>
              <a:gd name="connsiteY3" fmla="*/ 5706182 h 6056581"/>
              <a:gd name="connsiteX4" fmla="*/ 0 w 7142570"/>
              <a:gd name="connsiteY4" fmla="*/ 0 h 6056581"/>
              <a:gd name="connsiteX0" fmla="*/ 0 w 7127601"/>
              <a:gd name="connsiteY0" fmla="*/ 0 h 5706182"/>
              <a:gd name="connsiteX1" fmla="*/ 7059880 w 7127601"/>
              <a:gd name="connsiteY1" fmla="*/ 47756 h 5706182"/>
              <a:gd name="connsiteX2" fmla="*/ 7127601 w 7127601"/>
              <a:gd name="connsiteY2" fmla="*/ 5680423 h 5706182"/>
              <a:gd name="connsiteX3" fmla="*/ 44906 w 7127601"/>
              <a:gd name="connsiteY3" fmla="*/ 5706182 h 5706182"/>
              <a:gd name="connsiteX4" fmla="*/ 0 w 7127601"/>
              <a:gd name="connsiteY4" fmla="*/ 0 h 5706182"/>
              <a:gd name="connsiteX0" fmla="*/ 0 w 7464105"/>
              <a:gd name="connsiteY0" fmla="*/ 0 h 5706182"/>
              <a:gd name="connsiteX1" fmla="*/ 7464032 w 7464105"/>
              <a:gd name="connsiteY1" fmla="*/ 126123 h 5706182"/>
              <a:gd name="connsiteX2" fmla="*/ 7127601 w 7464105"/>
              <a:gd name="connsiteY2" fmla="*/ 5680423 h 5706182"/>
              <a:gd name="connsiteX3" fmla="*/ 44906 w 7464105"/>
              <a:gd name="connsiteY3" fmla="*/ 5706182 h 5706182"/>
              <a:gd name="connsiteX4" fmla="*/ 0 w 7464105"/>
              <a:gd name="connsiteY4" fmla="*/ 0 h 5706182"/>
              <a:gd name="connsiteX0" fmla="*/ 0 w 7465177"/>
              <a:gd name="connsiteY0" fmla="*/ 0 h 5706182"/>
              <a:gd name="connsiteX1" fmla="*/ 7464032 w 7465177"/>
              <a:gd name="connsiteY1" fmla="*/ 126123 h 5706182"/>
              <a:gd name="connsiteX2" fmla="*/ 7456910 w 7465177"/>
              <a:gd name="connsiteY2" fmla="*/ 5555037 h 5706182"/>
              <a:gd name="connsiteX3" fmla="*/ 44906 w 7465177"/>
              <a:gd name="connsiteY3" fmla="*/ 5706182 h 5706182"/>
              <a:gd name="connsiteX4" fmla="*/ 0 w 7465177"/>
              <a:gd name="connsiteY4" fmla="*/ 0 h 5706182"/>
              <a:gd name="connsiteX0" fmla="*/ 0 w 7465177"/>
              <a:gd name="connsiteY0" fmla="*/ 0 h 5706182"/>
              <a:gd name="connsiteX1" fmla="*/ 7464032 w 7465177"/>
              <a:gd name="connsiteY1" fmla="*/ 298528 h 5706182"/>
              <a:gd name="connsiteX2" fmla="*/ 7456910 w 7465177"/>
              <a:gd name="connsiteY2" fmla="*/ 5555037 h 5706182"/>
              <a:gd name="connsiteX3" fmla="*/ 44906 w 7465177"/>
              <a:gd name="connsiteY3" fmla="*/ 5706182 h 5706182"/>
              <a:gd name="connsiteX4" fmla="*/ 0 w 7465177"/>
              <a:gd name="connsiteY4" fmla="*/ 0 h 5706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177" h="5706182">
                <a:moveTo>
                  <a:pt x="0" y="0"/>
                </a:moveTo>
                <a:lnTo>
                  <a:pt x="7464032" y="298528"/>
                </a:lnTo>
                <a:cubicBezTo>
                  <a:pt x="7469894" y="2208351"/>
                  <a:pt x="7451048" y="3645214"/>
                  <a:pt x="7456910" y="5555037"/>
                </a:cubicBezTo>
                <a:lnTo>
                  <a:pt x="44906" y="5706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4" name="矩形 5"/>
          <p:cNvSpPr/>
          <p:nvPr/>
        </p:nvSpPr>
        <p:spPr>
          <a:xfrm>
            <a:off x="-1" y="0"/>
            <a:ext cx="440060" cy="6858000"/>
          </a:xfrm>
          <a:custGeom>
            <a:avLst/>
            <a:gdLst>
              <a:gd name="connsiteX0" fmla="*/ 0 w 648072"/>
              <a:gd name="connsiteY0" fmla="*/ 0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752528 h 4752528"/>
              <a:gd name="connsiteX4" fmla="*/ 0 w 648072"/>
              <a:gd name="connsiteY4" fmla="*/ 0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752528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647596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586909 h 4752528"/>
              <a:gd name="connsiteX4" fmla="*/ 0 w 678053"/>
              <a:gd name="connsiteY4" fmla="*/ 194872 h 4752528"/>
              <a:gd name="connsiteX0" fmla="*/ 22127 w 648072"/>
              <a:gd name="connsiteY0" fmla="*/ 255559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586909 h 4752528"/>
              <a:gd name="connsiteX4" fmla="*/ 22127 w 648072"/>
              <a:gd name="connsiteY4" fmla="*/ 255559 h 4752528"/>
              <a:gd name="connsiteX0" fmla="*/ 0 w 652000"/>
              <a:gd name="connsiteY0" fmla="*/ 255559 h 4752528"/>
              <a:gd name="connsiteX1" fmla="*/ 652000 w 652000"/>
              <a:gd name="connsiteY1" fmla="*/ 0 h 4752528"/>
              <a:gd name="connsiteX2" fmla="*/ 652000 w 652000"/>
              <a:gd name="connsiteY2" fmla="*/ 4752528 h 4752528"/>
              <a:gd name="connsiteX3" fmla="*/ 3928 w 652000"/>
              <a:gd name="connsiteY3" fmla="*/ 4586909 h 4752528"/>
              <a:gd name="connsiteX4" fmla="*/ 0 w 652000"/>
              <a:gd name="connsiteY4" fmla="*/ 255559 h 4752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000" h="4752528">
                <a:moveTo>
                  <a:pt x="0" y="255559"/>
                </a:moveTo>
                <a:lnTo>
                  <a:pt x="652000" y="0"/>
                </a:lnTo>
                <a:lnTo>
                  <a:pt x="652000" y="4752528"/>
                </a:lnTo>
                <a:lnTo>
                  <a:pt x="3928" y="4586909"/>
                </a:lnTo>
                <a:cubicBezTo>
                  <a:pt x="2619" y="3143126"/>
                  <a:pt x="1309" y="1699342"/>
                  <a:pt x="0" y="255559"/>
                </a:cubicBezTo>
                <a:close/>
              </a:path>
            </a:pathLst>
          </a:custGeom>
          <a:solidFill>
            <a:srgbClr val="B88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-35170" y="1779086"/>
            <a:ext cx="457644" cy="173992"/>
          </a:xfrm>
          <a:prstGeom prst="line">
            <a:avLst/>
          </a:prstGeom>
          <a:ln w="127000" cmpd="thinThick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24815" y="1766146"/>
            <a:ext cx="8769863" cy="9216"/>
          </a:xfrm>
          <a:prstGeom prst="line">
            <a:avLst/>
          </a:prstGeom>
          <a:ln w="127000" cmpd="thickThin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67544" y="-315416"/>
            <a:ext cx="230425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800" dirty="0" smtClean="0">
                <a:latin typeface="★懐流体" pitchFamily="2" charset="-128"/>
                <a:ea typeface="★懐流体" pitchFamily="2" charset="-128"/>
              </a:rPr>
              <a:t>T</a:t>
            </a:r>
            <a:endParaRPr lang="zh-CN" altLang="en-US" sz="13800" dirty="0">
              <a:latin typeface="★懐流体" pitchFamily="2" charset="-128"/>
              <a:ea typeface="★懐流体" pitchFamily="2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43608" y="1044025"/>
            <a:ext cx="1296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方正综艺简体" pitchFamily="65" charset="-122"/>
                <a:ea typeface="方正综艺简体" pitchFamily="65" charset="-122"/>
              </a:rPr>
              <a:t>真我</a:t>
            </a:r>
            <a:endParaRPr lang="zh-CN" altLang="en-US" sz="3200" dirty="0">
              <a:solidFill>
                <a:schemeClr val="bg1"/>
              </a:solidFill>
              <a:latin typeface="方正综艺简体" pitchFamily="65" charset="-122"/>
              <a:ea typeface="方正综艺简体" pitchFamily="65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 rot="10800000" flipV="1">
            <a:off x="1922944" y="900886"/>
            <a:ext cx="125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 err="1" smtClean="0">
                <a:latin typeface="★懐流体" pitchFamily="2" charset="-128"/>
                <a:ea typeface="★懐流体" pitchFamily="2" charset="-128"/>
              </a:rPr>
              <a:t>ure</a:t>
            </a:r>
            <a:endParaRPr lang="zh-CN" altLang="en-US" sz="4400" dirty="0">
              <a:latin typeface="★懐流体" pitchFamily="2" charset="-128"/>
              <a:ea typeface="★懐流体" pitchFamily="2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43808" y="1213450"/>
            <a:ext cx="4590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生命能量的源头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爱，喜悦，和平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87624" y="2581161"/>
            <a:ext cx="75029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任何能丢弃自己不实的身份认同，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而且自己的思想、情绪、以及身体所限制和阻碍的人，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都能展现出真我的特质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61506" y="4582869"/>
            <a:ext cx="4590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爱，喜悦，和平</a:t>
            </a:r>
            <a:endParaRPr lang="zh-CN" altLang="en-US" sz="36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4479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5"/>
          <p:cNvSpPr/>
          <p:nvPr/>
        </p:nvSpPr>
        <p:spPr>
          <a:xfrm>
            <a:off x="383638" y="-2009"/>
            <a:ext cx="8769863" cy="6840000"/>
          </a:xfrm>
          <a:custGeom>
            <a:avLst/>
            <a:gdLst>
              <a:gd name="connsiteX0" fmla="*/ 0 w 7823276"/>
              <a:gd name="connsiteY0" fmla="*/ 0 h 6098747"/>
              <a:gd name="connsiteX1" fmla="*/ 7823276 w 7823276"/>
              <a:gd name="connsiteY1" fmla="*/ 0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23276"/>
              <a:gd name="connsiteY0" fmla="*/ 0 h 6098747"/>
              <a:gd name="connsiteX1" fmla="*/ 7823276 w 7823276"/>
              <a:gd name="connsiteY1" fmla="*/ 281354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281354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0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76030"/>
              <a:gd name="connsiteY0" fmla="*/ 0 h 6098747"/>
              <a:gd name="connsiteX1" fmla="*/ 7823276 w 7876030"/>
              <a:gd name="connsiteY1" fmla="*/ 0 h 6098747"/>
              <a:gd name="connsiteX2" fmla="*/ 7876030 w 7876030"/>
              <a:gd name="connsiteY2" fmla="*/ 6063578 h 6098747"/>
              <a:gd name="connsiteX3" fmla="*/ 0 w 7876030"/>
              <a:gd name="connsiteY3" fmla="*/ 6098747 h 6098747"/>
              <a:gd name="connsiteX4" fmla="*/ 0 w 7876030"/>
              <a:gd name="connsiteY4" fmla="*/ 0 h 6098747"/>
              <a:gd name="connsiteX0" fmla="*/ 0 w 7876030"/>
              <a:gd name="connsiteY0" fmla="*/ 0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0 w 7876030"/>
              <a:gd name="connsiteY4" fmla="*/ 0 h 6116332"/>
              <a:gd name="connsiteX0" fmla="*/ 344277 w 7876030"/>
              <a:gd name="connsiteY0" fmla="*/ 14937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876030"/>
              <a:gd name="connsiteY0" fmla="*/ 14937 h 6116332"/>
              <a:gd name="connsiteX1" fmla="*/ 7449062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486847"/>
              <a:gd name="connsiteY0" fmla="*/ 14937 h 6098747"/>
              <a:gd name="connsiteX1" fmla="*/ 7449062 w 7486847"/>
              <a:gd name="connsiteY1" fmla="*/ 0 h 6098747"/>
              <a:gd name="connsiteX2" fmla="*/ 7486847 w 7486847"/>
              <a:gd name="connsiteY2" fmla="*/ 6071518 h 6098747"/>
              <a:gd name="connsiteX3" fmla="*/ 0 w 7486847"/>
              <a:gd name="connsiteY3" fmla="*/ 6098747 h 6098747"/>
              <a:gd name="connsiteX4" fmla="*/ 344277 w 7486847"/>
              <a:gd name="connsiteY4" fmla="*/ 14937 h 6098747"/>
              <a:gd name="connsiteX0" fmla="*/ 0 w 7142570"/>
              <a:gd name="connsiteY0" fmla="*/ 14937 h 6128624"/>
              <a:gd name="connsiteX1" fmla="*/ 7104785 w 7142570"/>
              <a:gd name="connsiteY1" fmla="*/ 0 h 6128624"/>
              <a:gd name="connsiteX2" fmla="*/ 7142570 w 7142570"/>
              <a:gd name="connsiteY2" fmla="*/ 6071518 h 6128624"/>
              <a:gd name="connsiteX3" fmla="*/ 29937 w 7142570"/>
              <a:gd name="connsiteY3" fmla="*/ 6128624 h 6128624"/>
              <a:gd name="connsiteX4" fmla="*/ 0 w 7142570"/>
              <a:gd name="connsiteY4" fmla="*/ 14937 h 6128624"/>
              <a:gd name="connsiteX0" fmla="*/ 0 w 7142570"/>
              <a:gd name="connsiteY0" fmla="*/ 14937 h 6071518"/>
              <a:gd name="connsiteX1" fmla="*/ 7104785 w 7142570"/>
              <a:gd name="connsiteY1" fmla="*/ 0 h 6071518"/>
              <a:gd name="connsiteX2" fmla="*/ 7142570 w 7142570"/>
              <a:gd name="connsiteY2" fmla="*/ 6071518 h 6071518"/>
              <a:gd name="connsiteX3" fmla="*/ 44906 w 7142570"/>
              <a:gd name="connsiteY3" fmla="*/ 5721119 h 6071518"/>
              <a:gd name="connsiteX4" fmla="*/ 0 w 7142570"/>
              <a:gd name="connsiteY4" fmla="*/ 14937 h 6071518"/>
              <a:gd name="connsiteX0" fmla="*/ 0 w 7142570"/>
              <a:gd name="connsiteY0" fmla="*/ 0 h 6056581"/>
              <a:gd name="connsiteX1" fmla="*/ 7059880 w 7142570"/>
              <a:gd name="connsiteY1" fmla="*/ 47756 h 6056581"/>
              <a:gd name="connsiteX2" fmla="*/ 7142570 w 7142570"/>
              <a:gd name="connsiteY2" fmla="*/ 6056581 h 6056581"/>
              <a:gd name="connsiteX3" fmla="*/ 44906 w 7142570"/>
              <a:gd name="connsiteY3" fmla="*/ 5706182 h 6056581"/>
              <a:gd name="connsiteX4" fmla="*/ 0 w 7142570"/>
              <a:gd name="connsiteY4" fmla="*/ 0 h 6056581"/>
              <a:gd name="connsiteX0" fmla="*/ 0 w 7127601"/>
              <a:gd name="connsiteY0" fmla="*/ 0 h 5706182"/>
              <a:gd name="connsiteX1" fmla="*/ 7059880 w 7127601"/>
              <a:gd name="connsiteY1" fmla="*/ 47756 h 5706182"/>
              <a:gd name="connsiteX2" fmla="*/ 7127601 w 7127601"/>
              <a:gd name="connsiteY2" fmla="*/ 5680423 h 5706182"/>
              <a:gd name="connsiteX3" fmla="*/ 44906 w 7127601"/>
              <a:gd name="connsiteY3" fmla="*/ 5706182 h 5706182"/>
              <a:gd name="connsiteX4" fmla="*/ 0 w 7127601"/>
              <a:gd name="connsiteY4" fmla="*/ 0 h 5706182"/>
              <a:gd name="connsiteX0" fmla="*/ 0 w 7464105"/>
              <a:gd name="connsiteY0" fmla="*/ 0 h 5706182"/>
              <a:gd name="connsiteX1" fmla="*/ 7464032 w 7464105"/>
              <a:gd name="connsiteY1" fmla="*/ 126123 h 5706182"/>
              <a:gd name="connsiteX2" fmla="*/ 7127601 w 7464105"/>
              <a:gd name="connsiteY2" fmla="*/ 5680423 h 5706182"/>
              <a:gd name="connsiteX3" fmla="*/ 44906 w 7464105"/>
              <a:gd name="connsiteY3" fmla="*/ 5706182 h 5706182"/>
              <a:gd name="connsiteX4" fmla="*/ 0 w 7464105"/>
              <a:gd name="connsiteY4" fmla="*/ 0 h 5706182"/>
              <a:gd name="connsiteX0" fmla="*/ 0 w 7465177"/>
              <a:gd name="connsiteY0" fmla="*/ 0 h 5706182"/>
              <a:gd name="connsiteX1" fmla="*/ 7464032 w 7465177"/>
              <a:gd name="connsiteY1" fmla="*/ 126123 h 5706182"/>
              <a:gd name="connsiteX2" fmla="*/ 7456910 w 7465177"/>
              <a:gd name="connsiteY2" fmla="*/ 5555037 h 5706182"/>
              <a:gd name="connsiteX3" fmla="*/ 44906 w 7465177"/>
              <a:gd name="connsiteY3" fmla="*/ 5706182 h 5706182"/>
              <a:gd name="connsiteX4" fmla="*/ 0 w 7465177"/>
              <a:gd name="connsiteY4" fmla="*/ 0 h 5706182"/>
              <a:gd name="connsiteX0" fmla="*/ 0 w 7465177"/>
              <a:gd name="connsiteY0" fmla="*/ 0 h 5706182"/>
              <a:gd name="connsiteX1" fmla="*/ 7464032 w 7465177"/>
              <a:gd name="connsiteY1" fmla="*/ 298528 h 5706182"/>
              <a:gd name="connsiteX2" fmla="*/ 7456910 w 7465177"/>
              <a:gd name="connsiteY2" fmla="*/ 5555037 h 5706182"/>
              <a:gd name="connsiteX3" fmla="*/ 44906 w 7465177"/>
              <a:gd name="connsiteY3" fmla="*/ 5706182 h 5706182"/>
              <a:gd name="connsiteX4" fmla="*/ 0 w 7465177"/>
              <a:gd name="connsiteY4" fmla="*/ 0 h 5706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177" h="5706182">
                <a:moveTo>
                  <a:pt x="0" y="0"/>
                </a:moveTo>
                <a:lnTo>
                  <a:pt x="7464032" y="298528"/>
                </a:lnTo>
                <a:cubicBezTo>
                  <a:pt x="7469894" y="2208351"/>
                  <a:pt x="7451048" y="3645214"/>
                  <a:pt x="7456910" y="5555037"/>
                </a:cubicBezTo>
                <a:lnTo>
                  <a:pt x="44906" y="5706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4" name="矩形 5"/>
          <p:cNvSpPr/>
          <p:nvPr/>
        </p:nvSpPr>
        <p:spPr>
          <a:xfrm>
            <a:off x="-1" y="0"/>
            <a:ext cx="440060" cy="6858000"/>
          </a:xfrm>
          <a:custGeom>
            <a:avLst/>
            <a:gdLst>
              <a:gd name="connsiteX0" fmla="*/ 0 w 648072"/>
              <a:gd name="connsiteY0" fmla="*/ 0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752528 h 4752528"/>
              <a:gd name="connsiteX4" fmla="*/ 0 w 648072"/>
              <a:gd name="connsiteY4" fmla="*/ 0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752528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647596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586909 h 4752528"/>
              <a:gd name="connsiteX4" fmla="*/ 0 w 678053"/>
              <a:gd name="connsiteY4" fmla="*/ 194872 h 4752528"/>
              <a:gd name="connsiteX0" fmla="*/ 22127 w 648072"/>
              <a:gd name="connsiteY0" fmla="*/ 255559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586909 h 4752528"/>
              <a:gd name="connsiteX4" fmla="*/ 22127 w 648072"/>
              <a:gd name="connsiteY4" fmla="*/ 255559 h 4752528"/>
              <a:gd name="connsiteX0" fmla="*/ 0 w 652000"/>
              <a:gd name="connsiteY0" fmla="*/ 255559 h 4752528"/>
              <a:gd name="connsiteX1" fmla="*/ 652000 w 652000"/>
              <a:gd name="connsiteY1" fmla="*/ 0 h 4752528"/>
              <a:gd name="connsiteX2" fmla="*/ 652000 w 652000"/>
              <a:gd name="connsiteY2" fmla="*/ 4752528 h 4752528"/>
              <a:gd name="connsiteX3" fmla="*/ 3928 w 652000"/>
              <a:gd name="connsiteY3" fmla="*/ 4586909 h 4752528"/>
              <a:gd name="connsiteX4" fmla="*/ 0 w 652000"/>
              <a:gd name="connsiteY4" fmla="*/ 255559 h 4752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000" h="4752528">
                <a:moveTo>
                  <a:pt x="0" y="255559"/>
                </a:moveTo>
                <a:lnTo>
                  <a:pt x="652000" y="0"/>
                </a:lnTo>
                <a:lnTo>
                  <a:pt x="652000" y="4752528"/>
                </a:lnTo>
                <a:lnTo>
                  <a:pt x="3928" y="4586909"/>
                </a:lnTo>
                <a:cubicBezTo>
                  <a:pt x="2619" y="3143126"/>
                  <a:pt x="1309" y="1699342"/>
                  <a:pt x="0" y="255559"/>
                </a:cubicBezTo>
                <a:close/>
              </a:path>
            </a:pathLst>
          </a:custGeom>
          <a:solidFill>
            <a:srgbClr val="B88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9900" y="1742840"/>
            <a:ext cx="457644" cy="173992"/>
          </a:xfrm>
          <a:prstGeom prst="line">
            <a:avLst/>
          </a:prstGeom>
          <a:ln w="127000" cmpd="thinThick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23473" y="1763600"/>
            <a:ext cx="8769863" cy="9216"/>
          </a:xfrm>
          <a:prstGeom prst="line">
            <a:avLst/>
          </a:prstGeom>
          <a:ln w="127000" cmpd="thickThin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67544" y="-315416"/>
            <a:ext cx="230425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800" dirty="0" smtClean="0">
                <a:latin typeface="★懐流体" pitchFamily="2" charset="-128"/>
                <a:ea typeface="★懐流体" pitchFamily="2" charset="-128"/>
              </a:rPr>
              <a:t>T</a:t>
            </a:r>
            <a:endParaRPr lang="zh-CN" altLang="en-US" sz="13800" dirty="0">
              <a:latin typeface="★懐流体" pitchFamily="2" charset="-128"/>
              <a:ea typeface="★懐流体" pitchFamily="2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43608" y="1044025"/>
            <a:ext cx="1296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方正综艺简体" pitchFamily="65" charset="-122"/>
                <a:ea typeface="方正综艺简体" pitchFamily="65" charset="-122"/>
              </a:rPr>
              <a:t>真我</a:t>
            </a:r>
            <a:endParaRPr lang="zh-CN" altLang="en-US" sz="3200" dirty="0">
              <a:solidFill>
                <a:schemeClr val="bg1"/>
              </a:solidFill>
              <a:latin typeface="方正综艺简体" pitchFamily="65" charset="-122"/>
              <a:ea typeface="方正综艺简体" pitchFamily="65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 rot="10800000" flipV="1">
            <a:off x="1938184" y="916126"/>
            <a:ext cx="125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 err="1" smtClean="0">
                <a:latin typeface="★懐流体" pitchFamily="2" charset="-128"/>
                <a:ea typeface="★懐流体" pitchFamily="2" charset="-128"/>
              </a:rPr>
              <a:t>ure</a:t>
            </a:r>
            <a:endParaRPr lang="zh-CN" altLang="en-US" sz="4400" dirty="0">
              <a:latin typeface="★懐流体" pitchFamily="2" charset="-128"/>
              <a:ea typeface="★懐流体" pitchFamily="2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15816" y="1228690"/>
            <a:ext cx="63367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如何展现真我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-4429000" y="2132856"/>
            <a:ext cx="3185592" cy="3185592"/>
            <a:chOff x="-4429000" y="2132856"/>
            <a:chExt cx="3185592" cy="3185592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4004" b="94238" l="9961" r="89844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429000" y="2132856"/>
              <a:ext cx="3185592" cy="3185592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567245" y="4253490"/>
              <a:ext cx="731041" cy="626607"/>
            </a:xfrm>
            <a:prstGeom prst="rect">
              <a:avLst/>
            </a:prstGeom>
          </p:spPr>
        </p:pic>
      </p:grpSp>
      <p:sp>
        <p:nvSpPr>
          <p:cNvPr id="13" name="TextBox 12"/>
          <p:cNvSpPr txBox="1"/>
          <p:nvPr/>
        </p:nvSpPr>
        <p:spPr>
          <a:xfrm>
            <a:off x="3877817" y="3582129"/>
            <a:ext cx="63367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打破层层的障碍！</a:t>
            </a:r>
            <a:endParaRPr lang="zh-CN" altLang="en-US" sz="4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-1459432" y="3283154"/>
            <a:ext cx="216024" cy="3076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31" r="38750" b="6371"/>
          <a:stretch/>
        </p:blipFill>
        <p:spPr>
          <a:xfrm>
            <a:off x="1175047" y="2782446"/>
            <a:ext cx="2719930" cy="2590770"/>
          </a:xfrm>
          <a:prstGeom prst="rect">
            <a:avLst/>
          </a:prstGeom>
          <a:ln w="28575">
            <a:solidFill>
              <a:schemeClr val="accent6">
                <a:lumMod val="50000"/>
              </a:schemeClr>
            </a:solidFill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593145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5"/>
          <p:cNvSpPr/>
          <p:nvPr/>
        </p:nvSpPr>
        <p:spPr>
          <a:xfrm>
            <a:off x="380038" y="15498"/>
            <a:ext cx="8769863" cy="6840000"/>
          </a:xfrm>
          <a:custGeom>
            <a:avLst/>
            <a:gdLst>
              <a:gd name="connsiteX0" fmla="*/ 0 w 7823276"/>
              <a:gd name="connsiteY0" fmla="*/ 0 h 6098747"/>
              <a:gd name="connsiteX1" fmla="*/ 7823276 w 7823276"/>
              <a:gd name="connsiteY1" fmla="*/ 0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23276"/>
              <a:gd name="connsiteY0" fmla="*/ 0 h 6098747"/>
              <a:gd name="connsiteX1" fmla="*/ 7823276 w 7823276"/>
              <a:gd name="connsiteY1" fmla="*/ 281354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281354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0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76030"/>
              <a:gd name="connsiteY0" fmla="*/ 0 h 6098747"/>
              <a:gd name="connsiteX1" fmla="*/ 7823276 w 7876030"/>
              <a:gd name="connsiteY1" fmla="*/ 0 h 6098747"/>
              <a:gd name="connsiteX2" fmla="*/ 7876030 w 7876030"/>
              <a:gd name="connsiteY2" fmla="*/ 6063578 h 6098747"/>
              <a:gd name="connsiteX3" fmla="*/ 0 w 7876030"/>
              <a:gd name="connsiteY3" fmla="*/ 6098747 h 6098747"/>
              <a:gd name="connsiteX4" fmla="*/ 0 w 7876030"/>
              <a:gd name="connsiteY4" fmla="*/ 0 h 6098747"/>
              <a:gd name="connsiteX0" fmla="*/ 0 w 7876030"/>
              <a:gd name="connsiteY0" fmla="*/ 0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0 w 7876030"/>
              <a:gd name="connsiteY4" fmla="*/ 0 h 6116332"/>
              <a:gd name="connsiteX0" fmla="*/ 344277 w 7876030"/>
              <a:gd name="connsiteY0" fmla="*/ 14937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876030"/>
              <a:gd name="connsiteY0" fmla="*/ 14937 h 6116332"/>
              <a:gd name="connsiteX1" fmla="*/ 7449062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486847"/>
              <a:gd name="connsiteY0" fmla="*/ 14937 h 6098747"/>
              <a:gd name="connsiteX1" fmla="*/ 7449062 w 7486847"/>
              <a:gd name="connsiteY1" fmla="*/ 0 h 6098747"/>
              <a:gd name="connsiteX2" fmla="*/ 7486847 w 7486847"/>
              <a:gd name="connsiteY2" fmla="*/ 6071518 h 6098747"/>
              <a:gd name="connsiteX3" fmla="*/ 0 w 7486847"/>
              <a:gd name="connsiteY3" fmla="*/ 6098747 h 6098747"/>
              <a:gd name="connsiteX4" fmla="*/ 344277 w 7486847"/>
              <a:gd name="connsiteY4" fmla="*/ 14937 h 6098747"/>
              <a:gd name="connsiteX0" fmla="*/ 0 w 7142570"/>
              <a:gd name="connsiteY0" fmla="*/ 14937 h 6128624"/>
              <a:gd name="connsiteX1" fmla="*/ 7104785 w 7142570"/>
              <a:gd name="connsiteY1" fmla="*/ 0 h 6128624"/>
              <a:gd name="connsiteX2" fmla="*/ 7142570 w 7142570"/>
              <a:gd name="connsiteY2" fmla="*/ 6071518 h 6128624"/>
              <a:gd name="connsiteX3" fmla="*/ 29937 w 7142570"/>
              <a:gd name="connsiteY3" fmla="*/ 6128624 h 6128624"/>
              <a:gd name="connsiteX4" fmla="*/ 0 w 7142570"/>
              <a:gd name="connsiteY4" fmla="*/ 14937 h 6128624"/>
              <a:gd name="connsiteX0" fmla="*/ 0 w 7142570"/>
              <a:gd name="connsiteY0" fmla="*/ 14937 h 6071518"/>
              <a:gd name="connsiteX1" fmla="*/ 7104785 w 7142570"/>
              <a:gd name="connsiteY1" fmla="*/ 0 h 6071518"/>
              <a:gd name="connsiteX2" fmla="*/ 7142570 w 7142570"/>
              <a:gd name="connsiteY2" fmla="*/ 6071518 h 6071518"/>
              <a:gd name="connsiteX3" fmla="*/ 44906 w 7142570"/>
              <a:gd name="connsiteY3" fmla="*/ 5721119 h 6071518"/>
              <a:gd name="connsiteX4" fmla="*/ 0 w 7142570"/>
              <a:gd name="connsiteY4" fmla="*/ 14937 h 6071518"/>
              <a:gd name="connsiteX0" fmla="*/ 0 w 7142570"/>
              <a:gd name="connsiteY0" fmla="*/ 0 h 6056581"/>
              <a:gd name="connsiteX1" fmla="*/ 7059880 w 7142570"/>
              <a:gd name="connsiteY1" fmla="*/ 47756 h 6056581"/>
              <a:gd name="connsiteX2" fmla="*/ 7142570 w 7142570"/>
              <a:gd name="connsiteY2" fmla="*/ 6056581 h 6056581"/>
              <a:gd name="connsiteX3" fmla="*/ 44906 w 7142570"/>
              <a:gd name="connsiteY3" fmla="*/ 5706182 h 6056581"/>
              <a:gd name="connsiteX4" fmla="*/ 0 w 7142570"/>
              <a:gd name="connsiteY4" fmla="*/ 0 h 6056581"/>
              <a:gd name="connsiteX0" fmla="*/ 0 w 7127601"/>
              <a:gd name="connsiteY0" fmla="*/ 0 h 5706182"/>
              <a:gd name="connsiteX1" fmla="*/ 7059880 w 7127601"/>
              <a:gd name="connsiteY1" fmla="*/ 47756 h 5706182"/>
              <a:gd name="connsiteX2" fmla="*/ 7127601 w 7127601"/>
              <a:gd name="connsiteY2" fmla="*/ 5680423 h 5706182"/>
              <a:gd name="connsiteX3" fmla="*/ 44906 w 7127601"/>
              <a:gd name="connsiteY3" fmla="*/ 5706182 h 5706182"/>
              <a:gd name="connsiteX4" fmla="*/ 0 w 7127601"/>
              <a:gd name="connsiteY4" fmla="*/ 0 h 5706182"/>
              <a:gd name="connsiteX0" fmla="*/ 0 w 7464105"/>
              <a:gd name="connsiteY0" fmla="*/ 0 h 5706182"/>
              <a:gd name="connsiteX1" fmla="*/ 7464032 w 7464105"/>
              <a:gd name="connsiteY1" fmla="*/ 126123 h 5706182"/>
              <a:gd name="connsiteX2" fmla="*/ 7127601 w 7464105"/>
              <a:gd name="connsiteY2" fmla="*/ 5680423 h 5706182"/>
              <a:gd name="connsiteX3" fmla="*/ 44906 w 7464105"/>
              <a:gd name="connsiteY3" fmla="*/ 5706182 h 5706182"/>
              <a:gd name="connsiteX4" fmla="*/ 0 w 7464105"/>
              <a:gd name="connsiteY4" fmla="*/ 0 h 5706182"/>
              <a:gd name="connsiteX0" fmla="*/ 0 w 7465177"/>
              <a:gd name="connsiteY0" fmla="*/ 0 h 5706182"/>
              <a:gd name="connsiteX1" fmla="*/ 7464032 w 7465177"/>
              <a:gd name="connsiteY1" fmla="*/ 126123 h 5706182"/>
              <a:gd name="connsiteX2" fmla="*/ 7456910 w 7465177"/>
              <a:gd name="connsiteY2" fmla="*/ 5555037 h 5706182"/>
              <a:gd name="connsiteX3" fmla="*/ 44906 w 7465177"/>
              <a:gd name="connsiteY3" fmla="*/ 5706182 h 5706182"/>
              <a:gd name="connsiteX4" fmla="*/ 0 w 7465177"/>
              <a:gd name="connsiteY4" fmla="*/ 0 h 5706182"/>
              <a:gd name="connsiteX0" fmla="*/ 0 w 7465177"/>
              <a:gd name="connsiteY0" fmla="*/ 0 h 5706182"/>
              <a:gd name="connsiteX1" fmla="*/ 7464032 w 7465177"/>
              <a:gd name="connsiteY1" fmla="*/ 298528 h 5706182"/>
              <a:gd name="connsiteX2" fmla="*/ 7456910 w 7465177"/>
              <a:gd name="connsiteY2" fmla="*/ 5555037 h 5706182"/>
              <a:gd name="connsiteX3" fmla="*/ 44906 w 7465177"/>
              <a:gd name="connsiteY3" fmla="*/ 5706182 h 5706182"/>
              <a:gd name="connsiteX4" fmla="*/ 0 w 7465177"/>
              <a:gd name="connsiteY4" fmla="*/ 0 h 5706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177" h="5706182">
                <a:moveTo>
                  <a:pt x="0" y="0"/>
                </a:moveTo>
                <a:lnTo>
                  <a:pt x="7464032" y="298528"/>
                </a:lnTo>
                <a:cubicBezTo>
                  <a:pt x="7469894" y="2208351"/>
                  <a:pt x="7451048" y="3645214"/>
                  <a:pt x="7456910" y="5555037"/>
                </a:cubicBezTo>
                <a:lnTo>
                  <a:pt x="44906" y="5706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4" name="矩形 5"/>
          <p:cNvSpPr/>
          <p:nvPr/>
        </p:nvSpPr>
        <p:spPr>
          <a:xfrm>
            <a:off x="-1" y="0"/>
            <a:ext cx="440060" cy="6858000"/>
          </a:xfrm>
          <a:custGeom>
            <a:avLst/>
            <a:gdLst>
              <a:gd name="connsiteX0" fmla="*/ 0 w 648072"/>
              <a:gd name="connsiteY0" fmla="*/ 0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752528 h 4752528"/>
              <a:gd name="connsiteX4" fmla="*/ 0 w 648072"/>
              <a:gd name="connsiteY4" fmla="*/ 0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752528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647596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586909 h 4752528"/>
              <a:gd name="connsiteX4" fmla="*/ 0 w 678053"/>
              <a:gd name="connsiteY4" fmla="*/ 194872 h 4752528"/>
              <a:gd name="connsiteX0" fmla="*/ 22127 w 648072"/>
              <a:gd name="connsiteY0" fmla="*/ 255559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586909 h 4752528"/>
              <a:gd name="connsiteX4" fmla="*/ 22127 w 648072"/>
              <a:gd name="connsiteY4" fmla="*/ 255559 h 4752528"/>
              <a:gd name="connsiteX0" fmla="*/ 0 w 652000"/>
              <a:gd name="connsiteY0" fmla="*/ 255559 h 4752528"/>
              <a:gd name="connsiteX1" fmla="*/ 652000 w 652000"/>
              <a:gd name="connsiteY1" fmla="*/ 0 h 4752528"/>
              <a:gd name="connsiteX2" fmla="*/ 652000 w 652000"/>
              <a:gd name="connsiteY2" fmla="*/ 4752528 h 4752528"/>
              <a:gd name="connsiteX3" fmla="*/ 3928 w 652000"/>
              <a:gd name="connsiteY3" fmla="*/ 4586909 h 4752528"/>
              <a:gd name="connsiteX4" fmla="*/ 0 w 652000"/>
              <a:gd name="connsiteY4" fmla="*/ 255559 h 4752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000" h="4752528">
                <a:moveTo>
                  <a:pt x="0" y="255559"/>
                </a:moveTo>
                <a:lnTo>
                  <a:pt x="652000" y="0"/>
                </a:lnTo>
                <a:lnTo>
                  <a:pt x="652000" y="4752528"/>
                </a:lnTo>
                <a:lnTo>
                  <a:pt x="3928" y="4586909"/>
                </a:lnTo>
                <a:cubicBezTo>
                  <a:pt x="2619" y="3143126"/>
                  <a:pt x="1309" y="1699342"/>
                  <a:pt x="0" y="255559"/>
                </a:cubicBezTo>
                <a:close/>
              </a:path>
            </a:pathLst>
          </a:custGeom>
          <a:solidFill>
            <a:srgbClr val="B88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-35170" y="1779086"/>
            <a:ext cx="457644" cy="173992"/>
          </a:xfrm>
          <a:prstGeom prst="line">
            <a:avLst/>
          </a:prstGeom>
          <a:ln w="127000" cmpd="thinThick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24815" y="1766146"/>
            <a:ext cx="8769863" cy="9216"/>
          </a:xfrm>
          <a:prstGeom prst="line">
            <a:avLst/>
          </a:prstGeom>
          <a:ln w="127000" cmpd="thickThin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67544" y="-315416"/>
            <a:ext cx="230425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800" dirty="0" smtClean="0">
                <a:latin typeface="★懐流体" pitchFamily="2" charset="-128"/>
                <a:ea typeface="★懐流体" pitchFamily="2" charset="-128"/>
              </a:rPr>
              <a:t>B</a:t>
            </a:r>
            <a:endParaRPr lang="zh-CN" altLang="en-US" sz="13800" dirty="0">
              <a:latin typeface="★懐流体" pitchFamily="2" charset="-128"/>
              <a:ea typeface="★懐流体" pitchFamily="2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1640" y="1044025"/>
            <a:ext cx="1296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方正综艺简体" pitchFamily="65" charset="-122"/>
                <a:ea typeface="方正综艺简体" pitchFamily="65" charset="-122"/>
              </a:rPr>
              <a:t>身体</a:t>
            </a:r>
          </a:p>
        </p:txBody>
      </p:sp>
      <p:sp>
        <p:nvSpPr>
          <p:cNvPr id="34" name="TextBox 33"/>
          <p:cNvSpPr txBox="1"/>
          <p:nvPr/>
        </p:nvSpPr>
        <p:spPr>
          <a:xfrm rot="10800000" flipV="1">
            <a:off x="2165256" y="908720"/>
            <a:ext cx="125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 err="1" smtClean="0">
                <a:latin typeface="★懐流体" pitchFamily="2" charset="-128"/>
                <a:ea typeface="★懐流体" pitchFamily="2" charset="-128"/>
              </a:rPr>
              <a:t>ody</a:t>
            </a:r>
            <a:endParaRPr lang="zh-CN" altLang="en-US" sz="4400" dirty="0">
              <a:latin typeface="★懐流体" pitchFamily="2" charset="-128"/>
              <a:ea typeface="★懐流体" pitchFamily="2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31840" y="1228690"/>
            <a:ext cx="4680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重新和身体进行联结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瑜伽和呼吸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1490630" y="4318479"/>
            <a:ext cx="1656184" cy="1072101"/>
          </a:xfrm>
          <a:custGeom>
            <a:avLst/>
            <a:gdLst>
              <a:gd name="connsiteX0" fmla="*/ 114267 w 1913441"/>
              <a:gd name="connsiteY0" fmla="*/ 0 h 1428343"/>
              <a:gd name="connsiteX1" fmla="*/ 1799174 w 1913441"/>
              <a:gd name="connsiteY1" fmla="*/ 0 h 1428343"/>
              <a:gd name="connsiteX2" fmla="*/ 1913441 w 1913441"/>
              <a:gd name="connsiteY2" fmla="*/ 114267 h 1428343"/>
              <a:gd name="connsiteX3" fmla="*/ 1913441 w 1913441"/>
              <a:gd name="connsiteY3" fmla="*/ 1428343 h 1428343"/>
              <a:gd name="connsiteX4" fmla="*/ 1913441 w 1913441"/>
              <a:gd name="connsiteY4" fmla="*/ 1428343 h 1428343"/>
              <a:gd name="connsiteX5" fmla="*/ 0 w 1913441"/>
              <a:gd name="connsiteY5" fmla="*/ 1428343 h 1428343"/>
              <a:gd name="connsiteX6" fmla="*/ 0 w 1913441"/>
              <a:gd name="connsiteY6" fmla="*/ 1428343 h 1428343"/>
              <a:gd name="connsiteX7" fmla="*/ 0 w 1913441"/>
              <a:gd name="connsiteY7" fmla="*/ 114267 h 1428343"/>
              <a:gd name="connsiteX8" fmla="*/ 114267 w 1913441"/>
              <a:gd name="connsiteY8" fmla="*/ 0 h 1428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13441" h="1428343">
                <a:moveTo>
                  <a:pt x="114267" y="0"/>
                </a:moveTo>
                <a:lnTo>
                  <a:pt x="1799174" y="0"/>
                </a:lnTo>
                <a:cubicBezTo>
                  <a:pt x="1862282" y="0"/>
                  <a:pt x="1913441" y="51159"/>
                  <a:pt x="1913441" y="114267"/>
                </a:cubicBezTo>
                <a:lnTo>
                  <a:pt x="1913441" y="1428343"/>
                </a:lnTo>
                <a:lnTo>
                  <a:pt x="1913441" y="1428343"/>
                </a:lnTo>
                <a:lnTo>
                  <a:pt x="0" y="1428343"/>
                </a:lnTo>
                <a:lnTo>
                  <a:pt x="0" y="1428343"/>
                </a:lnTo>
                <a:lnTo>
                  <a:pt x="0" y="114267"/>
                </a:lnTo>
                <a:cubicBezTo>
                  <a:pt x="0" y="51159"/>
                  <a:pt x="51159" y="0"/>
                  <a:pt x="114267" y="0"/>
                </a:cubicBezTo>
                <a:close/>
              </a:path>
            </a:pathLst>
          </a:custGeom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788" tIns="94428" rIns="53788" bIns="20320" numCol="1" spcCol="1270" anchor="t" anchorCtr="0">
            <a:noAutofit/>
          </a:bodyPr>
          <a:lstStyle/>
          <a:p>
            <a:pPr marL="0" lvl="1" algn="l" defTabSz="71120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600" kern="1200" dirty="0" smtClean="0">
                <a:latin typeface="微软雅黑" pitchFamily="34" charset="-122"/>
                <a:ea typeface="微软雅黑" pitchFamily="34" charset="-122"/>
              </a:rPr>
              <a:t>  加强对自己身体</a:t>
            </a:r>
            <a:endParaRPr lang="en-US" altLang="zh-CN" sz="1600" kern="1200" dirty="0" smtClean="0">
              <a:latin typeface="微软雅黑" pitchFamily="34" charset="-122"/>
              <a:ea typeface="微软雅黑" pitchFamily="34" charset="-122"/>
            </a:endParaRPr>
          </a:p>
          <a:p>
            <a:pPr marL="0" lvl="1" algn="l" defTabSz="71120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kern="1200" dirty="0" smtClean="0">
                <a:latin typeface="微软雅黑" pitchFamily="34" charset="-122"/>
                <a:ea typeface="微软雅黑" pitchFamily="34" charset="-122"/>
              </a:rPr>
              <a:t> 的了解和控制</a:t>
            </a:r>
            <a:endParaRPr lang="zh-CN" altLang="en-US" sz="1600" kern="1200" dirty="0"/>
          </a:p>
        </p:txBody>
      </p:sp>
      <p:sp>
        <p:nvSpPr>
          <p:cNvPr id="23" name="椭圆 22"/>
          <p:cNvSpPr/>
          <p:nvPr/>
        </p:nvSpPr>
        <p:spPr>
          <a:xfrm>
            <a:off x="1406911" y="2355598"/>
            <a:ext cx="1837118" cy="1837118"/>
          </a:xfrm>
          <a:prstGeom prst="ellipse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9000" r="-19000"/>
            </a:stretch>
          </a:blipFill>
          <a:ln>
            <a:solidFill>
              <a:schemeClr val="bg1">
                <a:alpha val="90000"/>
              </a:scheme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4" name="任意多边形 23"/>
          <p:cNvSpPr/>
          <p:nvPr/>
        </p:nvSpPr>
        <p:spPr>
          <a:xfrm>
            <a:off x="4060971" y="4318479"/>
            <a:ext cx="1663157" cy="1072101"/>
          </a:xfrm>
          <a:custGeom>
            <a:avLst/>
            <a:gdLst>
              <a:gd name="connsiteX0" fmla="*/ 114267 w 1913441"/>
              <a:gd name="connsiteY0" fmla="*/ 0 h 1428343"/>
              <a:gd name="connsiteX1" fmla="*/ 1799174 w 1913441"/>
              <a:gd name="connsiteY1" fmla="*/ 0 h 1428343"/>
              <a:gd name="connsiteX2" fmla="*/ 1913441 w 1913441"/>
              <a:gd name="connsiteY2" fmla="*/ 114267 h 1428343"/>
              <a:gd name="connsiteX3" fmla="*/ 1913441 w 1913441"/>
              <a:gd name="connsiteY3" fmla="*/ 1428343 h 1428343"/>
              <a:gd name="connsiteX4" fmla="*/ 1913441 w 1913441"/>
              <a:gd name="connsiteY4" fmla="*/ 1428343 h 1428343"/>
              <a:gd name="connsiteX5" fmla="*/ 0 w 1913441"/>
              <a:gd name="connsiteY5" fmla="*/ 1428343 h 1428343"/>
              <a:gd name="connsiteX6" fmla="*/ 0 w 1913441"/>
              <a:gd name="connsiteY6" fmla="*/ 1428343 h 1428343"/>
              <a:gd name="connsiteX7" fmla="*/ 0 w 1913441"/>
              <a:gd name="connsiteY7" fmla="*/ 114267 h 1428343"/>
              <a:gd name="connsiteX8" fmla="*/ 114267 w 1913441"/>
              <a:gd name="connsiteY8" fmla="*/ 0 h 1428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13441" h="1428343">
                <a:moveTo>
                  <a:pt x="114267" y="0"/>
                </a:moveTo>
                <a:lnTo>
                  <a:pt x="1799174" y="0"/>
                </a:lnTo>
                <a:cubicBezTo>
                  <a:pt x="1862282" y="0"/>
                  <a:pt x="1913441" y="51159"/>
                  <a:pt x="1913441" y="114267"/>
                </a:cubicBezTo>
                <a:lnTo>
                  <a:pt x="1913441" y="1428343"/>
                </a:lnTo>
                <a:lnTo>
                  <a:pt x="1913441" y="1428343"/>
                </a:lnTo>
                <a:lnTo>
                  <a:pt x="0" y="1428343"/>
                </a:lnTo>
                <a:lnTo>
                  <a:pt x="0" y="1428343"/>
                </a:lnTo>
                <a:lnTo>
                  <a:pt x="0" y="114267"/>
                </a:lnTo>
                <a:cubicBezTo>
                  <a:pt x="0" y="51159"/>
                  <a:pt x="51159" y="0"/>
                  <a:pt x="114267" y="0"/>
                </a:cubicBezTo>
                <a:close/>
              </a:path>
            </a:pathLst>
          </a:custGeom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788" tIns="94428" rIns="53788" bIns="20320" numCol="1" spcCol="1270" anchor="t" anchorCtr="0">
            <a:noAutofit/>
          </a:bodyPr>
          <a:lstStyle/>
          <a:p>
            <a:pPr marL="0" lvl="1" algn="l" defTabSz="71120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600" kern="1200" dirty="0" smtClean="0">
                <a:latin typeface="微软雅黑" pitchFamily="34" charset="-122"/>
                <a:ea typeface="微软雅黑" pitchFamily="34" charset="-122"/>
              </a:rPr>
              <a:t>     跟身体对话</a:t>
            </a:r>
            <a:endParaRPr lang="en-US" altLang="zh-CN" sz="1600" kern="1200" dirty="0" smtClean="0">
              <a:latin typeface="微软雅黑" pitchFamily="34" charset="-122"/>
              <a:ea typeface="微软雅黑" pitchFamily="34" charset="-122"/>
            </a:endParaRPr>
          </a:p>
          <a:p>
            <a:pPr marL="0" lvl="1" algn="l" defTabSz="71120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600" kern="1200" dirty="0" smtClean="0">
                <a:latin typeface="微软雅黑" pitchFamily="34" charset="-122"/>
                <a:ea typeface="微软雅黑" pitchFamily="34" charset="-122"/>
              </a:rPr>
              <a:t> 倾听身体的讯息</a:t>
            </a:r>
            <a:endParaRPr lang="zh-CN" altLang="en-US" sz="1600" kern="1200" dirty="0"/>
          </a:p>
        </p:txBody>
      </p:sp>
      <p:sp>
        <p:nvSpPr>
          <p:cNvPr id="26" name="椭圆 25"/>
          <p:cNvSpPr/>
          <p:nvPr/>
        </p:nvSpPr>
        <p:spPr>
          <a:xfrm>
            <a:off x="3987488" y="2420889"/>
            <a:ext cx="1771828" cy="1771828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5000" b="-15000"/>
            </a:stretch>
          </a:blipFill>
          <a:ln>
            <a:solidFill>
              <a:schemeClr val="bg1">
                <a:alpha val="90000"/>
              </a:scheme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7" name="任意多边形 26"/>
          <p:cNvSpPr/>
          <p:nvPr/>
        </p:nvSpPr>
        <p:spPr>
          <a:xfrm>
            <a:off x="6695497" y="4318479"/>
            <a:ext cx="1544451" cy="1072101"/>
          </a:xfrm>
          <a:custGeom>
            <a:avLst/>
            <a:gdLst>
              <a:gd name="connsiteX0" fmla="*/ 114267 w 1913441"/>
              <a:gd name="connsiteY0" fmla="*/ 0 h 1428343"/>
              <a:gd name="connsiteX1" fmla="*/ 1799174 w 1913441"/>
              <a:gd name="connsiteY1" fmla="*/ 0 h 1428343"/>
              <a:gd name="connsiteX2" fmla="*/ 1913441 w 1913441"/>
              <a:gd name="connsiteY2" fmla="*/ 114267 h 1428343"/>
              <a:gd name="connsiteX3" fmla="*/ 1913441 w 1913441"/>
              <a:gd name="connsiteY3" fmla="*/ 1428343 h 1428343"/>
              <a:gd name="connsiteX4" fmla="*/ 1913441 w 1913441"/>
              <a:gd name="connsiteY4" fmla="*/ 1428343 h 1428343"/>
              <a:gd name="connsiteX5" fmla="*/ 0 w 1913441"/>
              <a:gd name="connsiteY5" fmla="*/ 1428343 h 1428343"/>
              <a:gd name="connsiteX6" fmla="*/ 0 w 1913441"/>
              <a:gd name="connsiteY6" fmla="*/ 1428343 h 1428343"/>
              <a:gd name="connsiteX7" fmla="*/ 0 w 1913441"/>
              <a:gd name="connsiteY7" fmla="*/ 114267 h 1428343"/>
              <a:gd name="connsiteX8" fmla="*/ 114267 w 1913441"/>
              <a:gd name="connsiteY8" fmla="*/ 0 h 1428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13441" h="1428343">
                <a:moveTo>
                  <a:pt x="114267" y="0"/>
                </a:moveTo>
                <a:lnTo>
                  <a:pt x="1799174" y="0"/>
                </a:lnTo>
                <a:cubicBezTo>
                  <a:pt x="1862282" y="0"/>
                  <a:pt x="1913441" y="51159"/>
                  <a:pt x="1913441" y="114267"/>
                </a:cubicBezTo>
                <a:lnTo>
                  <a:pt x="1913441" y="1428343"/>
                </a:lnTo>
                <a:lnTo>
                  <a:pt x="1913441" y="1428343"/>
                </a:lnTo>
                <a:lnTo>
                  <a:pt x="0" y="1428343"/>
                </a:lnTo>
                <a:lnTo>
                  <a:pt x="0" y="1428343"/>
                </a:lnTo>
                <a:lnTo>
                  <a:pt x="0" y="114267"/>
                </a:lnTo>
                <a:cubicBezTo>
                  <a:pt x="0" y="51159"/>
                  <a:pt x="51159" y="0"/>
                  <a:pt x="114267" y="0"/>
                </a:cubicBezTo>
                <a:close/>
              </a:path>
            </a:pathLst>
          </a:custGeom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788" tIns="94428" rIns="53788" bIns="20320" numCol="1" spcCol="1270" anchor="t" anchorCtr="0">
            <a:noAutofit/>
          </a:bodyPr>
          <a:lstStyle/>
          <a:p>
            <a:pPr marL="0" lvl="1" algn="l" defTabSz="71120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400" kern="1200" dirty="0" smtClean="0">
                <a:latin typeface="微软雅黑" pitchFamily="34" charset="-122"/>
                <a:ea typeface="微软雅黑" pitchFamily="34" charset="-122"/>
              </a:rPr>
              <a:t>  运动本身不重要，</a:t>
            </a:r>
            <a:endParaRPr lang="en-US" altLang="zh-CN" sz="1400" kern="1200" dirty="0" smtClean="0">
              <a:latin typeface="微软雅黑" pitchFamily="34" charset="-122"/>
              <a:ea typeface="微软雅黑" pitchFamily="34" charset="-122"/>
            </a:endParaRPr>
          </a:p>
          <a:p>
            <a:pPr marL="0" lvl="1" algn="l" defTabSz="71120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kern="1200" dirty="0" smtClean="0">
                <a:latin typeface="微软雅黑" pitchFamily="34" charset="-122"/>
                <a:ea typeface="微软雅黑" pitchFamily="34" charset="-122"/>
              </a:rPr>
              <a:t>重要的是在做它</a:t>
            </a:r>
            <a:endParaRPr lang="en-US" altLang="zh-CN" sz="1400" kern="1200" dirty="0" smtClean="0">
              <a:latin typeface="微软雅黑" pitchFamily="34" charset="-122"/>
              <a:ea typeface="微软雅黑" pitchFamily="34" charset="-122"/>
            </a:endParaRPr>
          </a:p>
          <a:p>
            <a:pPr marL="0" lvl="1" algn="l" defTabSz="71120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kern="1200" dirty="0" smtClean="0">
                <a:latin typeface="微软雅黑" pitchFamily="34" charset="-122"/>
                <a:ea typeface="微软雅黑" pitchFamily="34" charset="-122"/>
              </a:rPr>
              <a:t>时的心态和状况   </a:t>
            </a:r>
            <a:endParaRPr lang="zh-CN" altLang="en-US" sz="1400" kern="1200" dirty="0"/>
          </a:p>
        </p:txBody>
      </p:sp>
      <p:sp>
        <p:nvSpPr>
          <p:cNvPr id="29" name="椭圆 28"/>
          <p:cNvSpPr/>
          <p:nvPr/>
        </p:nvSpPr>
        <p:spPr>
          <a:xfrm>
            <a:off x="6588225" y="2392516"/>
            <a:ext cx="1800200" cy="180020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9000" b="-9000"/>
            </a:stretch>
          </a:blipFill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3" name="TextBox 12"/>
          <p:cNvSpPr txBox="1"/>
          <p:nvPr/>
        </p:nvSpPr>
        <p:spPr>
          <a:xfrm>
            <a:off x="2325470" y="5699864"/>
            <a:ext cx="4968552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切记：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竞争性的运动，是小我对小我的运动，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        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不是能让你跟自己好好在一起的运动。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3319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5"/>
          <p:cNvSpPr/>
          <p:nvPr/>
        </p:nvSpPr>
        <p:spPr>
          <a:xfrm>
            <a:off x="383638" y="13231"/>
            <a:ext cx="8769863" cy="6840000"/>
          </a:xfrm>
          <a:custGeom>
            <a:avLst/>
            <a:gdLst>
              <a:gd name="connsiteX0" fmla="*/ 0 w 7823276"/>
              <a:gd name="connsiteY0" fmla="*/ 0 h 6098747"/>
              <a:gd name="connsiteX1" fmla="*/ 7823276 w 7823276"/>
              <a:gd name="connsiteY1" fmla="*/ 0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23276"/>
              <a:gd name="connsiteY0" fmla="*/ 0 h 6098747"/>
              <a:gd name="connsiteX1" fmla="*/ 7823276 w 7823276"/>
              <a:gd name="connsiteY1" fmla="*/ 281354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281354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0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76030"/>
              <a:gd name="connsiteY0" fmla="*/ 0 h 6098747"/>
              <a:gd name="connsiteX1" fmla="*/ 7823276 w 7876030"/>
              <a:gd name="connsiteY1" fmla="*/ 0 h 6098747"/>
              <a:gd name="connsiteX2" fmla="*/ 7876030 w 7876030"/>
              <a:gd name="connsiteY2" fmla="*/ 6063578 h 6098747"/>
              <a:gd name="connsiteX3" fmla="*/ 0 w 7876030"/>
              <a:gd name="connsiteY3" fmla="*/ 6098747 h 6098747"/>
              <a:gd name="connsiteX4" fmla="*/ 0 w 7876030"/>
              <a:gd name="connsiteY4" fmla="*/ 0 h 6098747"/>
              <a:gd name="connsiteX0" fmla="*/ 0 w 7876030"/>
              <a:gd name="connsiteY0" fmla="*/ 0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0 w 7876030"/>
              <a:gd name="connsiteY4" fmla="*/ 0 h 6116332"/>
              <a:gd name="connsiteX0" fmla="*/ 344277 w 7876030"/>
              <a:gd name="connsiteY0" fmla="*/ 14937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876030"/>
              <a:gd name="connsiteY0" fmla="*/ 14937 h 6116332"/>
              <a:gd name="connsiteX1" fmla="*/ 7449062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486847"/>
              <a:gd name="connsiteY0" fmla="*/ 14937 h 6098747"/>
              <a:gd name="connsiteX1" fmla="*/ 7449062 w 7486847"/>
              <a:gd name="connsiteY1" fmla="*/ 0 h 6098747"/>
              <a:gd name="connsiteX2" fmla="*/ 7486847 w 7486847"/>
              <a:gd name="connsiteY2" fmla="*/ 6071518 h 6098747"/>
              <a:gd name="connsiteX3" fmla="*/ 0 w 7486847"/>
              <a:gd name="connsiteY3" fmla="*/ 6098747 h 6098747"/>
              <a:gd name="connsiteX4" fmla="*/ 344277 w 7486847"/>
              <a:gd name="connsiteY4" fmla="*/ 14937 h 6098747"/>
              <a:gd name="connsiteX0" fmla="*/ 0 w 7142570"/>
              <a:gd name="connsiteY0" fmla="*/ 14937 h 6128624"/>
              <a:gd name="connsiteX1" fmla="*/ 7104785 w 7142570"/>
              <a:gd name="connsiteY1" fmla="*/ 0 h 6128624"/>
              <a:gd name="connsiteX2" fmla="*/ 7142570 w 7142570"/>
              <a:gd name="connsiteY2" fmla="*/ 6071518 h 6128624"/>
              <a:gd name="connsiteX3" fmla="*/ 29937 w 7142570"/>
              <a:gd name="connsiteY3" fmla="*/ 6128624 h 6128624"/>
              <a:gd name="connsiteX4" fmla="*/ 0 w 7142570"/>
              <a:gd name="connsiteY4" fmla="*/ 14937 h 6128624"/>
              <a:gd name="connsiteX0" fmla="*/ 0 w 7142570"/>
              <a:gd name="connsiteY0" fmla="*/ 14937 h 6071518"/>
              <a:gd name="connsiteX1" fmla="*/ 7104785 w 7142570"/>
              <a:gd name="connsiteY1" fmla="*/ 0 h 6071518"/>
              <a:gd name="connsiteX2" fmla="*/ 7142570 w 7142570"/>
              <a:gd name="connsiteY2" fmla="*/ 6071518 h 6071518"/>
              <a:gd name="connsiteX3" fmla="*/ 44906 w 7142570"/>
              <a:gd name="connsiteY3" fmla="*/ 5721119 h 6071518"/>
              <a:gd name="connsiteX4" fmla="*/ 0 w 7142570"/>
              <a:gd name="connsiteY4" fmla="*/ 14937 h 6071518"/>
              <a:gd name="connsiteX0" fmla="*/ 0 w 7142570"/>
              <a:gd name="connsiteY0" fmla="*/ 0 h 6056581"/>
              <a:gd name="connsiteX1" fmla="*/ 7059880 w 7142570"/>
              <a:gd name="connsiteY1" fmla="*/ 47756 h 6056581"/>
              <a:gd name="connsiteX2" fmla="*/ 7142570 w 7142570"/>
              <a:gd name="connsiteY2" fmla="*/ 6056581 h 6056581"/>
              <a:gd name="connsiteX3" fmla="*/ 44906 w 7142570"/>
              <a:gd name="connsiteY3" fmla="*/ 5706182 h 6056581"/>
              <a:gd name="connsiteX4" fmla="*/ 0 w 7142570"/>
              <a:gd name="connsiteY4" fmla="*/ 0 h 6056581"/>
              <a:gd name="connsiteX0" fmla="*/ 0 w 7127601"/>
              <a:gd name="connsiteY0" fmla="*/ 0 h 5706182"/>
              <a:gd name="connsiteX1" fmla="*/ 7059880 w 7127601"/>
              <a:gd name="connsiteY1" fmla="*/ 47756 h 5706182"/>
              <a:gd name="connsiteX2" fmla="*/ 7127601 w 7127601"/>
              <a:gd name="connsiteY2" fmla="*/ 5680423 h 5706182"/>
              <a:gd name="connsiteX3" fmla="*/ 44906 w 7127601"/>
              <a:gd name="connsiteY3" fmla="*/ 5706182 h 5706182"/>
              <a:gd name="connsiteX4" fmla="*/ 0 w 7127601"/>
              <a:gd name="connsiteY4" fmla="*/ 0 h 5706182"/>
              <a:gd name="connsiteX0" fmla="*/ 0 w 7464105"/>
              <a:gd name="connsiteY0" fmla="*/ 0 h 5706182"/>
              <a:gd name="connsiteX1" fmla="*/ 7464032 w 7464105"/>
              <a:gd name="connsiteY1" fmla="*/ 126123 h 5706182"/>
              <a:gd name="connsiteX2" fmla="*/ 7127601 w 7464105"/>
              <a:gd name="connsiteY2" fmla="*/ 5680423 h 5706182"/>
              <a:gd name="connsiteX3" fmla="*/ 44906 w 7464105"/>
              <a:gd name="connsiteY3" fmla="*/ 5706182 h 5706182"/>
              <a:gd name="connsiteX4" fmla="*/ 0 w 7464105"/>
              <a:gd name="connsiteY4" fmla="*/ 0 h 5706182"/>
              <a:gd name="connsiteX0" fmla="*/ 0 w 7465177"/>
              <a:gd name="connsiteY0" fmla="*/ 0 h 5706182"/>
              <a:gd name="connsiteX1" fmla="*/ 7464032 w 7465177"/>
              <a:gd name="connsiteY1" fmla="*/ 126123 h 5706182"/>
              <a:gd name="connsiteX2" fmla="*/ 7456910 w 7465177"/>
              <a:gd name="connsiteY2" fmla="*/ 5555037 h 5706182"/>
              <a:gd name="connsiteX3" fmla="*/ 44906 w 7465177"/>
              <a:gd name="connsiteY3" fmla="*/ 5706182 h 5706182"/>
              <a:gd name="connsiteX4" fmla="*/ 0 w 7465177"/>
              <a:gd name="connsiteY4" fmla="*/ 0 h 5706182"/>
              <a:gd name="connsiteX0" fmla="*/ 0 w 7465177"/>
              <a:gd name="connsiteY0" fmla="*/ 0 h 5706182"/>
              <a:gd name="connsiteX1" fmla="*/ 7464032 w 7465177"/>
              <a:gd name="connsiteY1" fmla="*/ 298528 h 5706182"/>
              <a:gd name="connsiteX2" fmla="*/ 7456910 w 7465177"/>
              <a:gd name="connsiteY2" fmla="*/ 5555037 h 5706182"/>
              <a:gd name="connsiteX3" fmla="*/ 44906 w 7465177"/>
              <a:gd name="connsiteY3" fmla="*/ 5706182 h 5706182"/>
              <a:gd name="connsiteX4" fmla="*/ 0 w 7465177"/>
              <a:gd name="connsiteY4" fmla="*/ 0 h 5706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177" h="5706182">
                <a:moveTo>
                  <a:pt x="0" y="0"/>
                </a:moveTo>
                <a:lnTo>
                  <a:pt x="7464032" y="298528"/>
                </a:lnTo>
                <a:cubicBezTo>
                  <a:pt x="7469894" y="2208351"/>
                  <a:pt x="7451048" y="3645214"/>
                  <a:pt x="7456910" y="5555037"/>
                </a:cubicBezTo>
                <a:lnTo>
                  <a:pt x="44906" y="5706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4" name="矩形 5"/>
          <p:cNvSpPr/>
          <p:nvPr/>
        </p:nvSpPr>
        <p:spPr>
          <a:xfrm>
            <a:off x="-1" y="0"/>
            <a:ext cx="440060" cy="6858000"/>
          </a:xfrm>
          <a:custGeom>
            <a:avLst/>
            <a:gdLst>
              <a:gd name="connsiteX0" fmla="*/ 0 w 648072"/>
              <a:gd name="connsiteY0" fmla="*/ 0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752528 h 4752528"/>
              <a:gd name="connsiteX4" fmla="*/ 0 w 648072"/>
              <a:gd name="connsiteY4" fmla="*/ 0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752528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647596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586909 h 4752528"/>
              <a:gd name="connsiteX4" fmla="*/ 0 w 678053"/>
              <a:gd name="connsiteY4" fmla="*/ 194872 h 4752528"/>
              <a:gd name="connsiteX0" fmla="*/ 22127 w 648072"/>
              <a:gd name="connsiteY0" fmla="*/ 255559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586909 h 4752528"/>
              <a:gd name="connsiteX4" fmla="*/ 22127 w 648072"/>
              <a:gd name="connsiteY4" fmla="*/ 255559 h 4752528"/>
              <a:gd name="connsiteX0" fmla="*/ 0 w 652000"/>
              <a:gd name="connsiteY0" fmla="*/ 255559 h 4752528"/>
              <a:gd name="connsiteX1" fmla="*/ 652000 w 652000"/>
              <a:gd name="connsiteY1" fmla="*/ 0 h 4752528"/>
              <a:gd name="connsiteX2" fmla="*/ 652000 w 652000"/>
              <a:gd name="connsiteY2" fmla="*/ 4752528 h 4752528"/>
              <a:gd name="connsiteX3" fmla="*/ 3928 w 652000"/>
              <a:gd name="connsiteY3" fmla="*/ 4586909 h 4752528"/>
              <a:gd name="connsiteX4" fmla="*/ 0 w 652000"/>
              <a:gd name="connsiteY4" fmla="*/ 255559 h 4752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000" h="4752528">
                <a:moveTo>
                  <a:pt x="0" y="255559"/>
                </a:moveTo>
                <a:lnTo>
                  <a:pt x="652000" y="0"/>
                </a:lnTo>
                <a:lnTo>
                  <a:pt x="652000" y="4752528"/>
                </a:lnTo>
                <a:lnTo>
                  <a:pt x="3928" y="4586909"/>
                </a:lnTo>
                <a:cubicBezTo>
                  <a:pt x="2619" y="3143126"/>
                  <a:pt x="1309" y="1699342"/>
                  <a:pt x="0" y="255559"/>
                </a:cubicBezTo>
                <a:close/>
              </a:path>
            </a:pathLst>
          </a:custGeom>
          <a:solidFill>
            <a:srgbClr val="B88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-35170" y="1779086"/>
            <a:ext cx="457644" cy="173992"/>
          </a:xfrm>
          <a:prstGeom prst="line">
            <a:avLst/>
          </a:prstGeom>
          <a:ln w="127000" cmpd="thinThick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24815" y="1766146"/>
            <a:ext cx="8769863" cy="9216"/>
          </a:xfrm>
          <a:prstGeom prst="line">
            <a:avLst/>
          </a:prstGeom>
          <a:ln w="127000" cmpd="thickThin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67544" y="-315416"/>
            <a:ext cx="230425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800" dirty="0" smtClean="0">
                <a:latin typeface="★懐流体" pitchFamily="2" charset="-128"/>
                <a:ea typeface="★懐流体" pitchFamily="2" charset="-128"/>
              </a:rPr>
              <a:t>B</a:t>
            </a:r>
            <a:endParaRPr lang="zh-CN" altLang="en-US" sz="13800" dirty="0">
              <a:latin typeface="★懐流体" pitchFamily="2" charset="-128"/>
              <a:ea typeface="★懐流体" pitchFamily="2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1640" y="1044025"/>
            <a:ext cx="1296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方正综艺简体" pitchFamily="65" charset="-122"/>
                <a:ea typeface="方正综艺简体" pitchFamily="65" charset="-122"/>
              </a:rPr>
              <a:t>身体</a:t>
            </a:r>
          </a:p>
        </p:txBody>
      </p:sp>
      <p:sp>
        <p:nvSpPr>
          <p:cNvPr id="34" name="TextBox 33"/>
          <p:cNvSpPr txBox="1"/>
          <p:nvPr/>
        </p:nvSpPr>
        <p:spPr>
          <a:xfrm rot="10800000" flipV="1">
            <a:off x="2159732" y="908720"/>
            <a:ext cx="11881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 err="1" smtClean="0">
                <a:latin typeface="★懐流体" pitchFamily="2" charset="-128"/>
                <a:ea typeface="★懐流体" pitchFamily="2" charset="-128"/>
              </a:rPr>
              <a:t>ody</a:t>
            </a:r>
            <a:endParaRPr lang="zh-CN" altLang="en-US" sz="4400" dirty="0">
              <a:latin typeface="★懐流体" pitchFamily="2" charset="-128"/>
              <a:ea typeface="★懐流体" pitchFamily="2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31840" y="1228690"/>
            <a:ext cx="540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重新和身体进行联结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时时留意自己的身体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76206" y="2132856"/>
            <a:ext cx="4968552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开会时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，自问：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“我的姿势是什么？”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“我的臀部舒服么？”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“做这么久了，腰累不累？”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48403">
            <a:off x="5144120" y="2229327"/>
            <a:ext cx="2630949" cy="1775890"/>
          </a:xfrm>
          <a:prstGeom prst="rect">
            <a:avLst/>
          </a:prstGeom>
          <a:solidFill>
            <a:srgbClr val="FFFFFF">
              <a:shade val="85000"/>
            </a:srgbClr>
          </a:solidFill>
          <a:ln w="5715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</p:spPr>
      </p:pic>
      <p:sp>
        <p:nvSpPr>
          <p:cNvPr id="17" name="TextBox 16"/>
          <p:cNvSpPr txBox="1"/>
          <p:nvPr/>
        </p:nvSpPr>
        <p:spPr>
          <a:xfrm>
            <a:off x="5211512" y="4580833"/>
            <a:ext cx="3171413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站立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时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，自问：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“大腿，你累不？”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“小腿，你累不？”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“我这么站，是不是不舒服？”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88425">
            <a:off x="1704371" y="4243756"/>
            <a:ext cx="2215550" cy="2215550"/>
          </a:xfrm>
          <a:prstGeom prst="rect">
            <a:avLst/>
          </a:prstGeom>
          <a:solidFill>
            <a:srgbClr val="FFFFFF">
              <a:shade val="85000"/>
            </a:srgbClr>
          </a:solidFill>
          <a:ln w="5715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377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5"/>
          <p:cNvSpPr/>
          <p:nvPr/>
        </p:nvSpPr>
        <p:spPr>
          <a:xfrm>
            <a:off x="383638" y="13231"/>
            <a:ext cx="8769863" cy="6840000"/>
          </a:xfrm>
          <a:custGeom>
            <a:avLst/>
            <a:gdLst>
              <a:gd name="connsiteX0" fmla="*/ 0 w 7823276"/>
              <a:gd name="connsiteY0" fmla="*/ 0 h 6098747"/>
              <a:gd name="connsiteX1" fmla="*/ 7823276 w 7823276"/>
              <a:gd name="connsiteY1" fmla="*/ 0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23276"/>
              <a:gd name="connsiteY0" fmla="*/ 0 h 6098747"/>
              <a:gd name="connsiteX1" fmla="*/ 7823276 w 7823276"/>
              <a:gd name="connsiteY1" fmla="*/ 281354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281354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0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76030"/>
              <a:gd name="connsiteY0" fmla="*/ 0 h 6098747"/>
              <a:gd name="connsiteX1" fmla="*/ 7823276 w 7876030"/>
              <a:gd name="connsiteY1" fmla="*/ 0 h 6098747"/>
              <a:gd name="connsiteX2" fmla="*/ 7876030 w 7876030"/>
              <a:gd name="connsiteY2" fmla="*/ 6063578 h 6098747"/>
              <a:gd name="connsiteX3" fmla="*/ 0 w 7876030"/>
              <a:gd name="connsiteY3" fmla="*/ 6098747 h 6098747"/>
              <a:gd name="connsiteX4" fmla="*/ 0 w 7876030"/>
              <a:gd name="connsiteY4" fmla="*/ 0 h 6098747"/>
              <a:gd name="connsiteX0" fmla="*/ 0 w 7876030"/>
              <a:gd name="connsiteY0" fmla="*/ 0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0 w 7876030"/>
              <a:gd name="connsiteY4" fmla="*/ 0 h 6116332"/>
              <a:gd name="connsiteX0" fmla="*/ 344277 w 7876030"/>
              <a:gd name="connsiteY0" fmla="*/ 14937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876030"/>
              <a:gd name="connsiteY0" fmla="*/ 14937 h 6116332"/>
              <a:gd name="connsiteX1" fmla="*/ 7449062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486847"/>
              <a:gd name="connsiteY0" fmla="*/ 14937 h 6098747"/>
              <a:gd name="connsiteX1" fmla="*/ 7449062 w 7486847"/>
              <a:gd name="connsiteY1" fmla="*/ 0 h 6098747"/>
              <a:gd name="connsiteX2" fmla="*/ 7486847 w 7486847"/>
              <a:gd name="connsiteY2" fmla="*/ 6071518 h 6098747"/>
              <a:gd name="connsiteX3" fmla="*/ 0 w 7486847"/>
              <a:gd name="connsiteY3" fmla="*/ 6098747 h 6098747"/>
              <a:gd name="connsiteX4" fmla="*/ 344277 w 7486847"/>
              <a:gd name="connsiteY4" fmla="*/ 14937 h 6098747"/>
              <a:gd name="connsiteX0" fmla="*/ 0 w 7142570"/>
              <a:gd name="connsiteY0" fmla="*/ 14937 h 6128624"/>
              <a:gd name="connsiteX1" fmla="*/ 7104785 w 7142570"/>
              <a:gd name="connsiteY1" fmla="*/ 0 h 6128624"/>
              <a:gd name="connsiteX2" fmla="*/ 7142570 w 7142570"/>
              <a:gd name="connsiteY2" fmla="*/ 6071518 h 6128624"/>
              <a:gd name="connsiteX3" fmla="*/ 29937 w 7142570"/>
              <a:gd name="connsiteY3" fmla="*/ 6128624 h 6128624"/>
              <a:gd name="connsiteX4" fmla="*/ 0 w 7142570"/>
              <a:gd name="connsiteY4" fmla="*/ 14937 h 6128624"/>
              <a:gd name="connsiteX0" fmla="*/ 0 w 7142570"/>
              <a:gd name="connsiteY0" fmla="*/ 14937 h 6071518"/>
              <a:gd name="connsiteX1" fmla="*/ 7104785 w 7142570"/>
              <a:gd name="connsiteY1" fmla="*/ 0 h 6071518"/>
              <a:gd name="connsiteX2" fmla="*/ 7142570 w 7142570"/>
              <a:gd name="connsiteY2" fmla="*/ 6071518 h 6071518"/>
              <a:gd name="connsiteX3" fmla="*/ 44906 w 7142570"/>
              <a:gd name="connsiteY3" fmla="*/ 5721119 h 6071518"/>
              <a:gd name="connsiteX4" fmla="*/ 0 w 7142570"/>
              <a:gd name="connsiteY4" fmla="*/ 14937 h 6071518"/>
              <a:gd name="connsiteX0" fmla="*/ 0 w 7142570"/>
              <a:gd name="connsiteY0" fmla="*/ 0 h 6056581"/>
              <a:gd name="connsiteX1" fmla="*/ 7059880 w 7142570"/>
              <a:gd name="connsiteY1" fmla="*/ 47756 h 6056581"/>
              <a:gd name="connsiteX2" fmla="*/ 7142570 w 7142570"/>
              <a:gd name="connsiteY2" fmla="*/ 6056581 h 6056581"/>
              <a:gd name="connsiteX3" fmla="*/ 44906 w 7142570"/>
              <a:gd name="connsiteY3" fmla="*/ 5706182 h 6056581"/>
              <a:gd name="connsiteX4" fmla="*/ 0 w 7142570"/>
              <a:gd name="connsiteY4" fmla="*/ 0 h 6056581"/>
              <a:gd name="connsiteX0" fmla="*/ 0 w 7127601"/>
              <a:gd name="connsiteY0" fmla="*/ 0 h 5706182"/>
              <a:gd name="connsiteX1" fmla="*/ 7059880 w 7127601"/>
              <a:gd name="connsiteY1" fmla="*/ 47756 h 5706182"/>
              <a:gd name="connsiteX2" fmla="*/ 7127601 w 7127601"/>
              <a:gd name="connsiteY2" fmla="*/ 5680423 h 5706182"/>
              <a:gd name="connsiteX3" fmla="*/ 44906 w 7127601"/>
              <a:gd name="connsiteY3" fmla="*/ 5706182 h 5706182"/>
              <a:gd name="connsiteX4" fmla="*/ 0 w 7127601"/>
              <a:gd name="connsiteY4" fmla="*/ 0 h 5706182"/>
              <a:gd name="connsiteX0" fmla="*/ 0 w 7464105"/>
              <a:gd name="connsiteY0" fmla="*/ 0 h 5706182"/>
              <a:gd name="connsiteX1" fmla="*/ 7464032 w 7464105"/>
              <a:gd name="connsiteY1" fmla="*/ 126123 h 5706182"/>
              <a:gd name="connsiteX2" fmla="*/ 7127601 w 7464105"/>
              <a:gd name="connsiteY2" fmla="*/ 5680423 h 5706182"/>
              <a:gd name="connsiteX3" fmla="*/ 44906 w 7464105"/>
              <a:gd name="connsiteY3" fmla="*/ 5706182 h 5706182"/>
              <a:gd name="connsiteX4" fmla="*/ 0 w 7464105"/>
              <a:gd name="connsiteY4" fmla="*/ 0 h 5706182"/>
              <a:gd name="connsiteX0" fmla="*/ 0 w 7465177"/>
              <a:gd name="connsiteY0" fmla="*/ 0 h 5706182"/>
              <a:gd name="connsiteX1" fmla="*/ 7464032 w 7465177"/>
              <a:gd name="connsiteY1" fmla="*/ 126123 h 5706182"/>
              <a:gd name="connsiteX2" fmla="*/ 7456910 w 7465177"/>
              <a:gd name="connsiteY2" fmla="*/ 5555037 h 5706182"/>
              <a:gd name="connsiteX3" fmla="*/ 44906 w 7465177"/>
              <a:gd name="connsiteY3" fmla="*/ 5706182 h 5706182"/>
              <a:gd name="connsiteX4" fmla="*/ 0 w 7465177"/>
              <a:gd name="connsiteY4" fmla="*/ 0 h 5706182"/>
              <a:gd name="connsiteX0" fmla="*/ 0 w 7465177"/>
              <a:gd name="connsiteY0" fmla="*/ 0 h 5706182"/>
              <a:gd name="connsiteX1" fmla="*/ 7464032 w 7465177"/>
              <a:gd name="connsiteY1" fmla="*/ 298528 h 5706182"/>
              <a:gd name="connsiteX2" fmla="*/ 7456910 w 7465177"/>
              <a:gd name="connsiteY2" fmla="*/ 5555037 h 5706182"/>
              <a:gd name="connsiteX3" fmla="*/ 44906 w 7465177"/>
              <a:gd name="connsiteY3" fmla="*/ 5706182 h 5706182"/>
              <a:gd name="connsiteX4" fmla="*/ 0 w 7465177"/>
              <a:gd name="connsiteY4" fmla="*/ 0 h 5706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177" h="5706182">
                <a:moveTo>
                  <a:pt x="0" y="0"/>
                </a:moveTo>
                <a:lnTo>
                  <a:pt x="7464032" y="298528"/>
                </a:lnTo>
                <a:cubicBezTo>
                  <a:pt x="7469894" y="2208351"/>
                  <a:pt x="7451048" y="3645214"/>
                  <a:pt x="7456910" y="5555037"/>
                </a:cubicBezTo>
                <a:lnTo>
                  <a:pt x="44906" y="5706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4" name="矩形 5"/>
          <p:cNvSpPr/>
          <p:nvPr/>
        </p:nvSpPr>
        <p:spPr>
          <a:xfrm>
            <a:off x="-1" y="0"/>
            <a:ext cx="440060" cy="6858000"/>
          </a:xfrm>
          <a:custGeom>
            <a:avLst/>
            <a:gdLst>
              <a:gd name="connsiteX0" fmla="*/ 0 w 648072"/>
              <a:gd name="connsiteY0" fmla="*/ 0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752528 h 4752528"/>
              <a:gd name="connsiteX4" fmla="*/ 0 w 648072"/>
              <a:gd name="connsiteY4" fmla="*/ 0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752528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647596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586909 h 4752528"/>
              <a:gd name="connsiteX4" fmla="*/ 0 w 678053"/>
              <a:gd name="connsiteY4" fmla="*/ 194872 h 4752528"/>
              <a:gd name="connsiteX0" fmla="*/ 22127 w 648072"/>
              <a:gd name="connsiteY0" fmla="*/ 255559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586909 h 4752528"/>
              <a:gd name="connsiteX4" fmla="*/ 22127 w 648072"/>
              <a:gd name="connsiteY4" fmla="*/ 255559 h 4752528"/>
              <a:gd name="connsiteX0" fmla="*/ 0 w 652000"/>
              <a:gd name="connsiteY0" fmla="*/ 255559 h 4752528"/>
              <a:gd name="connsiteX1" fmla="*/ 652000 w 652000"/>
              <a:gd name="connsiteY1" fmla="*/ 0 h 4752528"/>
              <a:gd name="connsiteX2" fmla="*/ 652000 w 652000"/>
              <a:gd name="connsiteY2" fmla="*/ 4752528 h 4752528"/>
              <a:gd name="connsiteX3" fmla="*/ 3928 w 652000"/>
              <a:gd name="connsiteY3" fmla="*/ 4586909 h 4752528"/>
              <a:gd name="connsiteX4" fmla="*/ 0 w 652000"/>
              <a:gd name="connsiteY4" fmla="*/ 255559 h 4752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000" h="4752528">
                <a:moveTo>
                  <a:pt x="0" y="255559"/>
                </a:moveTo>
                <a:lnTo>
                  <a:pt x="652000" y="0"/>
                </a:lnTo>
                <a:lnTo>
                  <a:pt x="652000" y="4752528"/>
                </a:lnTo>
                <a:lnTo>
                  <a:pt x="3928" y="4586909"/>
                </a:lnTo>
                <a:cubicBezTo>
                  <a:pt x="2619" y="3143126"/>
                  <a:pt x="1309" y="1699342"/>
                  <a:pt x="0" y="255559"/>
                </a:cubicBezTo>
                <a:close/>
              </a:path>
            </a:pathLst>
          </a:custGeom>
          <a:solidFill>
            <a:srgbClr val="B88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-35170" y="1779086"/>
            <a:ext cx="457644" cy="173992"/>
          </a:xfrm>
          <a:prstGeom prst="line">
            <a:avLst/>
          </a:prstGeom>
          <a:ln w="127000" cmpd="thinThick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24815" y="1766146"/>
            <a:ext cx="8769863" cy="9216"/>
          </a:xfrm>
          <a:prstGeom prst="line">
            <a:avLst/>
          </a:prstGeom>
          <a:ln w="127000" cmpd="thickThin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67544" y="-315416"/>
            <a:ext cx="230425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800" dirty="0">
                <a:latin typeface="★懐流体" pitchFamily="2" charset="-128"/>
                <a:ea typeface="★懐流体" pitchFamily="2" charset="-128"/>
              </a:rPr>
              <a:t>M</a:t>
            </a:r>
            <a:endParaRPr lang="zh-CN" altLang="en-US" sz="13800" dirty="0">
              <a:latin typeface="★懐流体" pitchFamily="2" charset="-128"/>
              <a:ea typeface="★懐流体" pitchFamily="2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1640" y="1044025"/>
            <a:ext cx="1296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方正综艺简体" pitchFamily="65" charset="-122"/>
                <a:ea typeface="方正综艺简体" pitchFamily="65" charset="-122"/>
              </a:rPr>
              <a:t>情绪</a:t>
            </a:r>
            <a:endParaRPr lang="zh-CN" altLang="en-US" sz="3200" dirty="0">
              <a:solidFill>
                <a:schemeClr val="bg1"/>
              </a:solidFill>
              <a:latin typeface="方正综艺简体" pitchFamily="65" charset="-122"/>
              <a:ea typeface="方正综艺简体" pitchFamily="65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 rot="10800000" flipV="1">
            <a:off x="2165256" y="931367"/>
            <a:ext cx="139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 err="1" smtClean="0">
                <a:latin typeface="★懐流体" pitchFamily="2" charset="-128"/>
                <a:ea typeface="★懐流体" pitchFamily="2" charset="-128"/>
              </a:rPr>
              <a:t>ood</a:t>
            </a:r>
            <a:endParaRPr lang="zh-CN" altLang="en-US" sz="4400" dirty="0">
              <a:latin typeface="★懐流体" pitchFamily="2" charset="-128"/>
              <a:ea typeface="★懐流体" pitchFamily="2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3848" y="1228690"/>
            <a:ext cx="540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臣服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不要抗拒事实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64" y="2528050"/>
            <a:ext cx="2419912" cy="1810362"/>
          </a:xfrm>
          <a:prstGeom prst="rect">
            <a:avLst/>
          </a:prstGeom>
        </p:spPr>
      </p:pic>
      <p:sp>
        <p:nvSpPr>
          <p:cNvPr id="12" name="线形标注 1 11"/>
          <p:cNvSpPr/>
          <p:nvPr/>
        </p:nvSpPr>
        <p:spPr>
          <a:xfrm>
            <a:off x="2843808" y="2420888"/>
            <a:ext cx="1650942" cy="1027150"/>
          </a:xfrm>
          <a:prstGeom prst="borderCallout1">
            <a:avLst>
              <a:gd name="adj1" fmla="val 18750"/>
              <a:gd name="adj2" fmla="val -8333"/>
              <a:gd name="adj3" fmla="val 67234"/>
              <a:gd name="adj4" fmla="val -17680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87824" y="2525995"/>
            <a:ext cx="1512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为什么发生这种事情？好难过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~~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-2844824" y="3247475"/>
            <a:ext cx="1353519" cy="1585993"/>
          </a:xfrm>
          <a:custGeom>
            <a:avLst/>
            <a:gdLst>
              <a:gd name="connsiteX0" fmla="*/ 650929 w 1353519"/>
              <a:gd name="connsiteY0" fmla="*/ 0 h 1585993"/>
              <a:gd name="connsiteX1" fmla="*/ 718089 w 1353519"/>
              <a:gd name="connsiteY1" fmla="*/ 15498 h 1585993"/>
              <a:gd name="connsiteX2" fmla="*/ 867905 w 1353519"/>
              <a:gd name="connsiteY2" fmla="*/ 36163 h 1585993"/>
              <a:gd name="connsiteX3" fmla="*/ 1038387 w 1353519"/>
              <a:gd name="connsiteY3" fmla="*/ 87824 h 1585993"/>
              <a:gd name="connsiteX4" fmla="*/ 1167539 w 1353519"/>
              <a:gd name="connsiteY4" fmla="*/ 175647 h 1585993"/>
              <a:gd name="connsiteX5" fmla="*/ 1234699 w 1353519"/>
              <a:gd name="connsiteY5" fmla="*/ 227308 h 1585993"/>
              <a:gd name="connsiteX6" fmla="*/ 1307024 w 1353519"/>
              <a:gd name="connsiteY6" fmla="*/ 320298 h 1585993"/>
              <a:gd name="connsiteX7" fmla="*/ 1317356 w 1353519"/>
              <a:gd name="connsiteY7" fmla="*/ 356461 h 1585993"/>
              <a:gd name="connsiteX8" fmla="*/ 1327689 w 1353519"/>
              <a:gd name="connsiteY8" fmla="*/ 247973 h 1585993"/>
              <a:gd name="connsiteX9" fmla="*/ 1312190 w 1353519"/>
              <a:gd name="connsiteY9" fmla="*/ 118820 h 1585993"/>
              <a:gd name="connsiteX10" fmla="*/ 1338021 w 1353519"/>
              <a:gd name="connsiteY10" fmla="*/ 180813 h 1585993"/>
              <a:gd name="connsiteX11" fmla="*/ 1348353 w 1353519"/>
              <a:gd name="connsiteY11" fmla="*/ 294468 h 1585993"/>
              <a:gd name="connsiteX12" fmla="*/ 1327689 w 1353519"/>
              <a:gd name="connsiteY12" fmla="*/ 382291 h 1585993"/>
              <a:gd name="connsiteX13" fmla="*/ 1353519 w 1353519"/>
              <a:gd name="connsiteY13" fmla="*/ 464949 h 1585993"/>
              <a:gd name="connsiteX14" fmla="*/ 1332855 w 1353519"/>
              <a:gd name="connsiteY14" fmla="*/ 573437 h 1585993"/>
              <a:gd name="connsiteX15" fmla="*/ 1245031 w 1353519"/>
              <a:gd name="connsiteY15" fmla="*/ 764583 h 1585993"/>
              <a:gd name="connsiteX16" fmla="*/ 1250197 w 1353519"/>
              <a:gd name="connsiteY16" fmla="*/ 702590 h 1585993"/>
              <a:gd name="connsiteX17" fmla="*/ 1126211 w 1353519"/>
              <a:gd name="connsiteY17" fmla="*/ 816244 h 1585993"/>
              <a:gd name="connsiteX18" fmla="*/ 1162373 w 1353519"/>
              <a:gd name="connsiteY18" fmla="*/ 878237 h 1585993"/>
              <a:gd name="connsiteX19" fmla="*/ 1084882 w 1353519"/>
              <a:gd name="connsiteY19" fmla="*/ 888569 h 1585993"/>
              <a:gd name="connsiteX20" fmla="*/ 1043553 w 1353519"/>
              <a:gd name="connsiteY20" fmla="*/ 950563 h 1585993"/>
              <a:gd name="connsiteX21" fmla="*/ 1012556 w 1353519"/>
              <a:gd name="connsiteY21" fmla="*/ 945396 h 1585993"/>
              <a:gd name="connsiteX22" fmla="*/ 971228 w 1353519"/>
              <a:gd name="connsiteY22" fmla="*/ 981559 h 1585993"/>
              <a:gd name="connsiteX23" fmla="*/ 888570 w 1353519"/>
              <a:gd name="connsiteY23" fmla="*/ 1043552 h 1585993"/>
              <a:gd name="connsiteX24" fmla="*/ 743919 w 1353519"/>
              <a:gd name="connsiteY24" fmla="*/ 909234 h 1585993"/>
              <a:gd name="connsiteX25" fmla="*/ 650929 w 1353519"/>
              <a:gd name="connsiteY25" fmla="*/ 1079715 h 1585993"/>
              <a:gd name="connsiteX26" fmla="*/ 728421 w 1353519"/>
              <a:gd name="connsiteY26" fmla="*/ 1110712 h 1585993"/>
              <a:gd name="connsiteX27" fmla="*/ 723255 w 1353519"/>
              <a:gd name="connsiteY27" fmla="*/ 1203702 h 1585993"/>
              <a:gd name="connsiteX28" fmla="*/ 681926 w 1353519"/>
              <a:gd name="connsiteY28" fmla="*/ 1214034 h 1585993"/>
              <a:gd name="connsiteX29" fmla="*/ 873072 w 1353519"/>
              <a:gd name="connsiteY29" fmla="*/ 1425844 h 1585993"/>
              <a:gd name="connsiteX30" fmla="*/ 940231 w 1353519"/>
              <a:gd name="connsiteY30" fmla="*/ 1585993 h 1585993"/>
              <a:gd name="connsiteX31" fmla="*/ 0 w 1353519"/>
              <a:gd name="connsiteY31" fmla="*/ 1575661 h 1585993"/>
              <a:gd name="connsiteX32" fmla="*/ 191146 w 1353519"/>
              <a:gd name="connsiteY32" fmla="*/ 1157207 h 1585993"/>
              <a:gd name="connsiteX33" fmla="*/ 237641 w 1353519"/>
              <a:gd name="connsiteY33" fmla="*/ 1095213 h 1585993"/>
              <a:gd name="connsiteX34" fmla="*/ 222143 w 1353519"/>
              <a:gd name="connsiteY34" fmla="*/ 909234 h 1585993"/>
              <a:gd name="connsiteX35" fmla="*/ 304800 w 1353519"/>
              <a:gd name="connsiteY35" fmla="*/ 909234 h 1585993"/>
              <a:gd name="connsiteX36" fmla="*/ 423621 w 1353519"/>
              <a:gd name="connsiteY36" fmla="*/ 966061 h 1585993"/>
              <a:gd name="connsiteX37" fmla="*/ 475282 w 1353519"/>
              <a:gd name="connsiteY37" fmla="*/ 873071 h 1585993"/>
              <a:gd name="connsiteX38" fmla="*/ 428787 w 1353519"/>
              <a:gd name="connsiteY38" fmla="*/ 883403 h 1585993"/>
              <a:gd name="connsiteX39" fmla="*/ 501112 w 1353519"/>
              <a:gd name="connsiteY39" fmla="*/ 774915 h 1585993"/>
              <a:gd name="connsiteX40" fmla="*/ 392624 w 1353519"/>
              <a:gd name="connsiteY40" fmla="*/ 842074 h 1585993"/>
              <a:gd name="connsiteX41" fmla="*/ 485614 w 1353519"/>
              <a:gd name="connsiteY41" fmla="*/ 650929 h 1585993"/>
              <a:gd name="connsiteX42" fmla="*/ 366794 w 1353519"/>
              <a:gd name="connsiteY42" fmla="*/ 676759 h 1585993"/>
              <a:gd name="connsiteX43" fmla="*/ 511444 w 1353519"/>
              <a:gd name="connsiteY43" fmla="*/ 495946 h 1585993"/>
              <a:gd name="connsiteX44" fmla="*/ 227309 w 1353519"/>
              <a:gd name="connsiteY44" fmla="*/ 485613 h 1585993"/>
              <a:gd name="connsiteX45" fmla="*/ 588936 w 1353519"/>
              <a:gd name="connsiteY45" fmla="*/ 232474 h 1585993"/>
              <a:gd name="connsiteX46" fmla="*/ 413289 w 1353519"/>
              <a:gd name="connsiteY46" fmla="*/ 180813 h 1585993"/>
              <a:gd name="connsiteX47" fmla="*/ 759417 w 1353519"/>
              <a:gd name="connsiteY47" fmla="*/ 98156 h 1585993"/>
              <a:gd name="connsiteX48" fmla="*/ 650929 w 1353519"/>
              <a:gd name="connsiteY48" fmla="*/ 0 h 1585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353519" h="1585993">
                <a:moveTo>
                  <a:pt x="650929" y="0"/>
                </a:moveTo>
                <a:lnTo>
                  <a:pt x="718089" y="15498"/>
                </a:lnTo>
                <a:lnTo>
                  <a:pt x="867905" y="36163"/>
                </a:lnTo>
                <a:lnTo>
                  <a:pt x="1038387" y="87824"/>
                </a:lnTo>
                <a:lnTo>
                  <a:pt x="1167539" y="175647"/>
                </a:lnTo>
                <a:lnTo>
                  <a:pt x="1234699" y="227308"/>
                </a:lnTo>
                <a:lnTo>
                  <a:pt x="1307024" y="320298"/>
                </a:lnTo>
                <a:lnTo>
                  <a:pt x="1317356" y="356461"/>
                </a:lnTo>
                <a:lnTo>
                  <a:pt x="1327689" y="247973"/>
                </a:lnTo>
                <a:lnTo>
                  <a:pt x="1312190" y="118820"/>
                </a:lnTo>
                <a:lnTo>
                  <a:pt x="1338021" y="180813"/>
                </a:lnTo>
                <a:lnTo>
                  <a:pt x="1348353" y="294468"/>
                </a:lnTo>
                <a:lnTo>
                  <a:pt x="1327689" y="382291"/>
                </a:lnTo>
                <a:lnTo>
                  <a:pt x="1353519" y="464949"/>
                </a:lnTo>
                <a:lnTo>
                  <a:pt x="1332855" y="573437"/>
                </a:lnTo>
                <a:lnTo>
                  <a:pt x="1245031" y="764583"/>
                </a:lnTo>
                <a:lnTo>
                  <a:pt x="1250197" y="702590"/>
                </a:lnTo>
                <a:lnTo>
                  <a:pt x="1126211" y="816244"/>
                </a:lnTo>
                <a:lnTo>
                  <a:pt x="1162373" y="878237"/>
                </a:lnTo>
                <a:lnTo>
                  <a:pt x="1084882" y="888569"/>
                </a:lnTo>
                <a:lnTo>
                  <a:pt x="1043553" y="950563"/>
                </a:lnTo>
                <a:lnTo>
                  <a:pt x="1012556" y="945396"/>
                </a:lnTo>
                <a:lnTo>
                  <a:pt x="971228" y="981559"/>
                </a:lnTo>
                <a:lnTo>
                  <a:pt x="888570" y="1043552"/>
                </a:lnTo>
                <a:lnTo>
                  <a:pt x="743919" y="909234"/>
                </a:lnTo>
                <a:lnTo>
                  <a:pt x="650929" y="1079715"/>
                </a:lnTo>
                <a:lnTo>
                  <a:pt x="728421" y="1110712"/>
                </a:lnTo>
                <a:lnTo>
                  <a:pt x="723255" y="1203702"/>
                </a:lnTo>
                <a:lnTo>
                  <a:pt x="681926" y="1214034"/>
                </a:lnTo>
                <a:lnTo>
                  <a:pt x="873072" y="1425844"/>
                </a:lnTo>
                <a:lnTo>
                  <a:pt x="940231" y="1585993"/>
                </a:lnTo>
                <a:lnTo>
                  <a:pt x="0" y="1575661"/>
                </a:lnTo>
                <a:lnTo>
                  <a:pt x="191146" y="1157207"/>
                </a:lnTo>
                <a:lnTo>
                  <a:pt x="237641" y="1095213"/>
                </a:lnTo>
                <a:lnTo>
                  <a:pt x="222143" y="909234"/>
                </a:lnTo>
                <a:lnTo>
                  <a:pt x="304800" y="909234"/>
                </a:lnTo>
                <a:lnTo>
                  <a:pt x="423621" y="966061"/>
                </a:lnTo>
                <a:lnTo>
                  <a:pt x="475282" y="873071"/>
                </a:lnTo>
                <a:lnTo>
                  <a:pt x="428787" y="883403"/>
                </a:lnTo>
                <a:lnTo>
                  <a:pt x="501112" y="774915"/>
                </a:lnTo>
                <a:lnTo>
                  <a:pt x="392624" y="842074"/>
                </a:lnTo>
                <a:lnTo>
                  <a:pt x="485614" y="650929"/>
                </a:lnTo>
                <a:lnTo>
                  <a:pt x="366794" y="676759"/>
                </a:lnTo>
                <a:lnTo>
                  <a:pt x="511444" y="495946"/>
                </a:lnTo>
                <a:lnTo>
                  <a:pt x="227309" y="485613"/>
                </a:lnTo>
                <a:lnTo>
                  <a:pt x="588936" y="232474"/>
                </a:lnTo>
                <a:lnTo>
                  <a:pt x="413289" y="180813"/>
                </a:lnTo>
                <a:lnTo>
                  <a:pt x="759417" y="98156"/>
                </a:lnTo>
                <a:lnTo>
                  <a:pt x="650929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206031" y="2471313"/>
            <a:ext cx="1416362" cy="1677767"/>
            <a:chOff x="5206031" y="2406168"/>
            <a:chExt cx="1416362" cy="1677767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64" b="32444"/>
            <a:stretch/>
          </p:blipFill>
          <p:spPr>
            <a:xfrm rot="19564362">
              <a:off x="5206031" y="2406168"/>
              <a:ext cx="1137176" cy="1070652"/>
            </a:xfrm>
            <a:prstGeom prst="snip2SameRect">
              <a:avLst>
                <a:gd name="adj1" fmla="val 16667"/>
                <a:gd name="adj2" fmla="val 31364"/>
              </a:avLst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7079"/>
            <a:stretch/>
          </p:blipFill>
          <p:spPr>
            <a:xfrm>
              <a:off x="5269193" y="3403706"/>
              <a:ext cx="1353200" cy="680229"/>
            </a:xfrm>
            <a:prstGeom prst="snip2SameRect">
              <a:avLst>
                <a:gd name="adj1" fmla="val 50000"/>
                <a:gd name="adj2" fmla="val 0"/>
              </a:avLst>
            </a:prstGeom>
          </p:spPr>
        </p:pic>
        <p:sp>
          <p:nvSpPr>
            <p:cNvPr id="18" name="矩形 17"/>
            <p:cNvSpPr/>
            <p:nvPr/>
          </p:nvSpPr>
          <p:spPr>
            <a:xfrm>
              <a:off x="5945793" y="3291521"/>
              <a:ext cx="408023" cy="282893"/>
            </a:xfrm>
            <a:prstGeom prst="rect">
              <a:avLst/>
            </a:prstGeom>
            <a:solidFill>
              <a:srgbClr val="F2A909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德彪钢笔行书字库" pitchFamily="2" charset="-122"/>
                <a:ea typeface="德彪钢笔行书字库" pitchFamily="2" charset="-122"/>
              </a:endParaRPr>
            </a:p>
          </p:txBody>
        </p:sp>
      </p:grpSp>
      <p:sp>
        <p:nvSpPr>
          <p:cNvPr id="21" name="线形标注 1 20"/>
          <p:cNvSpPr/>
          <p:nvPr/>
        </p:nvSpPr>
        <p:spPr>
          <a:xfrm>
            <a:off x="6665474" y="2420888"/>
            <a:ext cx="1650942" cy="1027150"/>
          </a:xfrm>
          <a:prstGeom prst="borderCallout1">
            <a:avLst>
              <a:gd name="adj1" fmla="val 18750"/>
              <a:gd name="adj2" fmla="val -8333"/>
              <a:gd name="adj3" fmla="val 67234"/>
              <a:gd name="adj4" fmla="val -17680"/>
            </a:avLst>
          </a:prstGeom>
          <a:solidFill>
            <a:schemeClr val="accent6"/>
          </a:solidFill>
          <a:ln>
            <a:solidFill>
              <a:schemeClr val="bg1"/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04248" y="2525995"/>
            <a:ext cx="1512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有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什么办法呢，都已经发生了呀！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43608" y="4548971"/>
            <a:ext cx="1446144" cy="1670240"/>
            <a:chOff x="1043608" y="4548971"/>
            <a:chExt cx="1446144" cy="1670240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64" b="32444"/>
            <a:stretch/>
          </p:blipFill>
          <p:spPr>
            <a:xfrm rot="18541396">
              <a:off x="1010346" y="4582233"/>
              <a:ext cx="1137176" cy="1070652"/>
            </a:xfrm>
            <a:prstGeom prst="snip2SameRect">
              <a:avLst>
                <a:gd name="adj1" fmla="val 16667"/>
                <a:gd name="adj2" fmla="val 31364"/>
              </a:avLst>
            </a:prstGeom>
          </p:spPr>
        </p:pic>
        <p:pic>
          <p:nvPicPr>
            <p:cNvPr id="23" name="图片 22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7079"/>
            <a:stretch/>
          </p:blipFill>
          <p:spPr>
            <a:xfrm>
              <a:off x="1136552" y="5538982"/>
              <a:ext cx="1353200" cy="680229"/>
            </a:xfrm>
            <a:prstGeom prst="snip2SameRect">
              <a:avLst>
                <a:gd name="adj1" fmla="val 50000"/>
                <a:gd name="adj2" fmla="val 0"/>
              </a:avLst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1813152" y="5466974"/>
              <a:ext cx="532584" cy="216024"/>
            </a:xfrm>
            <a:prstGeom prst="rect">
              <a:avLst/>
            </a:prstGeom>
            <a:solidFill>
              <a:srgbClr val="F2A909"/>
            </a:solidFill>
            <a:ln>
              <a:noFill/>
            </a:ln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德彪钢笔行书字库" pitchFamily="2" charset="-122"/>
                <a:ea typeface="德彪钢笔行书字库" pitchFamily="2" charset="-122"/>
              </a:endParaRPr>
            </a:p>
          </p:txBody>
        </p:sp>
      </p:grpSp>
      <p:sp>
        <p:nvSpPr>
          <p:cNvPr id="28" name="线形标注 1 27"/>
          <p:cNvSpPr/>
          <p:nvPr/>
        </p:nvSpPr>
        <p:spPr>
          <a:xfrm>
            <a:off x="2843808" y="4439824"/>
            <a:ext cx="1650942" cy="1027150"/>
          </a:xfrm>
          <a:prstGeom prst="borderCallout1">
            <a:avLst>
              <a:gd name="adj1" fmla="val 18750"/>
              <a:gd name="adj2" fmla="val -8333"/>
              <a:gd name="adj3" fmla="val 67234"/>
              <a:gd name="adj4" fmla="val -17680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987824" y="4437112"/>
            <a:ext cx="15121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我只能接受，抗拒改变不了已经发生的事情！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2079444" y="3639559"/>
            <a:ext cx="85812" cy="1286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2122350" y="3637324"/>
            <a:ext cx="159198" cy="64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2195736" y="3573016"/>
            <a:ext cx="159198" cy="64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64" b="32444"/>
          <a:stretch/>
        </p:blipFill>
        <p:spPr>
          <a:xfrm rot="18541396">
            <a:off x="-2279479" y="5230757"/>
            <a:ext cx="1137176" cy="1070652"/>
          </a:xfrm>
          <a:prstGeom prst="snip2SameRect">
            <a:avLst>
              <a:gd name="adj1" fmla="val 16667"/>
              <a:gd name="adj2" fmla="val 31364"/>
            </a:avLst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079"/>
          <a:stretch/>
        </p:blipFill>
        <p:spPr>
          <a:xfrm>
            <a:off x="-1613597" y="3768176"/>
            <a:ext cx="1353200" cy="680229"/>
          </a:xfrm>
          <a:prstGeom prst="snip2SameRect">
            <a:avLst>
              <a:gd name="adj1" fmla="val 50000"/>
              <a:gd name="adj2" fmla="val 0"/>
            </a:avLst>
          </a:prstGeom>
        </p:spPr>
      </p:pic>
      <p:grpSp>
        <p:nvGrpSpPr>
          <p:cNvPr id="37" name="组合 36"/>
          <p:cNvGrpSpPr/>
          <p:nvPr/>
        </p:nvGrpSpPr>
        <p:grpSpPr>
          <a:xfrm>
            <a:off x="5181076" y="4548971"/>
            <a:ext cx="1446144" cy="1670240"/>
            <a:chOff x="1043608" y="4548971"/>
            <a:chExt cx="1446144" cy="1670240"/>
          </a:xfrm>
        </p:grpSpPr>
        <p:pic>
          <p:nvPicPr>
            <p:cNvPr id="38" name="图片 37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64" b="32444"/>
            <a:stretch/>
          </p:blipFill>
          <p:spPr>
            <a:xfrm rot="18541396">
              <a:off x="1010346" y="4582233"/>
              <a:ext cx="1137176" cy="1070652"/>
            </a:xfrm>
            <a:prstGeom prst="snip2SameRect">
              <a:avLst>
                <a:gd name="adj1" fmla="val 16667"/>
                <a:gd name="adj2" fmla="val 31364"/>
              </a:avLst>
            </a:prstGeom>
          </p:spPr>
        </p:pic>
        <p:pic>
          <p:nvPicPr>
            <p:cNvPr id="39" name="图片 38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7079"/>
            <a:stretch/>
          </p:blipFill>
          <p:spPr>
            <a:xfrm>
              <a:off x="1136552" y="5538982"/>
              <a:ext cx="1353200" cy="680229"/>
            </a:xfrm>
            <a:prstGeom prst="snip2SameRect">
              <a:avLst>
                <a:gd name="adj1" fmla="val 50000"/>
                <a:gd name="adj2" fmla="val 0"/>
              </a:avLst>
            </a:prstGeom>
          </p:spPr>
        </p:pic>
        <p:sp>
          <p:nvSpPr>
            <p:cNvPr id="40" name="矩形 39"/>
            <p:cNvSpPr/>
            <p:nvPr/>
          </p:nvSpPr>
          <p:spPr>
            <a:xfrm>
              <a:off x="1813152" y="5466974"/>
              <a:ext cx="532584" cy="216024"/>
            </a:xfrm>
            <a:prstGeom prst="rect">
              <a:avLst/>
            </a:prstGeom>
            <a:solidFill>
              <a:srgbClr val="F2A909"/>
            </a:solidFill>
            <a:ln>
              <a:noFill/>
            </a:ln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德彪钢笔行书字库" pitchFamily="2" charset="-122"/>
                <a:ea typeface="德彪钢笔行书字库" pitchFamily="2" charset="-122"/>
              </a:endParaRPr>
            </a:p>
          </p:txBody>
        </p:sp>
      </p:grpSp>
      <p:sp>
        <p:nvSpPr>
          <p:cNvPr id="41" name="线形标注 1 40"/>
          <p:cNvSpPr/>
          <p:nvPr/>
        </p:nvSpPr>
        <p:spPr>
          <a:xfrm>
            <a:off x="6665474" y="4439824"/>
            <a:ext cx="1650942" cy="1027150"/>
          </a:xfrm>
          <a:prstGeom prst="borderCallout1">
            <a:avLst>
              <a:gd name="adj1" fmla="val 18750"/>
              <a:gd name="adj2" fmla="val -8333"/>
              <a:gd name="adj3" fmla="val 67234"/>
              <a:gd name="adj4" fmla="val -17680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804248" y="4537900"/>
            <a:ext cx="1512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不要存在负面情绪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8404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5"/>
          <p:cNvSpPr/>
          <p:nvPr/>
        </p:nvSpPr>
        <p:spPr>
          <a:xfrm>
            <a:off x="383638" y="13231"/>
            <a:ext cx="8769863" cy="6840000"/>
          </a:xfrm>
          <a:custGeom>
            <a:avLst/>
            <a:gdLst>
              <a:gd name="connsiteX0" fmla="*/ 0 w 7823276"/>
              <a:gd name="connsiteY0" fmla="*/ 0 h 6098747"/>
              <a:gd name="connsiteX1" fmla="*/ 7823276 w 7823276"/>
              <a:gd name="connsiteY1" fmla="*/ 0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23276"/>
              <a:gd name="connsiteY0" fmla="*/ 0 h 6098747"/>
              <a:gd name="connsiteX1" fmla="*/ 7823276 w 7823276"/>
              <a:gd name="connsiteY1" fmla="*/ 281354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281354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0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76030"/>
              <a:gd name="connsiteY0" fmla="*/ 0 h 6098747"/>
              <a:gd name="connsiteX1" fmla="*/ 7823276 w 7876030"/>
              <a:gd name="connsiteY1" fmla="*/ 0 h 6098747"/>
              <a:gd name="connsiteX2" fmla="*/ 7876030 w 7876030"/>
              <a:gd name="connsiteY2" fmla="*/ 6063578 h 6098747"/>
              <a:gd name="connsiteX3" fmla="*/ 0 w 7876030"/>
              <a:gd name="connsiteY3" fmla="*/ 6098747 h 6098747"/>
              <a:gd name="connsiteX4" fmla="*/ 0 w 7876030"/>
              <a:gd name="connsiteY4" fmla="*/ 0 h 6098747"/>
              <a:gd name="connsiteX0" fmla="*/ 0 w 7876030"/>
              <a:gd name="connsiteY0" fmla="*/ 0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0 w 7876030"/>
              <a:gd name="connsiteY4" fmla="*/ 0 h 6116332"/>
              <a:gd name="connsiteX0" fmla="*/ 344277 w 7876030"/>
              <a:gd name="connsiteY0" fmla="*/ 14937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876030"/>
              <a:gd name="connsiteY0" fmla="*/ 14937 h 6116332"/>
              <a:gd name="connsiteX1" fmla="*/ 7449062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486847"/>
              <a:gd name="connsiteY0" fmla="*/ 14937 h 6098747"/>
              <a:gd name="connsiteX1" fmla="*/ 7449062 w 7486847"/>
              <a:gd name="connsiteY1" fmla="*/ 0 h 6098747"/>
              <a:gd name="connsiteX2" fmla="*/ 7486847 w 7486847"/>
              <a:gd name="connsiteY2" fmla="*/ 6071518 h 6098747"/>
              <a:gd name="connsiteX3" fmla="*/ 0 w 7486847"/>
              <a:gd name="connsiteY3" fmla="*/ 6098747 h 6098747"/>
              <a:gd name="connsiteX4" fmla="*/ 344277 w 7486847"/>
              <a:gd name="connsiteY4" fmla="*/ 14937 h 6098747"/>
              <a:gd name="connsiteX0" fmla="*/ 0 w 7142570"/>
              <a:gd name="connsiteY0" fmla="*/ 14937 h 6128624"/>
              <a:gd name="connsiteX1" fmla="*/ 7104785 w 7142570"/>
              <a:gd name="connsiteY1" fmla="*/ 0 h 6128624"/>
              <a:gd name="connsiteX2" fmla="*/ 7142570 w 7142570"/>
              <a:gd name="connsiteY2" fmla="*/ 6071518 h 6128624"/>
              <a:gd name="connsiteX3" fmla="*/ 29937 w 7142570"/>
              <a:gd name="connsiteY3" fmla="*/ 6128624 h 6128624"/>
              <a:gd name="connsiteX4" fmla="*/ 0 w 7142570"/>
              <a:gd name="connsiteY4" fmla="*/ 14937 h 6128624"/>
              <a:gd name="connsiteX0" fmla="*/ 0 w 7142570"/>
              <a:gd name="connsiteY0" fmla="*/ 14937 h 6071518"/>
              <a:gd name="connsiteX1" fmla="*/ 7104785 w 7142570"/>
              <a:gd name="connsiteY1" fmla="*/ 0 h 6071518"/>
              <a:gd name="connsiteX2" fmla="*/ 7142570 w 7142570"/>
              <a:gd name="connsiteY2" fmla="*/ 6071518 h 6071518"/>
              <a:gd name="connsiteX3" fmla="*/ 44906 w 7142570"/>
              <a:gd name="connsiteY3" fmla="*/ 5721119 h 6071518"/>
              <a:gd name="connsiteX4" fmla="*/ 0 w 7142570"/>
              <a:gd name="connsiteY4" fmla="*/ 14937 h 6071518"/>
              <a:gd name="connsiteX0" fmla="*/ 0 w 7142570"/>
              <a:gd name="connsiteY0" fmla="*/ 0 h 6056581"/>
              <a:gd name="connsiteX1" fmla="*/ 7059880 w 7142570"/>
              <a:gd name="connsiteY1" fmla="*/ 47756 h 6056581"/>
              <a:gd name="connsiteX2" fmla="*/ 7142570 w 7142570"/>
              <a:gd name="connsiteY2" fmla="*/ 6056581 h 6056581"/>
              <a:gd name="connsiteX3" fmla="*/ 44906 w 7142570"/>
              <a:gd name="connsiteY3" fmla="*/ 5706182 h 6056581"/>
              <a:gd name="connsiteX4" fmla="*/ 0 w 7142570"/>
              <a:gd name="connsiteY4" fmla="*/ 0 h 6056581"/>
              <a:gd name="connsiteX0" fmla="*/ 0 w 7127601"/>
              <a:gd name="connsiteY0" fmla="*/ 0 h 5706182"/>
              <a:gd name="connsiteX1" fmla="*/ 7059880 w 7127601"/>
              <a:gd name="connsiteY1" fmla="*/ 47756 h 5706182"/>
              <a:gd name="connsiteX2" fmla="*/ 7127601 w 7127601"/>
              <a:gd name="connsiteY2" fmla="*/ 5680423 h 5706182"/>
              <a:gd name="connsiteX3" fmla="*/ 44906 w 7127601"/>
              <a:gd name="connsiteY3" fmla="*/ 5706182 h 5706182"/>
              <a:gd name="connsiteX4" fmla="*/ 0 w 7127601"/>
              <a:gd name="connsiteY4" fmla="*/ 0 h 5706182"/>
              <a:gd name="connsiteX0" fmla="*/ 0 w 7464105"/>
              <a:gd name="connsiteY0" fmla="*/ 0 h 5706182"/>
              <a:gd name="connsiteX1" fmla="*/ 7464032 w 7464105"/>
              <a:gd name="connsiteY1" fmla="*/ 126123 h 5706182"/>
              <a:gd name="connsiteX2" fmla="*/ 7127601 w 7464105"/>
              <a:gd name="connsiteY2" fmla="*/ 5680423 h 5706182"/>
              <a:gd name="connsiteX3" fmla="*/ 44906 w 7464105"/>
              <a:gd name="connsiteY3" fmla="*/ 5706182 h 5706182"/>
              <a:gd name="connsiteX4" fmla="*/ 0 w 7464105"/>
              <a:gd name="connsiteY4" fmla="*/ 0 h 5706182"/>
              <a:gd name="connsiteX0" fmla="*/ 0 w 7465177"/>
              <a:gd name="connsiteY0" fmla="*/ 0 h 5706182"/>
              <a:gd name="connsiteX1" fmla="*/ 7464032 w 7465177"/>
              <a:gd name="connsiteY1" fmla="*/ 126123 h 5706182"/>
              <a:gd name="connsiteX2" fmla="*/ 7456910 w 7465177"/>
              <a:gd name="connsiteY2" fmla="*/ 5555037 h 5706182"/>
              <a:gd name="connsiteX3" fmla="*/ 44906 w 7465177"/>
              <a:gd name="connsiteY3" fmla="*/ 5706182 h 5706182"/>
              <a:gd name="connsiteX4" fmla="*/ 0 w 7465177"/>
              <a:gd name="connsiteY4" fmla="*/ 0 h 5706182"/>
              <a:gd name="connsiteX0" fmla="*/ 0 w 7465177"/>
              <a:gd name="connsiteY0" fmla="*/ 0 h 5706182"/>
              <a:gd name="connsiteX1" fmla="*/ 7464032 w 7465177"/>
              <a:gd name="connsiteY1" fmla="*/ 298528 h 5706182"/>
              <a:gd name="connsiteX2" fmla="*/ 7456910 w 7465177"/>
              <a:gd name="connsiteY2" fmla="*/ 5555037 h 5706182"/>
              <a:gd name="connsiteX3" fmla="*/ 44906 w 7465177"/>
              <a:gd name="connsiteY3" fmla="*/ 5706182 h 5706182"/>
              <a:gd name="connsiteX4" fmla="*/ 0 w 7465177"/>
              <a:gd name="connsiteY4" fmla="*/ 0 h 5706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177" h="5706182">
                <a:moveTo>
                  <a:pt x="0" y="0"/>
                </a:moveTo>
                <a:lnTo>
                  <a:pt x="7464032" y="298528"/>
                </a:lnTo>
                <a:cubicBezTo>
                  <a:pt x="7469894" y="2208351"/>
                  <a:pt x="7451048" y="3645214"/>
                  <a:pt x="7456910" y="5555037"/>
                </a:cubicBezTo>
                <a:lnTo>
                  <a:pt x="44906" y="5706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4" name="矩形 5"/>
          <p:cNvSpPr/>
          <p:nvPr/>
        </p:nvSpPr>
        <p:spPr>
          <a:xfrm>
            <a:off x="-1" y="0"/>
            <a:ext cx="440060" cy="6858000"/>
          </a:xfrm>
          <a:custGeom>
            <a:avLst/>
            <a:gdLst>
              <a:gd name="connsiteX0" fmla="*/ 0 w 648072"/>
              <a:gd name="connsiteY0" fmla="*/ 0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752528 h 4752528"/>
              <a:gd name="connsiteX4" fmla="*/ 0 w 648072"/>
              <a:gd name="connsiteY4" fmla="*/ 0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752528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647596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586909 h 4752528"/>
              <a:gd name="connsiteX4" fmla="*/ 0 w 678053"/>
              <a:gd name="connsiteY4" fmla="*/ 194872 h 4752528"/>
              <a:gd name="connsiteX0" fmla="*/ 22127 w 648072"/>
              <a:gd name="connsiteY0" fmla="*/ 255559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586909 h 4752528"/>
              <a:gd name="connsiteX4" fmla="*/ 22127 w 648072"/>
              <a:gd name="connsiteY4" fmla="*/ 255559 h 4752528"/>
              <a:gd name="connsiteX0" fmla="*/ 0 w 652000"/>
              <a:gd name="connsiteY0" fmla="*/ 255559 h 4752528"/>
              <a:gd name="connsiteX1" fmla="*/ 652000 w 652000"/>
              <a:gd name="connsiteY1" fmla="*/ 0 h 4752528"/>
              <a:gd name="connsiteX2" fmla="*/ 652000 w 652000"/>
              <a:gd name="connsiteY2" fmla="*/ 4752528 h 4752528"/>
              <a:gd name="connsiteX3" fmla="*/ 3928 w 652000"/>
              <a:gd name="connsiteY3" fmla="*/ 4586909 h 4752528"/>
              <a:gd name="connsiteX4" fmla="*/ 0 w 652000"/>
              <a:gd name="connsiteY4" fmla="*/ 255559 h 4752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000" h="4752528">
                <a:moveTo>
                  <a:pt x="0" y="255559"/>
                </a:moveTo>
                <a:lnTo>
                  <a:pt x="652000" y="0"/>
                </a:lnTo>
                <a:lnTo>
                  <a:pt x="652000" y="4752528"/>
                </a:lnTo>
                <a:lnTo>
                  <a:pt x="3928" y="4586909"/>
                </a:lnTo>
                <a:cubicBezTo>
                  <a:pt x="2619" y="3143126"/>
                  <a:pt x="1309" y="1699342"/>
                  <a:pt x="0" y="255559"/>
                </a:cubicBezTo>
                <a:close/>
              </a:path>
            </a:pathLst>
          </a:custGeom>
          <a:solidFill>
            <a:srgbClr val="B88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-35170" y="1779086"/>
            <a:ext cx="457644" cy="173992"/>
          </a:xfrm>
          <a:prstGeom prst="line">
            <a:avLst/>
          </a:prstGeom>
          <a:ln w="127000" cmpd="thinThick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24815" y="1766146"/>
            <a:ext cx="8769863" cy="9216"/>
          </a:xfrm>
          <a:prstGeom prst="line">
            <a:avLst/>
          </a:prstGeom>
          <a:ln w="127000" cmpd="thickThin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67544" y="-315416"/>
            <a:ext cx="230425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800" dirty="0">
                <a:latin typeface="★懐流体" pitchFamily="2" charset="-128"/>
                <a:ea typeface="★懐流体" pitchFamily="2" charset="-128"/>
              </a:rPr>
              <a:t>M</a:t>
            </a:r>
            <a:endParaRPr lang="zh-CN" altLang="en-US" sz="13800" dirty="0">
              <a:latin typeface="★懐流体" pitchFamily="2" charset="-128"/>
              <a:ea typeface="★懐流体" pitchFamily="2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1640" y="1044025"/>
            <a:ext cx="1296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方正综艺简体" pitchFamily="65" charset="-122"/>
                <a:ea typeface="方正综艺简体" pitchFamily="65" charset="-122"/>
              </a:rPr>
              <a:t>情绪</a:t>
            </a:r>
            <a:endParaRPr lang="zh-CN" altLang="en-US" sz="3200" dirty="0">
              <a:solidFill>
                <a:schemeClr val="bg1"/>
              </a:solidFill>
              <a:latin typeface="方正综艺简体" pitchFamily="65" charset="-122"/>
              <a:ea typeface="方正综艺简体" pitchFamily="65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 rot="10800000" flipV="1">
            <a:off x="2165256" y="931367"/>
            <a:ext cx="139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 err="1" smtClean="0">
                <a:latin typeface="★懐流体" pitchFamily="2" charset="-128"/>
                <a:ea typeface="★懐流体" pitchFamily="2" charset="-128"/>
              </a:rPr>
              <a:t>ood</a:t>
            </a:r>
            <a:endParaRPr lang="zh-CN" altLang="en-US" sz="4400" dirty="0">
              <a:latin typeface="★懐流体" pitchFamily="2" charset="-128"/>
              <a:ea typeface="★懐流体" pitchFamily="2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3848" y="1228690"/>
            <a:ext cx="540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臣服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不要抗拒负面情绪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22315" y="2446729"/>
            <a:ext cx="2016224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微软雅黑" pitchFamily="34" charset="-122"/>
                <a:ea typeface="微软雅黑" pitchFamily="34" charset="-122"/>
              </a:rPr>
              <a:t> 不要抗拒</a:t>
            </a:r>
            <a:endParaRPr lang="zh-CN" altLang="en-US" sz="3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不等于号 19"/>
          <p:cNvSpPr/>
          <p:nvPr/>
        </p:nvSpPr>
        <p:spPr>
          <a:xfrm>
            <a:off x="4038539" y="2518737"/>
            <a:ext cx="1564721" cy="576064"/>
          </a:xfrm>
          <a:prstGeom prst="mathNotEqual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580112" y="2446729"/>
            <a:ext cx="2016224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微软雅黑" pitchFamily="34" charset="-122"/>
                <a:ea typeface="微软雅黑" pitchFamily="34" charset="-122"/>
              </a:rPr>
              <a:t> 不要存在</a:t>
            </a:r>
            <a:endParaRPr lang="zh-CN" altLang="en-US" sz="3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99792" y="3611631"/>
            <a:ext cx="6120680" cy="9233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当你抗拒某件事情或者某种情绪的时候，你会</a:t>
            </a:r>
            <a:r>
              <a:rPr lang="zh-CN" altLang="en-US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聚焦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在那件事情和那种情绪上，这样赋予它更多能量，它更加强大了。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50808" y="5266344"/>
            <a:ext cx="144016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不要存在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70377" y="3846819"/>
            <a:ext cx="144016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不要抗拒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698118" y="5251266"/>
            <a:ext cx="6120680" cy="5539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喜悦是来自内心的，它是消融负面情绪最好的光。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9967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5"/>
          <p:cNvSpPr/>
          <p:nvPr/>
        </p:nvSpPr>
        <p:spPr>
          <a:xfrm>
            <a:off x="383638" y="13231"/>
            <a:ext cx="8769863" cy="6840000"/>
          </a:xfrm>
          <a:custGeom>
            <a:avLst/>
            <a:gdLst>
              <a:gd name="connsiteX0" fmla="*/ 0 w 7823276"/>
              <a:gd name="connsiteY0" fmla="*/ 0 h 6098747"/>
              <a:gd name="connsiteX1" fmla="*/ 7823276 w 7823276"/>
              <a:gd name="connsiteY1" fmla="*/ 0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23276"/>
              <a:gd name="connsiteY0" fmla="*/ 0 h 6098747"/>
              <a:gd name="connsiteX1" fmla="*/ 7823276 w 7823276"/>
              <a:gd name="connsiteY1" fmla="*/ 281354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281354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0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76030"/>
              <a:gd name="connsiteY0" fmla="*/ 0 h 6098747"/>
              <a:gd name="connsiteX1" fmla="*/ 7823276 w 7876030"/>
              <a:gd name="connsiteY1" fmla="*/ 0 h 6098747"/>
              <a:gd name="connsiteX2" fmla="*/ 7876030 w 7876030"/>
              <a:gd name="connsiteY2" fmla="*/ 6063578 h 6098747"/>
              <a:gd name="connsiteX3" fmla="*/ 0 w 7876030"/>
              <a:gd name="connsiteY3" fmla="*/ 6098747 h 6098747"/>
              <a:gd name="connsiteX4" fmla="*/ 0 w 7876030"/>
              <a:gd name="connsiteY4" fmla="*/ 0 h 6098747"/>
              <a:gd name="connsiteX0" fmla="*/ 0 w 7876030"/>
              <a:gd name="connsiteY0" fmla="*/ 0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0 w 7876030"/>
              <a:gd name="connsiteY4" fmla="*/ 0 h 6116332"/>
              <a:gd name="connsiteX0" fmla="*/ 344277 w 7876030"/>
              <a:gd name="connsiteY0" fmla="*/ 14937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876030"/>
              <a:gd name="connsiteY0" fmla="*/ 14937 h 6116332"/>
              <a:gd name="connsiteX1" fmla="*/ 7449062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486847"/>
              <a:gd name="connsiteY0" fmla="*/ 14937 h 6098747"/>
              <a:gd name="connsiteX1" fmla="*/ 7449062 w 7486847"/>
              <a:gd name="connsiteY1" fmla="*/ 0 h 6098747"/>
              <a:gd name="connsiteX2" fmla="*/ 7486847 w 7486847"/>
              <a:gd name="connsiteY2" fmla="*/ 6071518 h 6098747"/>
              <a:gd name="connsiteX3" fmla="*/ 0 w 7486847"/>
              <a:gd name="connsiteY3" fmla="*/ 6098747 h 6098747"/>
              <a:gd name="connsiteX4" fmla="*/ 344277 w 7486847"/>
              <a:gd name="connsiteY4" fmla="*/ 14937 h 6098747"/>
              <a:gd name="connsiteX0" fmla="*/ 0 w 7142570"/>
              <a:gd name="connsiteY0" fmla="*/ 14937 h 6128624"/>
              <a:gd name="connsiteX1" fmla="*/ 7104785 w 7142570"/>
              <a:gd name="connsiteY1" fmla="*/ 0 h 6128624"/>
              <a:gd name="connsiteX2" fmla="*/ 7142570 w 7142570"/>
              <a:gd name="connsiteY2" fmla="*/ 6071518 h 6128624"/>
              <a:gd name="connsiteX3" fmla="*/ 29937 w 7142570"/>
              <a:gd name="connsiteY3" fmla="*/ 6128624 h 6128624"/>
              <a:gd name="connsiteX4" fmla="*/ 0 w 7142570"/>
              <a:gd name="connsiteY4" fmla="*/ 14937 h 6128624"/>
              <a:gd name="connsiteX0" fmla="*/ 0 w 7142570"/>
              <a:gd name="connsiteY0" fmla="*/ 14937 h 6071518"/>
              <a:gd name="connsiteX1" fmla="*/ 7104785 w 7142570"/>
              <a:gd name="connsiteY1" fmla="*/ 0 h 6071518"/>
              <a:gd name="connsiteX2" fmla="*/ 7142570 w 7142570"/>
              <a:gd name="connsiteY2" fmla="*/ 6071518 h 6071518"/>
              <a:gd name="connsiteX3" fmla="*/ 44906 w 7142570"/>
              <a:gd name="connsiteY3" fmla="*/ 5721119 h 6071518"/>
              <a:gd name="connsiteX4" fmla="*/ 0 w 7142570"/>
              <a:gd name="connsiteY4" fmla="*/ 14937 h 6071518"/>
              <a:gd name="connsiteX0" fmla="*/ 0 w 7142570"/>
              <a:gd name="connsiteY0" fmla="*/ 0 h 6056581"/>
              <a:gd name="connsiteX1" fmla="*/ 7059880 w 7142570"/>
              <a:gd name="connsiteY1" fmla="*/ 47756 h 6056581"/>
              <a:gd name="connsiteX2" fmla="*/ 7142570 w 7142570"/>
              <a:gd name="connsiteY2" fmla="*/ 6056581 h 6056581"/>
              <a:gd name="connsiteX3" fmla="*/ 44906 w 7142570"/>
              <a:gd name="connsiteY3" fmla="*/ 5706182 h 6056581"/>
              <a:gd name="connsiteX4" fmla="*/ 0 w 7142570"/>
              <a:gd name="connsiteY4" fmla="*/ 0 h 6056581"/>
              <a:gd name="connsiteX0" fmla="*/ 0 w 7127601"/>
              <a:gd name="connsiteY0" fmla="*/ 0 h 5706182"/>
              <a:gd name="connsiteX1" fmla="*/ 7059880 w 7127601"/>
              <a:gd name="connsiteY1" fmla="*/ 47756 h 5706182"/>
              <a:gd name="connsiteX2" fmla="*/ 7127601 w 7127601"/>
              <a:gd name="connsiteY2" fmla="*/ 5680423 h 5706182"/>
              <a:gd name="connsiteX3" fmla="*/ 44906 w 7127601"/>
              <a:gd name="connsiteY3" fmla="*/ 5706182 h 5706182"/>
              <a:gd name="connsiteX4" fmla="*/ 0 w 7127601"/>
              <a:gd name="connsiteY4" fmla="*/ 0 h 5706182"/>
              <a:gd name="connsiteX0" fmla="*/ 0 w 7464105"/>
              <a:gd name="connsiteY0" fmla="*/ 0 h 5706182"/>
              <a:gd name="connsiteX1" fmla="*/ 7464032 w 7464105"/>
              <a:gd name="connsiteY1" fmla="*/ 126123 h 5706182"/>
              <a:gd name="connsiteX2" fmla="*/ 7127601 w 7464105"/>
              <a:gd name="connsiteY2" fmla="*/ 5680423 h 5706182"/>
              <a:gd name="connsiteX3" fmla="*/ 44906 w 7464105"/>
              <a:gd name="connsiteY3" fmla="*/ 5706182 h 5706182"/>
              <a:gd name="connsiteX4" fmla="*/ 0 w 7464105"/>
              <a:gd name="connsiteY4" fmla="*/ 0 h 5706182"/>
              <a:gd name="connsiteX0" fmla="*/ 0 w 7465177"/>
              <a:gd name="connsiteY0" fmla="*/ 0 h 5706182"/>
              <a:gd name="connsiteX1" fmla="*/ 7464032 w 7465177"/>
              <a:gd name="connsiteY1" fmla="*/ 126123 h 5706182"/>
              <a:gd name="connsiteX2" fmla="*/ 7456910 w 7465177"/>
              <a:gd name="connsiteY2" fmla="*/ 5555037 h 5706182"/>
              <a:gd name="connsiteX3" fmla="*/ 44906 w 7465177"/>
              <a:gd name="connsiteY3" fmla="*/ 5706182 h 5706182"/>
              <a:gd name="connsiteX4" fmla="*/ 0 w 7465177"/>
              <a:gd name="connsiteY4" fmla="*/ 0 h 5706182"/>
              <a:gd name="connsiteX0" fmla="*/ 0 w 7465177"/>
              <a:gd name="connsiteY0" fmla="*/ 0 h 5706182"/>
              <a:gd name="connsiteX1" fmla="*/ 7464032 w 7465177"/>
              <a:gd name="connsiteY1" fmla="*/ 298528 h 5706182"/>
              <a:gd name="connsiteX2" fmla="*/ 7456910 w 7465177"/>
              <a:gd name="connsiteY2" fmla="*/ 5555037 h 5706182"/>
              <a:gd name="connsiteX3" fmla="*/ 44906 w 7465177"/>
              <a:gd name="connsiteY3" fmla="*/ 5706182 h 5706182"/>
              <a:gd name="connsiteX4" fmla="*/ 0 w 7465177"/>
              <a:gd name="connsiteY4" fmla="*/ 0 h 5706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177" h="5706182">
                <a:moveTo>
                  <a:pt x="0" y="0"/>
                </a:moveTo>
                <a:lnTo>
                  <a:pt x="7464032" y="298528"/>
                </a:lnTo>
                <a:cubicBezTo>
                  <a:pt x="7469894" y="2208351"/>
                  <a:pt x="7451048" y="3645214"/>
                  <a:pt x="7456910" y="5555037"/>
                </a:cubicBezTo>
                <a:lnTo>
                  <a:pt x="44906" y="5706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4" name="矩形 5"/>
          <p:cNvSpPr/>
          <p:nvPr/>
        </p:nvSpPr>
        <p:spPr>
          <a:xfrm>
            <a:off x="-1" y="0"/>
            <a:ext cx="440060" cy="6858000"/>
          </a:xfrm>
          <a:custGeom>
            <a:avLst/>
            <a:gdLst>
              <a:gd name="connsiteX0" fmla="*/ 0 w 648072"/>
              <a:gd name="connsiteY0" fmla="*/ 0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752528 h 4752528"/>
              <a:gd name="connsiteX4" fmla="*/ 0 w 648072"/>
              <a:gd name="connsiteY4" fmla="*/ 0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752528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647596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586909 h 4752528"/>
              <a:gd name="connsiteX4" fmla="*/ 0 w 678053"/>
              <a:gd name="connsiteY4" fmla="*/ 194872 h 4752528"/>
              <a:gd name="connsiteX0" fmla="*/ 22127 w 648072"/>
              <a:gd name="connsiteY0" fmla="*/ 255559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586909 h 4752528"/>
              <a:gd name="connsiteX4" fmla="*/ 22127 w 648072"/>
              <a:gd name="connsiteY4" fmla="*/ 255559 h 4752528"/>
              <a:gd name="connsiteX0" fmla="*/ 0 w 652000"/>
              <a:gd name="connsiteY0" fmla="*/ 255559 h 4752528"/>
              <a:gd name="connsiteX1" fmla="*/ 652000 w 652000"/>
              <a:gd name="connsiteY1" fmla="*/ 0 h 4752528"/>
              <a:gd name="connsiteX2" fmla="*/ 652000 w 652000"/>
              <a:gd name="connsiteY2" fmla="*/ 4752528 h 4752528"/>
              <a:gd name="connsiteX3" fmla="*/ 3928 w 652000"/>
              <a:gd name="connsiteY3" fmla="*/ 4586909 h 4752528"/>
              <a:gd name="connsiteX4" fmla="*/ 0 w 652000"/>
              <a:gd name="connsiteY4" fmla="*/ 255559 h 4752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000" h="4752528">
                <a:moveTo>
                  <a:pt x="0" y="255559"/>
                </a:moveTo>
                <a:lnTo>
                  <a:pt x="652000" y="0"/>
                </a:lnTo>
                <a:lnTo>
                  <a:pt x="652000" y="4752528"/>
                </a:lnTo>
                <a:lnTo>
                  <a:pt x="3928" y="4586909"/>
                </a:lnTo>
                <a:cubicBezTo>
                  <a:pt x="2619" y="3143126"/>
                  <a:pt x="1309" y="1699342"/>
                  <a:pt x="0" y="255559"/>
                </a:cubicBezTo>
                <a:close/>
              </a:path>
            </a:pathLst>
          </a:custGeom>
          <a:solidFill>
            <a:srgbClr val="B88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-35170" y="1779086"/>
            <a:ext cx="457644" cy="173992"/>
          </a:xfrm>
          <a:prstGeom prst="line">
            <a:avLst/>
          </a:prstGeom>
          <a:ln w="127000" cmpd="thinThick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24815" y="1766146"/>
            <a:ext cx="8769863" cy="9216"/>
          </a:xfrm>
          <a:prstGeom prst="line">
            <a:avLst/>
          </a:prstGeom>
          <a:ln w="127000" cmpd="thickThin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67544" y="-315416"/>
            <a:ext cx="230425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800" dirty="0" smtClean="0">
                <a:latin typeface="★懐流体" pitchFamily="2" charset="-128"/>
                <a:ea typeface="★懐流体" pitchFamily="2" charset="-128"/>
              </a:rPr>
              <a:t>T</a:t>
            </a:r>
            <a:endParaRPr lang="zh-CN" altLang="en-US" sz="13800" dirty="0">
              <a:latin typeface="★懐流体" pitchFamily="2" charset="-128"/>
              <a:ea typeface="★懐流体" pitchFamily="2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43608" y="1100535"/>
            <a:ext cx="1296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方正综艺简体" pitchFamily="65" charset="-122"/>
                <a:ea typeface="方正综艺简体" pitchFamily="65" charset="-122"/>
              </a:rPr>
              <a:t>思想</a:t>
            </a:r>
            <a:endParaRPr lang="zh-CN" altLang="en-US" sz="3200" dirty="0">
              <a:solidFill>
                <a:schemeClr val="bg1"/>
              </a:solidFill>
              <a:latin typeface="方正综艺简体" pitchFamily="65" charset="-122"/>
              <a:ea typeface="方正综艺简体" pitchFamily="65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 rot="10800000" flipV="1">
            <a:off x="1968687" y="931367"/>
            <a:ext cx="26033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 err="1" smtClean="0">
                <a:latin typeface="★懐流体" pitchFamily="2" charset="-128"/>
                <a:ea typeface="★懐流体" pitchFamily="2" charset="-128"/>
              </a:rPr>
              <a:t>hought</a:t>
            </a:r>
            <a:endParaRPr lang="zh-CN" altLang="en-US" sz="4400" dirty="0">
              <a:latin typeface="★懐流体" pitchFamily="2" charset="-128"/>
              <a:ea typeface="★懐流体" pitchFamily="2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79912" y="1228690"/>
            <a:ext cx="540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定静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检测思想的正确性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-2844824" y="3247475"/>
            <a:ext cx="1353519" cy="1585993"/>
          </a:xfrm>
          <a:custGeom>
            <a:avLst/>
            <a:gdLst>
              <a:gd name="connsiteX0" fmla="*/ 650929 w 1353519"/>
              <a:gd name="connsiteY0" fmla="*/ 0 h 1585993"/>
              <a:gd name="connsiteX1" fmla="*/ 718089 w 1353519"/>
              <a:gd name="connsiteY1" fmla="*/ 15498 h 1585993"/>
              <a:gd name="connsiteX2" fmla="*/ 867905 w 1353519"/>
              <a:gd name="connsiteY2" fmla="*/ 36163 h 1585993"/>
              <a:gd name="connsiteX3" fmla="*/ 1038387 w 1353519"/>
              <a:gd name="connsiteY3" fmla="*/ 87824 h 1585993"/>
              <a:gd name="connsiteX4" fmla="*/ 1167539 w 1353519"/>
              <a:gd name="connsiteY4" fmla="*/ 175647 h 1585993"/>
              <a:gd name="connsiteX5" fmla="*/ 1234699 w 1353519"/>
              <a:gd name="connsiteY5" fmla="*/ 227308 h 1585993"/>
              <a:gd name="connsiteX6" fmla="*/ 1307024 w 1353519"/>
              <a:gd name="connsiteY6" fmla="*/ 320298 h 1585993"/>
              <a:gd name="connsiteX7" fmla="*/ 1317356 w 1353519"/>
              <a:gd name="connsiteY7" fmla="*/ 356461 h 1585993"/>
              <a:gd name="connsiteX8" fmla="*/ 1327689 w 1353519"/>
              <a:gd name="connsiteY8" fmla="*/ 247973 h 1585993"/>
              <a:gd name="connsiteX9" fmla="*/ 1312190 w 1353519"/>
              <a:gd name="connsiteY9" fmla="*/ 118820 h 1585993"/>
              <a:gd name="connsiteX10" fmla="*/ 1338021 w 1353519"/>
              <a:gd name="connsiteY10" fmla="*/ 180813 h 1585993"/>
              <a:gd name="connsiteX11" fmla="*/ 1348353 w 1353519"/>
              <a:gd name="connsiteY11" fmla="*/ 294468 h 1585993"/>
              <a:gd name="connsiteX12" fmla="*/ 1327689 w 1353519"/>
              <a:gd name="connsiteY12" fmla="*/ 382291 h 1585993"/>
              <a:gd name="connsiteX13" fmla="*/ 1353519 w 1353519"/>
              <a:gd name="connsiteY13" fmla="*/ 464949 h 1585993"/>
              <a:gd name="connsiteX14" fmla="*/ 1332855 w 1353519"/>
              <a:gd name="connsiteY14" fmla="*/ 573437 h 1585993"/>
              <a:gd name="connsiteX15" fmla="*/ 1245031 w 1353519"/>
              <a:gd name="connsiteY15" fmla="*/ 764583 h 1585993"/>
              <a:gd name="connsiteX16" fmla="*/ 1250197 w 1353519"/>
              <a:gd name="connsiteY16" fmla="*/ 702590 h 1585993"/>
              <a:gd name="connsiteX17" fmla="*/ 1126211 w 1353519"/>
              <a:gd name="connsiteY17" fmla="*/ 816244 h 1585993"/>
              <a:gd name="connsiteX18" fmla="*/ 1162373 w 1353519"/>
              <a:gd name="connsiteY18" fmla="*/ 878237 h 1585993"/>
              <a:gd name="connsiteX19" fmla="*/ 1084882 w 1353519"/>
              <a:gd name="connsiteY19" fmla="*/ 888569 h 1585993"/>
              <a:gd name="connsiteX20" fmla="*/ 1043553 w 1353519"/>
              <a:gd name="connsiteY20" fmla="*/ 950563 h 1585993"/>
              <a:gd name="connsiteX21" fmla="*/ 1012556 w 1353519"/>
              <a:gd name="connsiteY21" fmla="*/ 945396 h 1585993"/>
              <a:gd name="connsiteX22" fmla="*/ 971228 w 1353519"/>
              <a:gd name="connsiteY22" fmla="*/ 981559 h 1585993"/>
              <a:gd name="connsiteX23" fmla="*/ 888570 w 1353519"/>
              <a:gd name="connsiteY23" fmla="*/ 1043552 h 1585993"/>
              <a:gd name="connsiteX24" fmla="*/ 743919 w 1353519"/>
              <a:gd name="connsiteY24" fmla="*/ 909234 h 1585993"/>
              <a:gd name="connsiteX25" fmla="*/ 650929 w 1353519"/>
              <a:gd name="connsiteY25" fmla="*/ 1079715 h 1585993"/>
              <a:gd name="connsiteX26" fmla="*/ 728421 w 1353519"/>
              <a:gd name="connsiteY26" fmla="*/ 1110712 h 1585993"/>
              <a:gd name="connsiteX27" fmla="*/ 723255 w 1353519"/>
              <a:gd name="connsiteY27" fmla="*/ 1203702 h 1585993"/>
              <a:gd name="connsiteX28" fmla="*/ 681926 w 1353519"/>
              <a:gd name="connsiteY28" fmla="*/ 1214034 h 1585993"/>
              <a:gd name="connsiteX29" fmla="*/ 873072 w 1353519"/>
              <a:gd name="connsiteY29" fmla="*/ 1425844 h 1585993"/>
              <a:gd name="connsiteX30" fmla="*/ 940231 w 1353519"/>
              <a:gd name="connsiteY30" fmla="*/ 1585993 h 1585993"/>
              <a:gd name="connsiteX31" fmla="*/ 0 w 1353519"/>
              <a:gd name="connsiteY31" fmla="*/ 1575661 h 1585993"/>
              <a:gd name="connsiteX32" fmla="*/ 191146 w 1353519"/>
              <a:gd name="connsiteY32" fmla="*/ 1157207 h 1585993"/>
              <a:gd name="connsiteX33" fmla="*/ 237641 w 1353519"/>
              <a:gd name="connsiteY33" fmla="*/ 1095213 h 1585993"/>
              <a:gd name="connsiteX34" fmla="*/ 222143 w 1353519"/>
              <a:gd name="connsiteY34" fmla="*/ 909234 h 1585993"/>
              <a:gd name="connsiteX35" fmla="*/ 304800 w 1353519"/>
              <a:gd name="connsiteY35" fmla="*/ 909234 h 1585993"/>
              <a:gd name="connsiteX36" fmla="*/ 423621 w 1353519"/>
              <a:gd name="connsiteY36" fmla="*/ 966061 h 1585993"/>
              <a:gd name="connsiteX37" fmla="*/ 475282 w 1353519"/>
              <a:gd name="connsiteY37" fmla="*/ 873071 h 1585993"/>
              <a:gd name="connsiteX38" fmla="*/ 428787 w 1353519"/>
              <a:gd name="connsiteY38" fmla="*/ 883403 h 1585993"/>
              <a:gd name="connsiteX39" fmla="*/ 501112 w 1353519"/>
              <a:gd name="connsiteY39" fmla="*/ 774915 h 1585993"/>
              <a:gd name="connsiteX40" fmla="*/ 392624 w 1353519"/>
              <a:gd name="connsiteY40" fmla="*/ 842074 h 1585993"/>
              <a:gd name="connsiteX41" fmla="*/ 485614 w 1353519"/>
              <a:gd name="connsiteY41" fmla="*/ 650929 h 1585993"/>
              <a:gd name="connsiteX42" fmla="*/ 366794 w 1353519"/>
              <a:gd name="connsiteY42" fmla="*/ 676759 h 1585993"/>
              <a:gd name="connsiteX43" fmla="*/ 511444 w 1353519"/>
              <a:gd name="connsiteY43" fmla="*/ 495946 h 1585993"/>
              <a:gd name="connsiteX44" fmla="*/ 227309 w 1353519"/>
              <a:gd name="connsiteY44" fmla="*/ 485613 h 1585993"/>
              <a:gd name="connsiteX45" fmla="*/ 588936 w 1353519"/>
              <a:gd name="connsiteY45" fmla="*/ 232474 h 1585993"/>
              <a:gd name="connsiteX46" fmla="*/ 413289 w 1353519"/>
              <a:gd name="connsiteY46" fmla="*/ 180813 h 1585993"/>
              <a:gd name="connsiteX47" fmla="*/ 759417 w 1353519"/>
              <a:gd name="connsiteY47" fmla="*/ 98156 h 1585993"/>
              <a:gd name="connsiteX48" fmla="*/ 650929 w 1353519"/>
              <a:gd name="connsiteY48" fmla="*/ 0 h 1585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353519" h="1585993">
                <a:moveTo>
                  <a:pt x="650929" y="0"/>
                </a:moveTo>
                <a:lnTo>
                  <a:pt x="718089" y="15498"/>
                </a:lnTo>
                <a:lnTo>
                  <a:pt x="867905" y="36163"/>
                </a:lnTo>
                <a:lnTo>
                  <a:pt x="1038387" y="87824"/>
                </a:lnTo>
                <a:lnTo>
                  <a:pt x="1167539" y="175647"/>
                </a:lnTo>
                <a:lnTo>
                  <a:pt x="1234699" y="227308"/>
                </a:lnTo>
                <a:lnTo>
                  <a:pt x="1307024" y="320298"/>
                </a:lnTo>
                <a:lnTo>
                  <a:pt x="1317356" y="356461"/>
                </a:lnTo>
                <a:lnTo>
                  <a:pt x="1327689" y="247973"/>
                </a:lnTo>
                <a:lnTo>
                  <a:pt x="1312190" y="118820"/>
                </a:lnTo>
                <a:lnTo>
                  <a:pt x="1338021" y="180813"/>
                </a:lnTo>
                <a:lnTo>
                  <a:pt x="1348353" y="294468"/>
                </a:lnTo>
                <a:lnTo>
                  <a:pt x="1327689" y="382291"/>
                </a:lnTo>
                <a:lnTo>
                  <a:pt x="1353519" y="464949"/>
                </a:lnTo>
                <a:lnTo>
                  <a:pt x="1332855" y="573437"/>
                </a:lnTo>
                <a:lnTo>
                  <a:pt x="1245031" y="764583"/>
                </a:lnTo>
                <a:lnTo>
                  <a:pt x="1250197" y="702590"/>
                </a:lnTo>
                <a:lnTo>
                  <a:pt x="1126211" y="816244"/>
                </a:lnTo>
                <a:lnTo>
                  <a:pt x="1162373" y="878237"/>
                </a:lnTo>
                <a:lnTo>
                  <a:pt x="1084882" y="888569"/>
                </a:lnTo>
                <a:lnTo>
                  <a:pt x="1043553" y="950563"/>
                </a:lnTo>
                <a:lnTo>
                  <a:pt x="1012556" y="945396"/>
                </a:lnTo>
                <a:lnTo>
                  <a:pt x="971228" y="981559"/>
                </a:lnTo>
                <a:lnTo>
                  <a:pt x="888570" y="1043552"/>
                </a:lnTo>
                <a:lnTo>
                  <a:pt x="743919" y="909234"/>
                </a:lnTo>
                <a:lnTo>
                  <a:pt x="650929" y="1079715"/>
                </a:lnTo>
                <a:lnTo>
                  <a:pt x="728421" y="1110712"/>
                </a:lnTo>
                <a:lnTo>
                  <a:pt x="723255" y="1203702"/>
                </a:lnTo>
                <a:lnTo>
                  <a:pt x="681926" y="1214034"/>
                </a:lnTo>
                <a:lnTo>
                  <a:pt x="873072" y="1425844"/>
                </a:lnTo>
                <a:lnTo>
                  <a:pt x="940231" y="1585993"/>
                </a:lnTo>
                <a:lnTo>
                  <a:pt x="0" y="1575661"/>
                </a:lnTo>
                <a:lnTo>
                  <a:pt x="191146" y="1157207"/>
                </a:lnTo>
                <a:lnTo>
                  <a:pt x="237641" y="1095213"/>
                </a:lnTo>
                <a:lnTo>
                  <a:pt x="222143" y="909234"/>
                </a:lnTo>
                <a:lnTo>
                  <a:pt x="304800" y="909234"/>
                </a:lnTo>
                <a:lnTo>
                  <a:pt x="423621" y="966061"/>
                </a:lnTo>
                <a:lnTo>
                  <a:pt x="475282" y="873071"/>
                </a:lnTo>
                <a:lnTo>
                  <a:pt x="428787" y="883403"/>
                </a:lnTo>
                <a:lnTo>
                  <a:pt x="501112" y="774915"/>
                </a:lnTo>
                <a:lnTo>
                  <a:pt x="392624" y="842074"/>
                </a:lnTo>
                <a:lnTo>
                  <a:pt x="485614" y="650929"/>
                </a:lnTo>
                <a:lnTo>
                  <a:pt x="366794" y="676759"/>
                </a:lnTo>
                <a:lnTo>
                  <a:pt x="511444" y="495946"/>
                </a:lnTo>
                <a:lnTo>
                  <a:pt x="227309" y="485613"/>
                </a:lnTo>
                <a:lnTo>
                  <a:pt x="588936" y="232474"/>
                </a:lnTo>
                <a:lnTo>
                  <a:pt x="413289" y="180813"/>
                </a:lnTo>
                <a:lnTo>
                  <a:pt x="759417" y="98156"/>
                </a:lnTo>
                <a:lnTo>
                  <a:pt x="650929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64" b="32444"/>
          <a:stretch/>
        </p:blipFill>
        <p:spPr>
          <a:xfrm rot="18541396">
            <a:off x="-2279479" y="5230757"/>
            <a:ext cx="1137176" cy="1070652"/>
          </a:xfrm>
          <a:prstGeom prst="snip2SameRect">
            <a:avLst>
              <a:gd name="adj1" fmla="val 16667"/>
              <a:gd name="adj2" fmla="val 31364"/>
            </a:avLst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079"/>
          <a:stretch/>
        </p:blipFill>
        <p:spPr>
          <a:xfrm>
            <a:off x="-1613597" y="3768176"/>
            <a:ext cx="1353200" cy="680229"/>
          </a:xfrm>
          <a:prstGeom prst="snip2SameRect">
            <a:avLst>
              <a:gd name="adj1" fmla="val 50000"/>
              <a:gd name="adj2" fmla="val 0"/>
            </a:avLst>
          </a:prstGeom>
        </p:spPr>
      </p:pic>
      <p:sp>
        <p:nvSpPr>
          <p:cNvPr id="54" name="任意多边形 53"/>
          <p:cNvSpPr/>
          <p:nvPr/>
        </p:nvSpPr>
        <p:spPr>
          <a:xfrm>
            <a:off x="1987034" y="4899613"/>
            <a:ext cx="2337946" cy="764265"/>
          </a:xfrm>
          <a:custGeom>
            <a:avLst/>
            <a:gdLst>
              <a:gd name="connsiteX0" fmla="*/ 0 w 2337946"/>
              <a:gd name="connsiteY0" fmla="*/ 104480 h 626865"/>
              <a:gd name="connsiteX1" fmla="*/ 104480 w 2337946"/>
              <a:gd name="connsiteY1" fmla="*/ 0 h 626865"/>
              <a:gd name="connsiteX2" fmla="*/ 2233466 w 2337946"/>
              <a:gd name="connsiteY2" fmla="*/ 0 h 626865"/>
              <a:gd name="connsiteX3" fmla="*/ 2337946 w 2337946"/>
              <a:gd name="connsiteY3" fmla="*/ 104480 h 626865"/>
              <a:gd name="connsiteX4" fmla="*/ 2337946 w 2337946"/>
              <a:gd name="connsiteY4" fmla="*/ 522385 h 626865"/>
              <a:gd name="connsiteX5" fmla="*/ 2233466 w 2337946"/>
              <a:gd name="connsiteY5" fmla="*/ 626865 h 626865"/>
              <a:gd name="connsiteX6" fmla="*/ 104480 w 2337946"/>
              <a:gd name="connsiteY6" fmla="*/ 626865 h 626865"/>
              <a:gd name="connsiteX7" fmla="*/ 0 w 2337946"/>
              <a:gd name="connsiteY7" fmla="*/ 522385 h 626865"/>
              <a:gd name="connsiteX8" fmla="*/ 0 w 2337946"/>
              <a:gd name="connsiteY8" fmla="*/ 104480 h 626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7946" h="626865">
                <a:moveTo>
                  <a:pt x="0" y="104480"/>
                </a:moveTo>
                <a:cubicBezTo>
                  <a:pt x="0" y="46777"/>
                  <a:pt x="46777" y="0"/>
                  <a:pt x="104480" y="0"/>
                </a:cubicBezTo>
                <a:lnTo>
                  <a:pt x="2233466" y="0"/>
                </a:lnTo>
                <a:cubicBezTo>
                  <a:pt x="2291169" y="0"/>
                  <a:pt x="2337946" y="46777"/>
                  <a:pt x="2337946" y="104480"/>
                </a:cubicBezTo>
                <a:lnTo>
                  <a:pt x="2337946" y="522385"/>
                </a:lnTo>
                <a:cubicBezTo>
                  <a:pt x="2337946" y="580088"/>
                  <a:pt x="2291169" y="626865"/>
                  <a:pt x="2233466" y="626865"/>
                </a:cubicBezTo>
                <a:lnTo>
                  <a:pt x="104480" y="626865"/>
                </a:lnTo>
                <a:cubicBezTo>
                  <a:pt x="46777" y="626865"/>
                  <a:pt x="0" y="580088"/>
                  <a:pt x="0" y="522385"/>
                </a:cubicBezTo>
                <a:lnTo>
                  <a:pt x="0" y="104480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25466" tIns="106801" rIns="106801" bIns="106801" numCol="1" spcCol="1270" anchor="ctr" anchorCtr="0">
            <a:noAutofit/>
          </a:bodyPr>
          <a:lstStyle/>
          <a:p>
            <a:pPr lvl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kern="1200" dirty="0" smtClean="0">
                <a:latin typeface="微软雅黑" pitchFamily="34" charset="-122"/>
                <a:ea typeface="微软雅黑" pitchFamily="34" charset="-122"/>
              </a:rPr>
              <a:t>应该和理想</a:t>
            </a:r>
            <a:endParaRPr lang="zh-CN" altLang="en-US" sz="2000" kern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1153934" y="4721453"/>
            <a:ext cx="1083888" cy="1083811"/>
          </a:xfrm>
          <a:prstGeom prst="ellipse">
            <a:avLst/>
          </a:prstGeom>
          <a:blipFill dpi="0" rotWithShape="1">
            <a:blip r:embed="rId4"/>
            <a:srcRect/>
            <a:tile tx="292100" ty="0" sx="40000" sy="40000" flip="none" algn="r"/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6" name="任意多边形 55"/>
          <p:cNvSpPr/>
          <p:nvPr/>
        </p:nvSpPr>
        <p:spPr>
          <a:xfrm>
            <a:off x="4002632" y="3783256"/>
            <a:ext cx="2337946" cy="770880"/>
          </a:xfrm>
          <a:custGeom>
            <a:avLst/>
            <a:gdLst>
              <a:gd name="connsiteX0" fmla="*/ 0 w 2337946"/>
              <a:gd name="connsiteY0" fmla="*/ 104480 h 626865"/>
              <a:gd name="connsiteX1" fmla="*/ 104480 w 2337946"/>
              <a:gd name="connsiteY1" fmla="*/ 0 h 626865"/>
              <a:gd name="connsiteX2" fmla="*/ 2233466 w 2337946"/>
              <a:gd name="connsiteY2" fmla="*/ 0 h 626865"/>
              <a:gd name="connsiteX3" fmla="*/ 2337946 w 2337946"/>
              <a:gd name="connsiteY3" fmla="*/ 104480 h 626865"/>
              <a:gd name="connsiteX4" fmla="*/ 2337946 w 2337946"/>
              <a:gd name="connsiteY4" fmla="*/ 522385 h 626865"/>
              <a:gd name="connsiteX5" fmla="*/ 2233466 w 2337946"/>
              <a:gd name="connsiteY5" fmla="*/ 626865 h 626865"/>
              <a:gd name="connsiteX6" fmla="*/ 104480 w 2337946"/>
              <a:gd name="connsiteY6" fmla="*/ 626865 h 626865"/>
              <a:gd name="connsiteX7" fmla="*/ 0 w 2337946"/>
              <a:gd name="connsiteY7" fmla="*/ 522385 h 626865"/>
              <a:gd name="connsiteX8" fmla="*/ 0 w 2337946"/>
              <a:gd name="connsiteY8" fmla="*/ 104480 h 626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7946" h="626865">
                <a:moveTo>
                  <a:pt x="0" y="104480"/>
                </a:moveTo>
                <a:cubicBezTo>
                  <a:pt x="0" y="46777"/>
                  <a:pt x="46777" y="0"/>
                  <a:pt x="104480" y="0"/>
                </a:cubicBezTo>
                <a:lnTo>
                  <a:pt x="2233466" y="0"/>
                </a:lnTo>
                <a:cubicBezTo>
                  <a:pt x="2291169" y="0"/>
                  <a:pt x="2337946" y="46777"/>
                  <a:pt x="2337946" y="104480"/>
                </a:cubicBezTo>
                <a:lnTo>
                  <a:pt x="2337946" y="522385"/>
                </a:lnTo>
                <a:cubicBezTo>
                  <a:pt x="2337946" y="580088"/>
                  <a:pt x="2291169" y="626865"/>
                  <a:pt x="2233466" y="626865"/>
                </a:cubicBezTo>
                <a:lnTo>
                  <a:pt x="104480" y="626865"/>
                </a:lnTo>
                <a:cubicBezTo>
                  <a:pt x="46777" y="626865"/>
                  <a:pt x="0" y="580088"/>
                  <a:pt x="0" y="522385"/>
                </a:cubicBezTo>
                <a:lnTo>
                  <a:pt x="0" y="10448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25466" tIns="106801" rIns="106801" bIns="106801" numCol="1" spcCol="1270" anchor="ctr" anchorCtr="0">
            <a:noAutofit/>
          </a:bodyPr>
          <a:lstStyle/>
          <a:p>
            <a:pPr lvl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kern="1200" dirty="0" smtClean="0"/>
              <a:t>信念、价值观、标准、态度等</a:t>
            </a:r>
            <a:endParaRPr lang="zh-CN" altLang="en-US" kern="1200" dirty="0"/>
          </a:p>
        </p:txBody>
      </p:sp>
      <p:sp>
        <p:nvSpPr>
          <p:cNvPr id="57" name="椭圆 56"/>
          <p:cNvSpPr/>
          <p:nvPr/>
        </p:nvSpPr>
        <p:spPr>
          <a:xfrm>
            <a:off x="3241092" y="3569953"/>
            <a:ext cx="1083888" cy="1083811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8" name="任意多边形 57"/>
          <p:cNvSpPr/>
          <p:nvPr/>
        </p:nvSpPr>
        <p:spPr>
          <a:xfrm>
            <a:off x="6050478" y="2651696"/>
            <a:ext cx="2337946" cy="762094"/>
          </a:xfrm>
          <a:custGeom>
            <a:avLst/>
            <a:gdLst>
              <a:gd name="connsiteX0" fmla="*/ 0 w 2337946"/>
              <a:gd name="connsiteY0" fmla="*/ 104480 h 626865"/>
              <a:gd name="connsiteX1" fmla="*/ 104480 w 2337946"/>
              <a:gd name="connsiteY1" fmla="*/ 0 h 626865"/>
              <a:gd name="connsiteX2" fmla="*/ 2233466 w 2337946"/>
              <a:gd name="connsiteY2" fmla="*/ 0 h 626865"/>
              <a:gd name="connsiteX3" fmla="*/ 2337946 w 2337946"/>
              <a:gd name="connsiteY3" fmla="*/ 104480 h 626865"/>
              <a:gd name="connsiteX4" fmla="*/ 2337946 w 2337946"/>
              <a:gd name="connsiteY4" fmla="*/ 522385 h 626865"/>
              <a:gd name="connsiteX5" fmla="*/ 2233466 w 2337946"/>
              <a:gd name="connsiteY5" fmla="*/ 626865 h 626865"/>
              <a:gd name="connsiteX6" fmla="*/ 104480 w 2337946"/>
              <a:gd name="connsiteY6" fmla="*/ 626865 h 626865"/>
              <a:gd name="connsiteX7" fmla="*/ 0 w 2337946"/>
              <a:gd name="connsiteY7" fmla="*/ 522385 h 626865"/>
              <a:gd name="connsiteX8" fmla="*/ 0 w 2337946"/>
              <a:gd name="connsiteY8" fmla="*/ 104480 h 626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7946" h="626865">
                <a:moveTo>
                  <a:pt x="0" y="104480"/>
                </a:moveTo>
                <a:cubicBezTo>
                  <a:pt x="0" y="46777"/>
                  <a:pt x="46777" y="0"/>
                  <a:pt x="104480" y="0"/>
                </a:cubicBezTo>
                <a:lnTo>
                  <a:pt x="2233466" y="0"/>
                </a:lnTo>
                <a:cubicBezTo>
                  <a:pt x="2291169" y="0"/>
                  <a:pt x="2337946" y="46777"/>
                  <a:pt x="2337946" y="104480"/>
                </a:cubicBezTo>
                <a:lnTo>
                  <a:pt x="2337946" y="522385"/>
                </a:lnTo>
                <a:cubicBezTo>
                  <a:pt x="2337946" y="580088"/>
                  <a:pt x="2291169" y="626865"/>
                  <a:pt x="2233466" y="626865"/>
                </a:cubicBezTo>
                <a:lnTo>
                  <a:pt x="104480" y="626865"/>
                </a:lnTo>
                <a:cubicBezTo>
                  <a:pt x="46777" y="626865"/>
                  <a:pt x="0" y="580088"/>
                  <a:pt x="0" y="522385"/>
                </a:cubicBezTo>
                <a:lnTo>
                  <a:pt x="0" y="10448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25466" tIns="129661" rIns="129661" bIns="129661" numCol="1" spcCol="1270" anchor="ctr" anchorCtr="0">
            <a:noAutofit/>
          </a:bodyPr>
          <a:lstStyle/>
          <a:p>
            <a:pPr lvl="0" algn="l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kern="1200" dirty="0" smtClean="0"/>
              <a:t>衡量批判别人</a:t>
            </a:r>
            <a:endParaRPr lang="zh-CN" altLang="en-US" kern="1200" dirty="0"/>
          </a:p>
        </p:txBody>
      </p:sp>
      <p:sp>
        <p:nvSpPr>
          <p:cNvPr id="59" name="椭圆 58"/>
          <p:cNvSpPr/>
          <p:nvPr/>
        </p:nvSpPr>
        <p:spPr>
          <a:xfrm>
            <a:off x="5256690" y="2480425"/>
            <a:ext cx="1083888" cy="1083811"/>
          </a:xfrm>
          <a:prstGeom prst="ellipse">
            <a:avLst/>
          </a:prstGeom>
          <a:blipFill dpi="0" rotWithShape="1">
            <a:blip r:embed="rId6"/>
            <a:srcRect/>
            <a:stretch>
              <a:fillRect r="3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1" name="TextBox 60"/>
          <p:cNvSpPr txBox="1"/>
          <p:nvPr/>
        </p:nvSpPr>
        <p:spPr>
          <a:xfrm>
            <a:off x="6480212" y="4221788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i="1" dirty="0" smtClean="0">
                <a:latin typeface="微软雅黑" pitchFamily="34" charset="-122"/>
                <a:ea typeface="微软雅黑" pitchFamily="34" charset="-122"/>
              </a:rPr>
              <a:t>Right?</a:t>
            </a:r>
            <a:endParaRPr lang="zh-CN" altLang="en-US" sz="3600" i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583332" y="4819799"/>
            <a:ext cx="1489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OR</a:t>
            </a:r>
            <a:endParaRPr lang="zh-CN" altLang="en-US" sz="4400" i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436096" y="5309935"/>
            <a:ext cx="23762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i="1" dirty="0" smtClean="0">
                <a:latin typeface="微软雅黑" pitchFamily="34" charset="-122"/>
                <a:ea typeface="微软雅黑" pitchFamily="34" charset="-122"/>
              </a:rPr>
              <a:t>Wrong?</a:t>
            </a:r>
            <a:endParaRPr lang="zh-CN" altLang="en-US" sz="4000" i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3608" y="2740355"/>
            <a:ext cx="31710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思想的形成</a:t>
            </a:r>
            <a:endParaRPr lang="zh-CN" altLang="en-US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5929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5"/>
          <p:cNvSpPr/>
          <p:nvPr/>
        </p:nvSpPr>
        <p:spPr>
          <a:xfrm>
            <a:off x="383638" y="45384"/>
            <a:ext cx="8769863" cy="6840000"/>
          </a:xfrm>
          <a:custGeom>
            <a:avLst/>
            <a:gdLst>
              <a:gd name="connsiteX0" fmla="*/ 0 w 7823276"/>
              <a:gd name="connsiteY0" fmla="*/ 0 h 6098747"/>
              <a:gd name="connsiteX1" fmla="*/ 7823276 w 7823276"/>
              <a:gd name="connsiteY1" fmla="*/ 0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23276"/>
              <a:gd name="connsiteY0" fmla="*/ 0 h 6098747"/>
              <a:gd name="connsiteX1" fmla="*/ 7823276 w 7823276"/>
              <a:gd name="connsiteY1" fmla="*/ 281354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281354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0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76030"/>
              <a:gd name="connsiteY0" fmla="*/ 0 h 6098747"/>
              <a:gd name="connsiteX1" fmla="*/ 7823276 w 7876030"/>
              <a:gd name="connsiteY1" fmla="*/ 0 h 6098747"/>
              <a:gd name="connsiteX2" fmla="*/ 7876030 w 7876030"/>
              <a:gd name="connsiteY2" fmla="*/ 6063578 h 6098747"/>
              <a:gd name="connsiteX3" fmla="*/ 0 w 7876030"/>
              <a:gd name="connsiteY3" fmla="*/ 6098747 h 6098747"/>
              <a:gd name="connsiteX4" fmla="*/ 0 w 7876030"/>
              <a:gd name="connsiteY4" fmla="*/ 0 h 6098747"/>
              <a:gd name="connsiteX0" fmla="*/ 0 w 7876030"/>
              <a:gd name="connsiteY0" fmla="*/ 0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0 w 7876030"/>
              <a:gd name="connsiteY4" fmla="*/ 0 h 6116332"/>
              <a:gd name="connsiteX0" fmla="*/ 344277 w 7876030"/>
              <a:gd name="connsiteY0" fmla="*/ 14937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876030"/>
              <a:gd name="connsiteY0" fmla="*/ 14937 h 6116332"/>
              <a:gd name="connsiteX1" fmla="*/ 7449062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486847"/>
              <a:gd name="connsiteY0" fmla="*/ 14937 h 6098747"/>
              <a:gd name="connsiteX1" fmla="*/ 7449062 w 7486847"/>
              <a:gd name="connsiteY1" fmla="*/ 0 h 6098747"/>
              <a:gd name="connsiteX2" fmla="*/ 7486847 w 7486847"/>
              <a:gd name="connsiteY2" fmla="*/ 6071518 h 6098747"/>
              <a:gd name="connsiteX3" fmla="*/ 0 w 7486847"/>
              <a:gd name="connsiteY3" fmla="*/ 6098747 h 6098747"/>
              <a:gd name="connsiteX4" fmla="*/ 344277 w 7486847"/>
              <a:gd name="connsiteY4" fmla="*/ 14937 h 6098747"/>
              <a:gd name="connsiteX0" fmla="*/ 0 w 7142570"/>
              <a:gd name="connsiteY0" fmla="*/ 14937 h 6128624"/>
              <a:gd name="connsiteX1" fmla="*/ 7104785 w 7142570"/>
              <a:gd name="connsiteY1" fmla="*/ 0 h 6128624"/>
              <a:gd name="connsiteX2" fmla="*/ 7142570 w 7142570"/>
              <a:gd name="connsiteY2" fmla="*/ 6071518 h 6128624"/>
              <a:gd name="connsiteX3" fmla="*/ 29937 w 7142570"/>
              <a:gd name="connsiteY3" fmla="*/ 6128624 h 6128624"/>
              <a:gd name="connsiteX4" fmla="*/ 0 w 7142570"/>
              <a:gd name="connsiteY4" fmla="*/ 14937 h 6128624"/>
              <a:gd name="connsiteX0" fmla="*/ 0 w 7142570"/>
              <a:gd name="connsiteY0" fmla="*/ 14937 h 6071518"/>
              <a:gd name="connsiteX1" fmla="*/ 7104785 w 7142570"/>
              <a:gd name="connsiteY1" fmla="*/ 0 h 6071518"/>
              <a:gd name="connsiteX2" fmla="*/ 7142570 w 7142570"/>
              <a:gd name="connsiteY2" fmla="*/ 6071518 h 6071518"/>
              <a:gd name="connsiteX3" fmla="*/ 44906 w 7142570"/>
              <a:gd name="connsiteY3" fmla="*/ 5721119 h 6071518"/>
              <a:gd name="connsiteX4" fmla="*/ 0 w 7142570"/>
              <a:gd name="connsiteY4" fmla="*/ 14937 h 6071518"/>
              <a:gd name="connsiteX0" fmla="*/ 0 w 7142570"/>
              <a:gd name="connsiteY0" fmla="*/ 0 h 6056581"/>
              <a:gd name="connsiteX1" fmla="*/ 7059880 w 7142570"/>
              <a:gd name="connsiteY1" fmla="*/ 47756 h 6056581"/>
              <a:gd name="connsiteX2" fmla="*/ 7142570 w 7142570"/>
              <a:gd name="connsiteY2" fmla="*/ 6056581 h 6056581"/>
              <a:gd name="connsiteX3" fmla="*/ 44906 w 7142570"/>
              <a:gd name="connsiteY3" fmla="*/ 5706182 h 6056581"/>
              <a:gd name="connsiteX4" fmla="*/ 0 w 7142570"/>
              <a:gd name="connsiteY4" fmla="*/ 0 h 6056581"/>
              <a:gd name="connsiteX0" fmla="*/ 0 w 7127601"/>
              <a:gd name="connsiteY0" fmla="*/ 0 h 5706182"/>
              <a:gd name="connsiteX1" fmla="*/ 7059880 w 7127601"/>
              <a:gd name="connsiteY1" fmla="*/ 47756 h 5706182"/>
              <a:gd name="connsiteX2" fmla="*/ 7127601 w 7127601"/>
              <a:gd name="connsiteY2" fmla="*/ 5680423 h 5706182"/>
              <a:gd name="connsiteX3" fmla="*/ 44906 w 7127601"/>
              <a:gd name="connsiteY3" fmla="*/ 5706182 h 5706182"/>
              <a:gd name="connsiteX4" fmla="*/ 0 w 7127601"/>
              <a:gd name="connsiteY4" fmla="*/ 0 h 5706182"/>
              <a:gd name="connsiteX0" fmla="*/ 0 w 7464105"/>
              <a:gd name="connsiteY0" fmla="*/ 0 h 5706182"/>
              <a:gd name="connsiteX1" fmla="*/ 7464032 w 7464105"/>
              <a:gd name="connsiteY1" fmla="*/ 126123 h 5706182"/>
              <a:gd name="connsiteX2" fmla="*/ 7127601 w 7464105"/>
              <a:gd name="connsiteY2" fmla="*/ 5680423 h 5706182"/>
              <a:gd name="connsiteX3" fmla="*/ 44906 w 7464105"/>
              <a:gd name="connsiteY3" fmla="*/ 5706182 h 5706182"/>
              <a:gd name="connsiteX4" fmla="*/ 0 w 7464105"/>
              <a:gd name="connsiteY4" fmla="*/ 0 h 5706182"/>
              <a:gd name="connsiteX0" fmla="*/ 0 w 7465177"/>
              <a:gd name="connsiteY0" fmla="*/ 0 h 5706182"/>
              <a:gd name="connsiteX1" fmla="*/ 7464032 w 7465177"/>
              <a:gd name="connsiteY1" fmla="*/ 126123 h 5706182"/>
              <a:gd name="connsiteX2" fmla="*/ 7456910 w 7465177"/>
              <a:gd name="connsiteY2" fmla="*/ 5555037 h 5706182"/>
              <a:gd name="connsiteX3" fmla="*/ 44906 w 7465177"/>
              <a:gd name="connsiteY3" fmla="*/ 5706182 h 5706182"/>
              <a:gd name="connsiteX4" fmla="*/ 0 w 7465177"/>
              <a:gd name="connsiteY4" fmla="*/ 0 h 5706182"/>
              <a:gd name="connsiteX0" fmla="*/ 0 w 7465177"/>
              <a:gd name="connsiteY0" fmla="*/ 0 h 5706182"/>
              <a:gd name="connsiteX1" fmla="*/ 7464032 w 7465177"/>
              <a:gd name="connsiteY1" fmla="*/ 298528 h 5706182"/>
              <a:gd name="connsiteX2" fmla="*/ 7456910 w 7465177"/>
              <a:gd name="connsiteY2" fmla="*/ 5555037 h 5706182"/>
              <a:gd name="connsiteX3" fmla="*/ 44906 w 7465177"/>
              <a:gd name="connsiteY3" fmla="*/ 5706182 h 5706182"/>
              <a:gd name="connsiteX4" fmla="*/ 0 w 7465177"/>
              <a:gd name="connsiteY4" fmla="*/ 0 h 5706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177" h="5706182">
                <a:moveTo>
                  <a:pt x="0" y="0"/>
                </a:moveTo>
                <a:lnTo>
                  <a:pt x="7464032" y="298528"/>
                </a:lnTo>
                <a:cubicBezTo>
                  <a:pt x="7469894" y="2208351"/>
                  <a:pt x="7451048" y="3645214"/>
                  <a:pt x="7456910" y="5555037"/>
                </a:cubicBezTo>
                <a:lnTo>
                  <a:pt x="44906" y="5706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4" name="矩形 5"/>
          <p:cNvSpPr/>
          <p:nvPr/>
        </p:nvSpPr>
        <p:spPr>
          <a:xfrm>
            <a:off x="-1" y="0"/>
            <a:ext cx="440060" cy="6858000"/>
          </a:xfrm>
          <a:custGeom>
            <a:avLst/>
            <a:gdLst>
              <a:gd name="connsiteX0" fmla="*/ 0 w 648072"/>
              <a:gd name="connsiteY0" fmla="*/ 0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752528 h 4752528"/>
              <a:gd name="connsiteX4" fmla="*/ 0 w 648072"/>
              <a:gd name="connsiteY4" fmla="*/ 0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752528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647596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586909 h 4752528"/>
              <a:gd name="connsiteX4" fmla="*/ 0 w 678053"/>
              <a:gd name="connsiteY4" fmla="*/ 194872 h 4752528"/>
              <a:gd name="connsiteX0" fmla="*/ 22127 w 648072"/>
              <a:gd name="connsiteY0" fmla="*/ 255559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586909 h 4752528"/>
              <a:gd name="connsiteX4" fmla="*/ 22127 w 648072"/>
              <a:gd name="connsiteY4" fmla="*/ 255559 h 4752528"/>
              <a:gd name="connsiteX0" fmla="*/ 0 w 652000"/>
              <a:gd name="connsiteY0" fmla="*/ 255559 h 4752528"/>
              <a:gd name="connsiteX1" fmla="*/ 652000 w 652000"/>
              <a:gd name="connsiteY1" fmla="*/ 0 h 4752528"/>
              <a:gd name="connsiteX2" fmla="*/ 652000 w 652000"/>
              <a:gd name="connsiteY2" fmla="*/ 4752528 h 4752528"/>
              <a:gd name="connsiteX3" fmla="*/ 3928 w 652000"/>
              <a:gd name="connsiteY3" fmla="*/ 4586909 h 4752528"/>
              <a:gd name="connsiteX4" fmla="*/ 0 w 652000"/>
              <a:gd name="connsiteY4" fmla="*/ 255559 h 4752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000" h="4752528">
                <a:moveTo>
                  <a:pt x="0" y="255559"/>
                </a:moveTo>
                <a:lnTo>
                  <a:pt x="652000" y="0"/>
                </a:lnTo>
                <a:lnTo>
                  <a:pt x="652000" y="4752528"/>
                </a:lnTo>
                <a:lnTo>
                  <a:pt x="3928" y="4586909"/>
                </a:lnTo>
                <a:cubicBezTo>
                  <a:pt x="2619" y="3143126"/>
                  <a:pt x="1309" y="1699342"/>
                  <a:pt x="0" y="255559"/>
                </a:cubicBezTo>
                <a:close/>
              </a:path>
            </a:pathLst>
          </a:custGeom>
          <a:solidFill>
            <a:srgbClr val="B88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-35170" y="1779086"/>
            <a:ext cx="457644" cy="173992"/>
          </a:xfrm>
          <a:prstGeom prst="line">
            <a:avLst/>
          </a:prstGeom>
          <a:ln w="127000" cmpd="thinThick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24815" y="1766146"/>
            <a:ext cx="8769863" cy="9216"/>
          </a:xfrm>
          <a:prstGeom prst="line">
            <a:avLst/>
          </a:prstGeom>
          <a:ln w="127000" cmpd="thickThin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67544" y="-315416"/>
            <a:ext cx="230425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800" dirty="0" smtClean="0">
                <a:latin typeface="★懐流体" pitchFamily="2" charset="-128"/>
                <a:ea typeface="★懐流体" pitchFamily="2" charset="-128"/>
              </a:rPr>
              <a:t>T</a:t>
            </a:r>
            <a:endParaRPr lang="zh-CN" altLang="en-US" sz="13800" dirty="0">
              <a:latin typeface="★懐流体" pitchFamily="2" charset="-128"/>
              <a:ea typeface="★懐流体" pitchFamily="2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43608" y="1100535"/>
            <a:ext cx="1296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方正综艺简体" pitchFamily="65" charset="-122"/>
                <a:ea typeface="方正综艺简体" pitchFamily="65" charset="-122"/>
              </a:rPr>
              <a:t>思想</a:t>
            </a:r>
            <a:endParaRPr lang="zh-CN" altLang="en-US" sz="3200" dirty="0">
              <a:solidFill>
                <a:schemeClr val="bg1"/>
              </a:solidFill>
              <a:latin typeface="方正综艺简体" pitchFamily="65" charset="-122"/>
              <a:ea typeface="方正综艺简体" pitchFamily="65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 rot="10800000" flipV="1">
            <a:off x="1968687" y="946607"/>
            <a:ext cx="26033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 err="1" smtClean="0">
                <a:latin typeface="★懐流体" pitchFamily="2" charset="-128"/>
                <a:ea typeface="★懐流体" pitchFamily="2" charset="-128"/>
              </a:rPr>
              <a:t>hought</a:t>
            </a:r>
            <a:endParaRPr lang="zh-CN" altLang="en-US" sz="4400" dirty="0">
              <a:latin typeface="★懐流体" pitchFamily="2" charset="-128"/>
              <a:ea typeface="★懐流体" pitchFamily="2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64672" y="1228690"/>
            <a:ext cx="540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定静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检测思想的正确性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-2844824" y="3247475"/>
            <a:ext cx="1353519" cy="1585993"/>
          </a:xfrm>
          <a:custGeom>
            <a:avLst/>
            <a:gdLst>
              <a:gd name="connsiteX0" fmla="*/ 650929 w 1353519"/>
              <a:gd name="connsiteY0" fmla="*/ 0 h 1585993"/>
              <a:gd name="connsiteX1" fmla="*/ 718089 w 1353519"/>
              <a:gd name="connsiteY1" fmla="*/ 15498 h 1585993"/>
              <a:gd name="connsiteX2" fmla="*/ 867905 w 1353519"/>
              <a:gd name="connsiteY2" fmla="*/ 36163 h 1585993"/>
              <a:gd name="connsiteX3" fmla="*/ 1038387 w 1353519"/>
              <a:gd name="connsiteY3" fmla="*/ 87824 h 1585993"/>
              <a:gd name="connsiteX4" fmla="*/ 1167539 w 1353519"/>
              <a:gd name="connsiteY4" fmla="*/ 175647 h 1585993"/>
              <a:gd name="connsiteX5" fmla="*/ 1234699 w 1353519"/>
              <a:gd name="connsiteY5" fmla="*/ 227308 h 1585993"/>
              <a:gd name="connsiteX6" fmla="*/ 1307024 w 1353519"/>
              <a:gd name="connsiteY6" fmla="*/ 320298 h 1585993"/>
              <a:gd name="connsiteX7" fmla="*/ 1317356 w 1353519"/>
              <a:gd name="connsiteY7" fmla="*/ 356461 h 1585993"/>
              <a:gd name="connsiteX8" fmla="*/ 1327689 w 1353519"/>
              <a:gd name="connsiteY8" fmla="*/ 247973 h 1585993"/>
              <a:gd name="connsiteX9" fmla="*/ 1312190 w 1353519"/>
              <a:gd name="connsiteY9" fmla="*/ 118820 h 1585993"/>
              <a:gd name="connsiteX10" fmla="*/ 1338021 w 1353519"/>
              <a:gd name="connsiteY10" fmla="*/ 180813 h 1585993"/>
              <a:gd name="connsiteX11" fmla="*/ 1348353 w 1353519"/>
              <a:gd name="connsiteY11" fmla="*/ 294468 h 1585993"/>
              <a:gd name="connsiteX12" fmla="*/ 1327689 w 1353519"/>
              <a:gd name="connsiteY12" fmla="*/ 382291 h 1585993"/>
              <a:gd name="connsiteX13" fmla="*/ 1353519 w 1353519"/>
              <a:gd name="connsiteY13" fmla="*/ 464949 h 1585993"/>
              <a:gd name="connsiteX14" fmla="*/ 1332855 w 1353519"/>
              <a:gd name="connsiteY14" fmla="*/ 573437 h 1585993"/>
              <a:gd name="connsiteX15" fmla="*/ 1245031 w 1353519"/>
              <a:gd name="connsiteY15" fmla="*/ 764583 h 1585993"/>
              <a:gd name="connsiteX16" fmla="*/ 1250197 w 1353519"/>
              <a:gd name="connsiteY16" fmla="*/ 702590 h 1585993"/>
              <a:gd name="connsiteX17" fmla="*/ 1126211 w 1353519"/>
              <a:gd name="connsiteY17" fmla="*/ 816244 h 1585993"/>
              <a:gd name="connsiteX18" fmla="*/ 1162373 w 1353519"/>
              <a:gd name="connsiteY18" fmla="*/ 878237 h 1585993"/>
              <a:gd name="connsiteX19" fmla="*/ 1084882 w 1353519"/>
              <a:gd name="connsiteY19" fmla="*/ 888569 h 1585993"/>
              <a:gd name="connsiteX20" fmla="*/ 1043553 w 1353519"/>
              <a:gd name="connsiteY20" fmla="*/ 950563 h 1585993"/>
              <a:gd name="connsiteX21" fmla="*/ 1012556 w 1353519"/>
              <a:gd name="connsiteY21" fmla="*/ 945396 h 1585993"/>
              <a:gd name="connsiteX22" fmla="*/ 971228 w 1353519"/>
              <a:gd name="connsiteY22" fmla="*/ 981559 h 1585993"/>
              <a:gd name="connsiteX23" fmla="*/ 888570 w 1353519"/>
              <a:gd name="connsiteY23" fmla="*/ 1043552 h 1585993"/>
              <a:gd name="connsiteX24" fmla="*/ 743919 w 1353519"/>
              <a:gd name="connsiteY24" fmla="*/ 909234 h 1585993"/>
              <a:gd name="connsiteX25" fmla="*/ 650929 w 1353519"/>
              <a:gd name="connsiteY25" fmla="*/ 1079715 h 1585993"/>
              <a:gd name="connsiteX26" fmla="*/ 728421 w 1353519"/>
              <a:gd name="connsiteY26" fmla="*/ 1110712 h 1585993"/>
              <a:gd name="connsiteX27" fmla="*/ 723255 w 1353519"/>
              <a:gd name="connsiteY27" fmla="*/ 1203702 h 1585993"/>
              <a:gd name="connsiteX28" fmla="*/ 681926 w 1353519"/>
              <a:gd name="connsiteY28" fmla="*/ 1214034 h 1585993"/>
              <a:gd name="connsiteX29" fmla="*/ 873072 w 1353519"/>
              <a:gd name="connsiteY29" fmla="*/ 1425844 h 1585993"/>
              <a:gd name="connsiteX30" fmla="*/ 940231 w 1353519"/>
              <a:gd name="connsiteY30" fmla="*/ 1585993 h 1585993"/>
              <a:gd name="connsiteX31" fmla="*/ 0 w 1353519"/>
              <a:gd name="connsiteY31" fmla="*/ 1575661 h 1585993"/>
              <a:gd name="connsiteX32" fmla="*/ 191146 w 1353519"/>
              <a:gd name="connsiteY32" fmla="*/ 1157207 h 1585993"/>
              <a:gd name="connsiteX33" fmla="*/ 237641 w 1353519"/>
              <a:gd name="connsiteY33" fmla="*/ 1095213 h 1585993"/>
              <a:gd name="connsiteX34" fmla="*/ 222143 w 1353519"/>
              <a:gd name="connsiteY34" fmla="*/ 909234 h 1585993"/>
              <a:gd name="connsiteX35" fmla="*/ 304800 w 1353519"/>
              <a:gd name="connsiteY35" fmla="*/ 909234 h 1585993"/>
              <a:gd name="connsiteX36" fmla="*/ 423621 w 1353519"/>
              <a:gd name="connsiteY36" fmla="*/ 966061 h 1585993"/>
              <a:gd name="connsiteX37" fmla="*/ 475282 w 1353519"/>
              <a:gd name="connsiteY37" fmla="*/ 873071 h 1585993"/>
              <a:gd name="connsiteX38" fmla="*/ 428787 w 1353519"/>
              <a:gd name="connsiteY38" fmla="*/ 883403 h 1585993"/>
              <a:gd name="connsiteX39" fmla="*/ 501112 w 1353519"/>
              <a:gd name="connsiteY39" fmla="*/ 774915 h 1585993"/>
              <a:gd name="connsiteX40" fmla="*/ 392624 w 1353519"/>
              <a:gd name="connsiteY40" fmla="*/ 842074 h 1585993"/>
              <a:gd name="connsiteX41" fmla="*/ 485614 w 1353519"/>
              <a:gd name="connsiteY41" fmla="*/ 650929 h 1585993"/>
              <a:gd name="connsiteX42" fmla="*/ 366794 w 1353519"/>
              <a:gd name="connsiteY42" fmla="*/ 676759 h 1585993"/>
              <a:gd name="connsiteX43" fmla="*/ 511444 w 1353519"/>
              <a:gd name="connsiteY43" fmla="*/ 495946 h 1585993"/>
              <a:gd name="connsiteX44" fmla="*/ 227309 w 1353519"/>
              <a:gd name="connsiteY44" fmla="*/ 485613 h 1585993"/>
              <a:gd name="connsiteX45" fmla="*/ 588936 w 1353519"/>
              <a:gd name="connsiteY45" fmla="*/ 232474 h 1585993"/>
              <a:gd name="connsiteX46" fmla="*/ 413289 w 1353519"/>
              <a:gd name="connsiteY46" fmla="*/ 180813 h 1585993"/>
              <a:gd name="connsiteX47" fmla="*/ 759417 w 1353519"/>
              <a:gd name="connsiteY47" fmla="*/ 98156 h 1585993"/>
              <a:gd name="connsiteX48" fmla="*/ 650929 w 1353519"/>
              <a:gd name="connsiteY48" fmla="*/ 0 h 1585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353519" h="1585993">
                <a:moveTo>
                  <a:pt x="650929" y="0"/>
                </a:moveTo>
                <a:lnTo>
                  <a:pt x="718089" y="15498"/>
                </a:lnTo>
                <a:lnTo>
                  <a:pt x="867905" y="36163"/>
                </a:lnTo>
                <a:lnTo>
                  <a:pt x="1038387" y="87824"/>
                </a:lnTo>
                <a:lnTo>
                  <a:pt x="1167539" y="175647"/>
                </a:lnTo>
                <a:lnTo>
                  <a:pt x="1234699" y="227308"/>
                </a:lnTo>
                <a:lnTo>
                  <a:pt x="1307024" y="320298"/>
                </a:lnTo>
                <a:lnTo>
                  <a:pt x="1317356" y="356461"/>
                </a:lnTo>
                <a:lnTo>
                  <a:pt x="1327689" y="247973"/>
                </a:lnTo>
                <a:lnTo>
                  <a:pt x="1312190" y="118820"/>
                </a:lnTo>
                <a:lnTo>
                  <a:pt x="1338021" y="180813"/>
                </a:lnTo>
                <a:lnTo>
                  <a:pt x="1348353" y="294468"/>
                </a:lnTo>
                <a:lnTo>
                  <a:pt x="1327689" y="382291"/>
                </a:lnTo>
                <a:lnTo>
                  <a:pt x="1353519" y="464949"/>
                </a:lnTo>
                <a:lnTo>
                  <a:pt x="1332855" y="573437"/>
                </a:lnTo>
                <a:lnTo>
                  <a:pt x="1245031" y="764583"/>
                </a:lnTo>
                <a:lnTo>
                  <a:pt x="1250197" y="702590"/>
                </a:lnTo>
                <a:lnTo>
                  <a:pt x="1126211" y="816244"/>
                </a:lnTo>
                <a:lnTo>
                  <a:pt x="1162373" y="878237"/>
                </a:lnTo>
                <a:lnTo>
                  <a:pt x="1084882" y="888569"/>
                </a:lnTo>
                <a:lnTo>
                  <a:pt x="1043553" y="950563"/>
                </a:lnTo>
                <a:lnTo>
                  <a:pt x="1012556" y="945396"/>
                </a:lnTo>
                <a:lnTo>
                  <a:pt x="971228" y="981559"/>
                </a:lnTo>
                <a:lnTo>
                  <a:pt x="888570" y="1043552"/>
                </a:lnTo>
                <a:lnTo>
                  <a:pt x="743919" y="909234"/>
                </a:lnTo>
                <a:lnTo>
                  <a:pt x="650929" y="1079715"/>
                </a:lnTo>
                <a:lnTo>
                  <a:pt x="728421" y="1110712"/>
                </a:lnTo>
                <a:lnTo>
                  <a:pt x="723255" y="1203702"/>
                </a:lnTo>
                <a:lnTo>
                  <a:pt x="681926" y="1214034"/>
                </a:lnTo>
                <a:lnTo>
                  <a:pt x="873072" y="1425844"/>
                </a:lnTo>
                <a:lnTo>
                  <a:pt x="940231" y="1585993"/>
                </a:lnTo>
                <a:lnTo>
                  <a:pt x="0" y="1575661"/>
                </a:lnTo>
                <a:lnTo>
                  <a:pt x="191146" y="1157207"/>
                </a:lnTo>
                <a:lnTo>
                  <a:pt x="237641" y="1095213"/>
                </a:lnTo>
                <a:lnTo>
                  <a:pt x="222143" y="909234"/>
                </a:lnTo>
                <a:lnTo>
                  <a:pt x="304800" y="909234"/>
                </a:lnTo>
                <a:lnTo>
                  <a:pt x="423621" y="966061"/>
                </a:lnTo>
                <a:lnTo>
                  <a:pt x="475282" y="873071"/>
                </a:lnTo>
                <a:lnTo>
                  <a:pt x="428787" y="883403"/>
                </a:lnTo>
                <a:lnTo>
                  <a:pt x="501112" y="774915"/>
                </a:lnTo>
                <a:lnTo>
                  <a:pt x="392624" y="842074"/>
                </a:lnTo>
                <a:lnTo>
                  <a:pt x="485614" y="650929"/>
                </a:lnTo>
                <a:lnTo>
                  <a:pt x="366794" y="676759"/>
                </a:lnTo>
                <a:lnTo>
                  <a:pt x="511444" y="495946"/>
                </a:lnTo>
                <a:lnTo>
                  <a:pt x="227309" y="485613"/>
                </a:lnTo>
                <a:lnTo>
                  <a:pt x="588936" y="232474"/>
                </a:lnTo>
                <a:lnTo>
                  <a:pt x="413289" y="180813"/>
                </a:lnTo>
                <a:lnTo>
                  <a:pt x="759417" y="98156"/>
                </a:lnTo>
                <a:lnTo>
                  <a:pt x="650929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64" b="32444"/>
          <a:stretch/>
        </p:blipFill>
        <p:spPr>
          <a:xfrm rot="18541396">
            <a:off x="-2279479" y="5230757"/>
            <a:ext cx="1137176" cy="1070652"/>
          </a:xfrm>
          <a:prstGeom prst="snip2SameRect">
            <a:avLst>
              <a:gd name="adj1" fmla="val 16667"/>
              <a:gd name="adj2" fmla="val 31364"/>
            </a:avLst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079"/>
          <a:stretch/>
        </p:blipFill>
        <p:spPr>
          <a:xfrm>
            <a:off x="-1613597" y="3768176"/>
            <a:ext cx="1353200" cy="680229"/>
          </a:xfrm>
          <a:prstGeom prst="snip2SameRect">
            <a:avLst>
              <a:gd name="adj1" fmla="val 50000"/>
              <a:gd name="adj2" fmla="val 0"/>
            </a:avLst>
          </a:prstGeom>
        </p:spPr>
      </p:pic>
      <p:sp>
        <p:nvSpPr>
          <p:cNvPr id="6" name="任意多边形 5"/>
          <p:cNvSpPr/>
          <p:nvPr/>
        </p:nvSpPr>
        <p:spPr>
          <a:xfrm>
            <a:off x="1691681" y="4257758"/>
            <a:ext cx="1646685" cy="1156121"/>
          </a:xfrm>
          <a:custGeom>
            <a:avLst/>
            <a:gdLst>
              <a:gd name="connsiteX0" fmla="*/ 114267 w 1913441"/>
              <a:gd name="connsiteY0" fmla="*/ 0 h 1428343"/>
              <a:gd name="connsiteX1" fmla="*/ 1799174 w 1913441"/>
              <a:gd name="connsiteY1" fmla="*/ 0 h 1428343"/>
              <a:gd name="connsiteX2" fmla="*/ 1913441 w 1913441"/>
              <a:gd name="connsiteY2" fmla="*/ 114267 h 1428343"/>
              <a:gd name="connsiteX3" fmla="*/ 1913441 w 1913441"/>
              <a:gd name="connsiteY3" fmla="*/ 1428343 h 1428343"/>
              <a:gd name="connsiteX4" fmla="*/ 1913441 w 1913441"/>
              <a:gd name="connsiteY4" fmla="*/ 1428343 h 1428343"/>
              <a:gd name="connsiteX5" fmla="*/ 0 w 1913441"/>
              <a:gd name="connsiteY5" fmla="*/ 1428343 h 1428343"/>
              <a:gd name="connsiteX6" fmla="*/ 0 w 1913441"/>
              <a:gd name="connsiteY6" fmla="*/ 1428343 h 1428343"/>
              <a:gd name="connsiteX7" fmla="*/ 0 w 1913441"/>
              <a:gd name="connsiteY7" fmla="*/ 114267 h 1428343"/>
              <a:gd name="connsiteX8" fmla="*/ 114267 w 1913441"/>
              <a:gd name="connsiteY8" fmla="*/ 0 h 1428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13441" h="1428343">
                <a:moveTo>
                  <a:pt x="114267" y="0"/>
                </a:moveTo>
                <a:lnTo>
                  <a:pt x="1799174" y="0"/>
                </a:lnTo>
                <a:cubicBezTo>
                  <a:pt x="1862282" y="0"/>
                  <a:pt x="1913441" y="51159"/>
                  <a:pt x="1913441" y="114267"/>
                </a:cubicBezTo>
                <a:lnTo>
                  <a:pt x="1913441" y="1428343"/>
                </a:lnTo>
                <a:lnTo>
                  <a:pt x="1913441" y="1428343"/>
                </a:lnTo>
                <a:lnTo>
                  <a:pt x="0" y="1428343"/>
                </a:lnTo>
                <a:lnTo>
                  <a:pt x="0" y="1428343"/>
                </a:lnTo>
                <a:lnTo>
                  <a:pt x="0" y="114267"/>
                </a:lnTo>
                <a:cubicBezTo>
                  <a:pt x="0" y="51159"/>
                  <a:pt x="51159" y="0"/>
                  <a:pt x="114267" y="0"/>
                </a:cubicBezTo>
                <a:close/>
              </a:path>
            </a:pathLst>
          </a:custGeom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788" tIns="94428" rIns="53788" bIns="20320" numCol="1" spcCol="1270" anchor="t" anchorCtr="0">
            <a:noAutofit/>
          </a:bodyPr>
          <a:lstStyle/>
          <a:p>
            <a:pPr marL="0" lvl="1" algn="l" defTabSz="71120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600" kern="1200" dirty="0" smtClean="0">
                <a:latin typeface="微软雅黑" pitchFamily="34" charset="-122"/>
                <a:ea typeface="微软雅黑" pitchFamily="34" charset="-122"/>
              </a:rPr>
              <a:t> 我们脑袋</a:t>
            </a:r>
            <a:r>
              <a:rPr lang="en-US" altLang="zh-CN" sz="1600" kern="1200" dirty="0" smtClean="0">
                <a:latin typeface="微软雅黑" pitchFamily="34" charset="-122"/>
                <a:ea typeface="微软雅黑" pitchFamily="34" charset="-122"/>
              </a:rPr>
              <a:t>90%</a:t>
            </a:r>
            <a:r>
              <a:rPr lang="zh-CN" altLang="en-US" sz="1600" kern="1200" dirty="0" smtClean="0">
                <a:latin typeface="微软雅黑" pitchFamily="34" charset="-122"/>
                <a:ea typeface="微软雅黑" pitchFamily="34" charset="-122"/>
              </a:rPr>
              <a:t>的</a:t>
            </a:r>
            <a:endParaRPr lang="en-US" altLang="zh-CN" sz="1600" kern="1200" dirty="0" smtClean="0">
              <a:latin typeface="微软雅黑" pitchFamily="34" charset="-122"/>
              <a:ea typeface="微软雅黑" pitchFamily="34" charset="-122"/>
            </a:endParaRPr>
          </a:p>
          <a:p>
            <a:pPr marL="0" lvl="1" algn="l" defTabSz="71120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600" kern="1200" dirty="0" smtClean="0">
                <a:latin typeface="微软雅黑" pitchFamily="34" charset="-122"/>
                <a:ea typeface="微软雅黑" pitchFamily="34" charset="-122"/>
              </a:rPr>
              <a:t> 思想是不正确的</a:t>
            </a:r>
            <a:endParaRPr lang="zh-CN" altLang="en-US" sz="1600" kern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10692680" y="2633288"/>
            <a:ext cx="1913441" cy="614187"/>
          </a:xfrm>
          <a:custGeom>
            <a:avLst/>
            <a:gdLst>
              <a:gd name="connsiteX0" fmla="*/ 0 w 1913441"/>
              <a:gd name="connsiteY0" fmla="*/ 0 h 614187"/>
              <a:gd name="connsiteX1" fmla="*/ 1913441 w 1913441"/>
              <a:gd name="connsiteY1" fmla="*/ 0 h 614187"/>
              <a:gd name="connsiteX2" fmla="*/ 1913441 w 1913441"/>
              <a:gd name="connsiteY2" fmla="*/ 614187 h 614187"/>
              <a:gd name="connsiteX3" fmla="*/ 0 w 1913441"/>
              <a:gd name="connsiteY3" fmla="*/ 614187 h 614187"/>
              <a:gd name="connsiteX4" fmla="*/ 0 w 1913441"/>
              <a:gd name="connsiteY4" fmla="*/ 0 h 614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3441" h="614187">
                <a:moveTo>
                  <a:pt x="0" y="0"/>
                </a:moveTo>
                <a:lnTo>
                  <a:pt x="1913441" y="0"/>
                </a:lnTo>
                <a:lnTo>
                  <a:pt x="1913441" y="614187"/>
                </a:lnTo>
                <a:lnTo>
                  <a:pt x="0" y="6141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solidFill>
              <a:schemeClr val="bg1"/>
            </a:solidFill>
          </a:ln>
          <a:effectLst>
            <a:reflection blurRad="6350" stA="50000" endA="300" endPos="55500" dist="101600" dir="5400000" sy="-100000" algn="bl" rotWithShape="0"/>
          </a:effectLst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52400" tIns="0" rIns="616748" bIns="0" numCol="1" spcCol="1270" anchor="ctr" anchorCtr="0">
            <a:noAutofit/>
          </a:bodyPr>
          <a:lstStyle/>
          <a:p>
            <a:pPr lvl="0" algn="l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4000" kern="1200" dirty="0" smtClean="0"/>
              <a:t> Why</a:t>
            </a:r>
            <a:endParaRPr lang="zh-CN" altLang="en-US" sz="4000" kern="1200" dirty="0"/>
          </a:p>
        </p:txBody>
      </p:sp>
      <p:sp>
        <p:nvSpPr>
          <p:cNvPr id="8" name="椭圆 7"/>
          <p:cNvSpPr/>
          <p:nvPr/>
        </p:nvSpPr>
        <p:spPr>
          <a:xfrm>
            <a:off x="1645099" y="2276872"/>
            <a:ext cx="1765681" cy="1765681"/>
          </a:xfrm>
          <a:prstGeom prst="ellipse">
            <a:avLst/>
          </a:prstGeom>
          <a:blipFill dpi="0" rotWithShape="1">
            <a:blip r:embed="rId4"/>
            <a:srcRect/>
            <a:tile tx="0" ty="0" sx="30000" sy="30000" flip="none" algn="ctr"/>
          </a:blipFill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2" name="任意多边形 11"/>
          <p:cNvSpPr/>
          <p:nvPr/>
        </p:nvSpPr>
        <p:spPr>
          <a:xfrm>
            <a:off x="3732068" y="4257758"/>
            <a:ext cx="1743732" cy="1156121"/>
          </a:xfrm>
          <a:custGeom>
            <a:avLst/>
            <a:gdLst>
              <a:gd name="connsiteX0" fmla="*/ 114267 w 1913441"/>
              <a:gd name="connsiteY0" fmla="*/ 0 h 1428343"/>
              <a:gd name="connsiteX1" fmla="*/ 1799174 w 1913441"/>
              <a:gd name="connsiteY1" fmla="*/ 0 h 1428343"/>
              <a:gd name="connsiteX2" fmla="*/ 1913441 w 1913441"/>
              <a:gd name="connsiteY2" fmla="*/ 114267 h 1428343"/>
              <a:gd name="connsiteX3" fmla="*/ 1913441 w 1913441"/>
              <a:gd name="connsiteY3" fmla="*/ 1428343 h 1428343"/>
              <a:gd name="connsiteX4" fmla="*/ 1913441 w 1913441"/>
              <a:gd name="connsiteY4" fmla="*/ 1428343 h 1428343"/>
              <a:gd name="connsiteX5" fmla="*/ 0 w 1913441"/>
              <a:gd name="connsiteY5" fmla="*/ 1428343 h 1428343"/>
              <a:gd name="connsiteX6" fmla="*/ 0 w 1913441"/>
              <a:gd name="connsiteY6" fmla="*/ 1428343 h 1428343"/>
              <a:gd name="connsiteX7" fmla="*/ 0 w 1913441"/>
              <a:gd name="connsiteY7" fmla="*/ 114267 h 1428343"/>
              <a:gd name="connsiteX8" fmla="*/ 114267 w 1913441"/>
              <a:gd name="connsiteY8" fmla="*/ 0 h 1428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13441" h="1428343">
                <a:moveTo>
                  <a:pt x="114267" y="0"/>
                </a:moveTo>
                <a:lnTo>
                  <a:pt x="1799174" y="0"/>
                </a:lnTo>
                <a:cubicBezTo>
                  <a:pt x="1862282" y="0"/>
                  <a:pt x="1913441" y="51159"/>
                  <a:pt x="1913441" y="114267"/>
                </a:cubicBezTo>
                <a:lnTo>
                  <a:pt x="1913441" y="1428343"/>
                </a:lnTo>
                <a:lnTo>
                  <a:pt x="1913441" y="1428343"/>
                </a:lnTo>
                <a:lnTo>
                  <a:pt x="0" y="1428343"/>
                </a:lnTo>
                <a:lnTo>
                  <a:pt x="0" y="1428343"/>
                </a:lnTo>
                <a:lnTo>
                  <a:pt x="0" y="114267"/>
                </a:lnTo>
                <a:cubicBezTo>
                  <a:pt x="0" y="51159"/>
                  <a:pt x="51159" y="0"/>
                  <a:pt x="114267" y="0"/>
                </a:cubicBezTo>
                <a:close/>
              </a:path>
            </a:pathLst>
          </a:custGeom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788" tIns="94428" rIns="53788" bIns="20320" numCol="1" spcCol="1270" anchor="t" anchorCtr="0">
            <a:noAutofit/>
          </a:bodyPr>
          <a:lstStyle/>
          <a:p>
            <a:pPr marL="0" lvl="1" algn="l" defTabSz="71120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400" kern="1200" dirty="0" smtClean="0">
                <a:latin typeface="微软雅黑" pitchFamily="34" charset="-122"/>
                <a:ea typeface="微软雅黑" pitchFamily="34" charset="-122"/>
              </a:rPr>
              <a:t>把注意力带回到当下</a:t>
            </a:r>
            <a:endParaRPr lang="zh-CN" altLang="en-US" sz="1400" kern="1200" dirty="0">
              <a:latin typeface="微软雅黑" pitchFamily="34" charset="-122"/>
              <a:ea typeface="微软雅黑" pitchFamily="34" charset="-122"/>
            </a:endParaRPr>
          </a:p>
          <a:p>
            <a:pPr marL="0" lvl="1" algn="l" defTabSz="71120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400" kern="1200" dirty="0" smtClean="0">
                <a:latin typeface="微软雅黑" pitchFamily="34" charset="-122"/>
                <a:ea typeface="微软雅黑" pitchFamily="34" charset="-122"/>
              </a:rPr>
              <a:t>随时关照自己的想法，并检测其真实性</a:t>
            </a:r>
            <a:endParaRPr lang="zh-CN" altLang="en-US" sz="1400" kern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11346105" y="4217095"/>
            <a:ext cx="1913441" cy="614187"/>
          </a:xfrm>
          <a:custGeom>
            <a:avLst/>
            <a:gdLst>
              <a:gd name="connsiteX0" fmla="*/ 0 w 1913441"/>
              <a:gd name="connsiteY0" fmla="*/ 0 h 614187"/>
              <a:gd name="connsiteX1" fmla="*/ 1913441 w 1913441"/>
              <a:gd name="connsiteY1" fmla="*/ 0 h 614187"/>
              <a:gd name="connsiteX2" fmla="*/ 1913441 w 1913441"/>
              <a:gd name="connsiteY2" fmla="*/ 614187 h 614187"/>
              <a:gd name="connsiteX3" fmla="*/ 0 w 1913441"/>
              <a:gd name="connsiteY3" fmla="*/ 614187 h 614187"/>
              <a:gd name="connsiteX4" fmla="*/ 0 w 1913441"/>
              <a:gd name="connsiteY4" fmla="*/ 0 h 614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3441" h="614187">
                <a:moveTo>
                  <a:pt x="0" y="0"/>
                </a:moveTo>
                <a:lnTo>
                  <a:pt x="1913441" y="0"/>
                </a:lnTo>
                <a:lnTo>
                  <a:pt x="1913441" y="614187"/>
                </a:lnTo>
                <a:lnTo>
                  <a:pt x="0" y="6141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  <a:effectLst>
            <a:reflection blurRad="6350" stA="50000" endA="300" endPos="55500" dist="101600" dir="5400000" sy="-100000" algn="bl" rotWithShape="0"/>
          </a:effectLst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52400" tIns="0" rIns="616748" bIns="0" numCol="1" spcCol="1270" anchor="ctr" anchorCtr="0">
            <a:noAutofit/>
          </a:bodyPr>
          <a:lstStyle/>
          <a:p>
            <a:pPr lvl="0" algn="l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4000" kern="1200" dirty="0" smtClean="0"/>
              <a:t> How</a:t>
            </a:r>
            <a:endParaRPr lang="zh-CN" altLang="en-US" sz="4000" kern="1200" dirty="0"/>
          </a:p>
        </p:txBody>
      </p:sp>
      <p:sp>
        <p:nvSpPr>
          <p:cNvPr id="15" name="椭圆 14"/>
          <p:cNvSpPr/>
          <p:nvPr/>
        </p:nvSpPr>
        <p:spPr>
          <a:xfrm>
            <a:off x="3754429" y="2321183"/>
            <a:ext cx="1721370" cy="172137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8000" r="-18000"/>
            </a:stretch>
          </a:blipFill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6" name="任意多边形 15"/>
          <p:cNvSpPr/>
          <p:nvPr/>
        </p:nvSpPr>
        <p:spPr>
          <a:xfrm>
            <a:off x="5940153" y="4257758"/>
            <a:ext cx="1728191" cy="1156122"/>
          </a:xfrm>
          <a:custGeom>
            <a:avLst/>
            <a:gdLst>
              <a:gd name="connsiteX0" fmla="*/ 114267 w 1913441"/>
              <a:gd name="connsiteY0" fmla="*/ 0 h 1428343"/>
              <a:gd name="connsiteX1" fmla="*/ 1799174 w 1913441"/>
              <a:gd name="connsiteY1" fmla="*/ 0 h 1428343"/>
              <a:gd name="connsiteX2" fmla="*/ 1913441 w 1913441"/>
              <a:gd name="connsiteY2" fmla="*/ 114267 h 1428343"/>
              <a:gd name="connsiteX3" fmla="*/ 1913441 w 1913441"/>
              <a:gd name="connsiteY3" fmla="*/ 1428343 h 1428343"/>
              <a:gd name="connsiteX4" fmla="*/ 1913441 w 1913441"/>
              <a:gd name="connsiteY4" fmla="*/ 1428343 h 1428343"/>
              <a:gd name="connsiteX5" fmla="*/ 0 w 1913441"/>
              <a:gd name="connsiteY5" fmla="*/ 1428343 h 1428343"/>
              <a:gd name="connsiteX6" fmla="*/ 0 w 1913441"/>
              <a:gd name="connsiteY6" fmla="*/ 1428343 h 1428343"/>
              <a:gd name="connsiteX7" fmla="*/ 0 w 1913441"/>
              <a:gd name="connsiteY7" fmla="*/ 114267 h 1428343"/>
              <a:gd name="connsiteX8" fmla="*/ 114267 w 1913441"/>
              <a:gd name="connsiteY8" fmla="*/ 0 h 1428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13441" h="1428343">
                <a:moveTo>
                  <a:pt x="114267" y="0"/>
                </a:moveTo>
                <a:lnTo>
                  <a:pt x="1799174" y="0"/>
                </a:lnTo>
                <a:cubicBezTo>
                  <a:pt x="1862282" y="0"/>
                  <a:pt x="1913441" y="51159"/>
                  <a:pt x="1913441" y="114267"/>
                </a:cubicBezTo>
                <a:lnTo>
                  <a:pt x="1913441" y="1428343"/>
                </a:lnTo>
                <a:lnTo>
                  <a:pt x="1913441" y="1428343"/>
                </a:lnTo>
                <a:lnTo>
                  <a:pt x="0" y="1428343"/>
                </a:lnTo>
                <a:lnTo>
                  <a:pt x="0" y="1428343"/>
                </a:lnTo>
                <a:lnTo>
                  <a:pt x="0" y="114267"/>
                </a:lnTo>
                <a:cubicBezTo>
                  <a:pt x="0" y="51159"/>
                  <a:pt x="51159" y="0"/>
                  <a:pt x="114267" y="0"/>
                </a:cubicBezTo>
                <a:close/>
              </a:path>
            </a:pathLst>
          </a:custGeom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788" tIns="94428" rIns="53788" bIns="20320" numCol="1" spcCol="1270" anchor="t" anchorCtr="0">
            <a:noAutofit/>
          </a:bodyPr>
          <a:lstStyle/>
          <a:p>
            <a:pPr marL="0" lvl="1" algn="l" defTabSz="71120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600" kern="1200" dirty="0" smtClean="0">
                <a:latin typeface="微软雅黑" pitchFamily="34" charset="-122"/>
                <a:ea typeface="微软雅黑" pitchFamily="34" charset="-122"/>
              </a:rPr>
              <a:t>          定静</a:t>
            </a:r>
            <a:endParaRPr lang="zh-CN" altLang="en-US" sz="1600" kern="1200" dirty="0">
              <a:latin typeface="微软雅黑" pitchFamily="34" charset="-122"/>
              <a:ea typeface="微软雅黑" pitchFamily="34" charset="-122"/>
            </a:endParaRPr>
          </a:p>
          <a:p>
            <a:pPr marL="0" lvl="1" algn="l" defTabSz="71120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600" kern="1200" dirty="0" smtClean="0">
                <a:latin typeface="微软雅黑" pitchFamily="34" charset="-122"/>
                <a:ea typeface="微软雅黑" pitchFamily="34" charset="-122"/>
              </a:rPr>
              <a:t>   学会静坐冥想</a:t>
            </a:r>
            <a:endParaRPr lang="zh-CN" altLang="en-US" sz="1600" kern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任意多边形 16"/>
          <p:cNvSpPr/>
          <p:nvPr/>
        </p:nvSpPr>
        <p:spPr>
          <a:xfrm>
            <a:off x="13583347" y="4217095"/>
            <a:ext cx="1913441" cy="614187"/>
          </a:xfrm>
          <a:custGeom>
            <a:avLst/>
            <a:gdLst>
              <a:gd name="connsiteX0" fmla="*/ 0 w 1913441"/>
              <a:gd name="connsiteY0" fmla="*/ 0 h 614187"/>
              <a:gd name="connsiteX1" fmla="*/ 1913441 w 1913441"/>
              <a:gd name="connsiteY1" fmla="*/ 0 h 614187"/>
              <a:gd name="connsiteX2" fmla="*/ 1913441 w 1913441"/>
              <a:gd name="connsiteY2" fmla="*/ 614187 h 614187"/>
              <a:gd name="connsiteX3" fmla="*/ 0 w 1913441"/>
              <a:gd name="connsiteY3" fmla="*/ 614187 h 614187"/>
              <a:gd name="connsiteX4" fmla="*/ 0 w 1913441"/>
              <a:gd name="connsiteY4" fmla="*/ 0 h 614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3441" h="614187">
                <a:moveTo>
                  <a:pt x="0" y="0"/>
                </a:moveTo>
                <a:lnTo>
                  <a:pt x="1913441" y="0"/>
                </a:lnTo>
                <a:lnTo>
                  <a:pt x="1913441" y="614187"/>
                </a:lnTo>
                <a:lnTo>
                  <a:pt x="0" y="6141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  <a:effectLst>
            <a:reflection blurRad="6350" stA="50000" endA="300" endPos="55500" dist="101600" dir="5400000" sy="-100000" algn="bl" rotWithShape="0"/>
          </a:effectLst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52400" tIns="0" rIns="616748" bIns="0" numCol="1" spcCol="1270" anchor="ctr" anchorCtr="0">
            <a:noAutofit/>
          </a:bodyPr>
          <a:lstStyle/>
          <a:p>
            <a:pPr lvl="0" algn="l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4000" kern="1200" dirty="0" smtClean="0"/>
              <a:t>What</a:t>
            </a:r>
            <a:endParaRPr lang="zh-CN" altLang="en-US" sz="4000" kern="1200" dirty="0"/>
          </a:p>
        </p:txBody>
      </p:sp>
      <p:sp>
        <p:nvSpPr>
          <p:cNvPr id="18" name="椭圆 17"/>
          <p:cNvSpPr/>
          <p:nvPr/>
        </p:nvSpPr>
        <p:spPr>
          <a:xfrm>
            <a:off x="5940153" y="2321183"/>
            <a:ext cx="1721370" cy="1721370"/>
          </a:xfrm>
          <a:prstGeom prst="ellipse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3000" b="-13000"/>
            </a:stretch>
          </a:blipFill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4" name="TextBox 23"/>
          <p:cNvSpPr txBox="1"/>
          <p:nvPr/>
        </p:nvSpPr>
        <p:spPr>
          <a:xfrm>
            <a:off x="2325470" y="5661248"/>
            <a:ext cx="49685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切记：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我们的思想经常处在过去和未来，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    但是，我们的身体和呼吸处在当下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6663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5"/>
          <p:cNvSpPr/>
          <p:nvPr/>
        </p:nvSpPr>
        <p:spPr>
          <a:xfrm>
            <a:off x="383638" y="13231"/>
            <a:ext cx="8769863" cy="6840000"/>
          </a:xfrm>
          <a:custGeom>
            <a:avLst/>
            <a:gdLst>
              <a:gd name="connsiteX0" fmla="*/ 0 w 7823276"/>
              <a:gd name="connsiteY0" fmla="*/ 0 h 6098747"/>
              <a:gd name="connsiteX1" fmla="*/ 7823276 w 7823276"/>
              <a:gd name="connsiteY1" fmla="*/ 0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23276"/>
              <a:gd name="connsiteY0" fmla="*/ 0 h 6098747"/>
              <a:gd name="connsiteX1" fmla="*/ 7823276 w 7823276"/>
              <a:gd name="connsiteY1" fmla="*/ 281354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281354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0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76030"/>
              <a:gd name="connsiteY0" fmla="*/ 0 h 6098747"/>
              <a:gd name="connsiteX1" fmla="*/ 7823276 w 7876030"/>
              <a:gd name="connsiteY1" fmla="*/ 0 h 6098747"/>
              <a:gd name="connsiteX2" fmla="*/ 7876030 w 7876030"/>
              <a:gd name="connsiteY2" fmla="*/ 6063578 h 6098747"/>
              <a:gd name="connsiteX3" fmla="*/ 0 w 7876030"/>
              <a:gd name="connsiteY3" fmla="*/ 6098747 h 6098747"/>
              <a:gd name="connsiteX4" fmla="*/ 0 w 7876030"/>
              <a:gd name="connsiteY4" fmla="*/ 0 h 6098747"/>
              <a:gd name="connsiteX0" fmla="*/ 0 w 7876030"/>
              <a:gd name="connsiteY0" fmla="*/ 0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0 w 7876030"/>
              <a:gd name="connsiteY4" fmla="*/ 0 h 6116332"/>
              <a:gd name="connsiteX0" fmla="*/ 344277 w 7876030"/>
              <a:gd name="connsiteY0" fmla="*/ 14937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876030"/>
              <a:gd name="connsiteY0" fmla="*/ 14937 h 6116332"/>
              <a:gd name="connsiteX1" fmla="*/ 7449062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486847"/>
              <a:gd name="connsiteY0" fmla="*/ 14937 h 6098747"/>
              <a:gd name="connsiteX1" fmla="*/ 7449062 w 7486847"/>
              <a:gd name="connsiteY1" fmla="*/ 0 h 6098747"/>
              <a:gd name="connsiteX2" fmla="*/ 7486847 w 7486847"/>
              <a:gd name="connsiteY2" fmla="*/ 6071518 h 6098747"/>
              <a:gd name="connsiteX3" fmla="*/ 0 w 7486847"/>
              <a:gd name="connsiteY3" fmla="*/ 6098747 h 6098747"/>
              <a:gd name="connsiteX4" fmla="*/ 344277 w 7486847"/>
              <a:gd name="connsiteY4" fmla="*/ 14937 h 6098747"/>
              <a:gd name="connsiteX0" fmla="*/ 0 w 7142570"/>
              <a:gd name="connsiteY0" fmla="*/ 14937 h 6128624"/>
              <a:gd name="connsiteX1" fmla="*/ 7104785 w 7142570"/>
              <a:gd name="connsiteY1" fmla="*/ 0 h 6128624"/>
              <a:gd name="connsiteX2" fmla="*/ 7142570 w 7142570"/>
              <a:gd name="connsiteY2" fmla="*/ 6071518 h 6128624"/>
              <a:gd name="connsiteX3" fmla="*/ 29937 w 7142570"/>
              <a:gd name="connsiteY3" fmla="*/ 6128624 h 6128624"/>
              <a:gd name="connsiteX4" fmla="*/ 0 w 7142570"/>
              <a:gd name="connsiteY4" fmla="*/ 14937 h 6128624"/>
              <a:gd name="connsiteX0" fmla="*/ 0 w 7142570"/>
              <a:gd name="connsiteY0" fmla="*/ 14937 h 6071518"/>
              <a:gd name="connsiteX1" fmla="*/ 7104785 w 7142570"/>
              <a:gd name="connsiteY1" fmla="*/ 0 h 6071518"/>
              <a:gd name="connsiteX2" fmla="*/ 7142570 w 7142570"/>
              <a:gd name="connsiteY2" fmla="*/ 6071518 h 6071518"/>
              <a:gd name="connsiteX3" fmla="*/ 44906 w 7142570"/>
              <a:gd name="connsiteY3" fmla="*/ 5721119 h 6071518"/>
              <a:gd name="connsiteX4" fmla="*/ 0 w 7142570"/>
              <a:gd name="connsiteY4" fmla="*/ 14937 h 6071518"/>
              <a:gd name="connsiteX0" fmla="*/ 0 w 7142570"/>
              <a:gd name="connsiteY0" fmla="*/ 0 h 6056581"/>
              <a:gd name="connsiteX1" fmla="*/ 7059880 w 7142570"/>
              <a:gd name="connsiteY1" fmla="*/ 47756 h 6056581"/>
              <a:gd name="connsiteX2" fmla="*/ 7142570 w 7142570"/>
              <a:gd name="connsiteY2" fmla="*/ 6056581 h 6056581"/>
              <a:gd name="connsiteX3" fmla="*/ 44906 w 7142570"/>
              <a:gd name="connsiteY3" fmla="*/ 5706182 h 6056581"/>
              <a:gd name="connsiteX4" fmla="*/ 0 w 7142570"/>
              <a:gd name="connsiteY4" fmla="*/ 0 h 6056581"/>
              <a:gd name="connsiteX0" fmla="*/ 0 w 7127601"/>
              <a:gd name="connsiteY0" fmla="*/ 0 h 5706182"/>
              <a:gd name="connsiteX1" fmla="*/ 7059880 w 7127601"/>
              <a:gd name="connsiteY1" fmla="*/ 47756 h 5706182"/>
              <a:gd name="connsiteX2" fmla="*/ 7127601 w 7127601"/>
              <a:gd name="connsiteY2" fmla="*/ 5680423 h 5706182"/>
              <a:gd name="connsiteX3" fmla="*/ 44906 w 7127601"/>
              <a:gd name="connsiteY3" fmla="*/ 5706182 h 5706182"/>
              <a:gd name="connsiteX4" fmla="*/ 0 w 7127601"/>
              <a:gd name="connsiteY4" fmla="*/ 0 h 5706182"/>
              <a:gd name="connsiteX0" fmla="*/ 0 w 7464105"/>
              <a:gd name="connsiteY0" fmla="*/ 0 h 5706182"/>
              <a:gd name="connsiteX1" fmla="*/ 7464032 w 7464105"/>
              <a:gd name="connsiteY1" fmla="*/ 126123 h 5706182"/>
              <a:gd name="connsiteX2" fmla="*/ 7127601 w 7464105"/>
              <a:gd name="connsiteY2" fmla="*/ 5680423 h 5706182"/>
              <a:gd name="connsiteX3" fmla="*/ 44906 w 7464105"/>
              <a:gd name="connsiteY3" fmla="*/ 5706182 h 5706182"/>
              <a:gd name="connsiteX4" fmla="*/ 0 w 7464105"/>
              <a:gd name="connsiteY4" fmla="*/ 0 h 5706182"/>
              <a:gd name="connsiteX0" fmla="*/ 0 w 7465177"/>
              <a:gd name="connsiteY0" fmla="*/ 0 h 5706182"/>
              <a:gd name="connsiteX1" fmla="*/ 7464032 w 7465177"/>
              <a:gd name="connsiteY1" fmla="*/ 126123 h 5706182"/>
              <a:gd name="connsiteX2" fmla="*/ 7456910 w 7465177"/>
              <a:gd name="connsiteY2" fmla="*/ 5555037 h 5706182"/>
              <a:gd name="connsiteX3" fmla="*/ 44906 w 7465177"/>
              <a:gd name="connsiteY3" fmla="*/ 5706182 h 5706182"/>
              <a:gd name="connsiteX4" fmla="*/ 0 w 7465177"/>
              <a:gd name="connsiteY4" fmla="*/ 0 h 5706182"/>
              <a:gd name="connsiteX0" fmla="*/ 0 w 7465177"/>
              <a:gd name="connsiteY0" fmla="*/ 0 h 5706182"/>
              <a:gd name="connsiteX1" fmla="*/ 7464032 w 7465177"/>
              <a:gd name="connsiteY1" fmla="*/ 298528 h 5706182"/>
              <a:gd name="connsiteX2" fmla="*/ 7456910 w 7465177"/>
              <a:gd name="connsiteY2" fmla="*/ 5555037 h 5706182"/>
              <a:gd name="connsiteX3" fmla="*/ 44906 w 7465177"/>
              <a:gd name="connsiteY3" fmla="*/ 5706182 h 5706182"/>
              <a:gd name="connsiteX4" fmla="*/ 0 w 7465177"/>
              <a:gd name="connsiteY4" fmla="*/ 0 h 5706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177" h="5706182">
                <a:moveTo>
                  <a:pt x="0" y="0"/>
                </a:moveTo>
                <a:lnTo>
                  <a:pt x="7464032" y="298528"/>
                </a:lnTo>
                <a:cubicBezTo>
                  <a:pt x="7469894" y="2208351"/>
                  <a:pt x="7451048" y="3645214"/>
                  <a:pt x="7456910" y="5555037"/>
                </a:cubicBezTo>
                <a:lnTo>
                  <a:pt x="44906" y="5706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4" name="矩形 5"/>
          <p:cNvSpPr/>
          <p:nvPr/>
        </p:nvSpPr>
        <p:spPr>
          <a:xfrm>
            <a:off x="-1" y="0"/>
            <a:ext cx="440060" cy="6858000"/>
          </a:xfrm>
          <a:custGeom>
            <a:avLst/>
            <a:gdLst>
              <a:gd name="connsiteX0" fmla="*/ 0 w 648072"/>
              <a:gd name="connsiteY0" fmla="*/ 0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752528 h 4752528"/>
              <a:gd name="connsiteX4" fmla="*/ 0 w 648072"/>
              <a:gd name="connsiteY4" fmla="*/ 0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752528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647596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586909 h 4752528"/>
              <a:gd name="connsiteX4" fmla="*/ 0 w 678053"/>
              <a:gd name="connsiteY4" fmla="*/ 194872 h 4752528"/>
              <a:gd name="connsiteX0" fmla="*/ 22127 w 648072"/>
              <a:gd name="connsiteY0" fmla="*/ 255559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586909 h 4752528"/>
              <a:gd name="connsiteX4" fmla="*/ 22127 w 648072"/>
              <a:gd name="connsiteY4" fmla="*/ 255559 h 4752528"/>
              <a:gd name="connsiteX0" fmla="*/ 0 w 652000"/>
              <a:gd name="connsiteY0" fmla="*/ 255559 h 4752528"/>
              <a:gd name="connsiteX1" fmla="*/ 652000 w 652000"/>
              <a:gd name="connsiteY1" fmla="*/ 0 h 4752528"/>
              <a:gd name="connsiteX2" fmla="*/ 652000 w 652000"/>
              <a:gd name="connsiteY2" fmla="*/ 4752528 h 4752528"/>
              <a:gd name="connsiteX3" fmla="*/ 3928 w 652000"/>
              <a:gd name="connsiteY3" fmla="*/ 4586909 h 4752528"/>
              <a:gd name="connsiteX4" fmla="*/ 0 w 652000"/>
              <a:gd name="connsiteY4" fmla="*/ 255559 h 4752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000" h="4752528">
                <a:moveTo>
                  <a:pt x="0" y="255559"/>
                </a:moveTo>
                <a:lnTo>
                  <a:pt x="652000" y="0"/>
                </a:lnTo>
                <a:lnTo>
                  <a:pt x="652000" y="4752528"/>
                </a:lnTo>
                <a:lnTo>
                  <a:pt x="3928" y="4586909"/>
                </a:lnTo>
                <a:cubicBezTo>
                  <a:pt x="2619" y="3143126"/>
                  <a:pt x="1309" y="1699342"/>
                  <a:pt x="0" y="255559"/>
                </a:cubicBezTo>
                <a:close/>
              </a:path>
            </a:pathLst>
          </a:custGeom>
          <a:solidFill>
            <a:srgbClr val="B88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-35170" y="1779086"/>
            <a:ext cx="457644" cy="173992"/>
          </a:xfrm>
          <a:prstGeom prst="line">
            <a:avLst/>
          </a:prstGeom>
          <a:ln w="127000" cmpd="thinThick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24815" y="1766146"/>
            <a:ext cx="8769863" cy="9216"/>
          </a:xfrm>
          <a:prstGeom prst="line">
            <a:avLst/>
          </a:prstGeom>
          <a:ln w="127000" cmpd="thickThin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67544" y="-315415"/>
            <a:ext cx="230425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800" dirty="0" smtClean="0">
                <a:latin typeface="★懐流体" pitchFamily="2" charset="-128"/>
                <a:ea typeface="★懐流体" pitchFamily="2" charset="-128"/>
              </a:rPr>
              <a:t>R</a:t>
            </a:r>
            <a:endParaRPr lang="zh-CN" altLang="en-US" sz="13800" dirty="0">
              <a:latin typeface="★懐流体" pitchFamily="2" charset="-128"/>
              <a:ea typeface="★懐流体" pitchFamily="2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59632" y="1072985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方正综艺简体" pitchFamily="65" charset="-122"/>
                <a:ea typeface="方正综艺简体" pitchFamily="65" charset="-122"/>
              </a:rPr>
              <a:t>角色扮演</a:t>
            </a:r>
            <a:endParaRPr lang="zh-CN" altLang="en-US" sz="3200" dirty="0">
              <a:solidFill>
                <a:schemeClr val="bg1"/>
              </a:solidFill>
              <a:latin typeface="方正综艺简体" pitchFamily="65" charset="-122"/>
              <a:ea typeface="方正综艺简体" pitchFamily="65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 rot="10800000" flipV="1">
            <a:off x="2987824" y="936078"/>
            <a:ext cx="9361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★懐流体" pitchFamily="2" charset="-128"/>
                <a:ea typeface="★懐流体" pitchFamily="2" charset="-128"/>
              </a:rPr>
              <a:t>o</a:t>
            </a:r>
            <a:r>
              <a:rPr lang="en-US" altLang="zh-CN" sz="4400" dirty="0" smtClean="0">
                <a:latin typeface="★懐流体" pitchFamily="2" charset="-128"/>
                <a:ea typeface="★懐流体" pitchFamily="2" charset="-128"/>
              </a:rPr>
              <a:t>le</a:t>
            </a:r>
            <a:endParaRPr lang="zh-CN" altLang="en-US" sz="4400" dirty="0">
              <a:latin typeface="★懐流体" pitchFamily="2" charset="-128"/>
              <a:ea typeface="★懐流体" pitchFamily="2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79912" y="1213450"/>
            <a:ext cx="540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觉察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看见自己的真实面目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51920" y="2854678"/>
            <a:ext cx="46946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我们和真我距离越来越远的时候，会失去了自我感，因此我们必须抓住一些东西来汲取我们的自我感，小我于焉产生。</a:t>
            </a:r>
            <a:r>
              <a:rPr lang="zh-CN" altLang="en-US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它不停地想歪抓取，只为了加强它自己的真实性，好继续苟延残喘地存活下来！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625770" y="2023152"/>
            <a:ext cx="2818437" cy="740344"/>
          </a:xfrm>
          <a:custGeom>
            <a:avLst/>
            <a:gdLst>
              <a:gd name="connsiteX0" fmla="*/ 0 w 2682957"/>
              <a:gd name="connsiteY0" fmla="*/ 0 h 755842"/>
              <a:gd name="connsiteX1" fmla="*/ 2682957 w 2682957"/>
              <a:gd name="connsiteY1" fmla="*/ 0 h 755842"/>
              <a:gd name="connsiteX2" fmla="*/ 2682957 w 2682957"/>
              <a:gd name="connsiteY2" fmla="*/ 755842 h 755842"/>
              <a:gd name="connsiteX3" fmla="*/ 0 w 2682957"/>
              <a:gd name="connsiteY3" fmla="*/ 755842 h 755842"/>
              <a:gd name="connsiteX4" fmla="*/ 0 w 2682957"/>
              <a:gd name="connsiteY4" fmla="*/ 0 h 755842"/>
              <a:gd name="connsiteX0" fmla="*/ 0 w 2698456"/>
              <a:gd name="connsiteY0" fmla="*/ 15499 h 755842"/>
              <a:gd name="connsiteX1" fmla="*/ 2698456 w 2698456"/>
              <a:gd name="connsiteY1" fmla="*/ 0 h 755842"/>
              <a:gd name="connsiteX2" fmla="*/ 2698456 w 2698456"/>
              <a:gd name="connsiteY2" fmla="*/ 755842 h 755842"/>
              <a:gd name="connsiteX3" fmla="*/ 15499 w 2698456"/>
              <a:gd name="connsiteY3" fmla="*/ 755842 h 755842"/>
              <a:gd name="connsiteX4" fmla="*/ 0 w 2698456"/>
              <a:gd name="connsiteY4" fmla="*/ 15499 h 755842"/>
              <a:gd name="connsiteX0" fmla="*/ 0 w 2698456"/>
              <a:gd name="connsiteY0" fmla="*/ 15499 h 755842"/>
              <a:gd name="connsiteX1" fmla="*/ 2698456 w 2698456"/>
              <a:gd name="connsiteY1" fmla="*/ 0 h 755842"/>
              <a:gd name="connsiteX2" fmla="*/ 2310998 w 2698456"/>
              <a:gd name="connsiteY2" fmla="*/ 740344 h 755842"/>
              <a:gd name="connsiteX3" fmla="*/ 15499 w 2698456"/>
              <a:gd name="connsiteY3" fmla="*/ 755842 h 755842"/>
              <a:gd name="connsiteX4" fmla="*/ 0 w 2698456"/>
              <a:gd name="connsiteY4" fmla="*/ 15499 h 755842"/>
              <a:gd name="connsiteX0" fmla="*/ 0 w 2961927"/>
              <a:gd name="connsiteY0" fmla="*/ 15499 h 755842"/>
              <a:gd name="connsiteX1" fmla="*/ 2961927 w 2961927"/>
              <a:gd name="connsiteY1" fmla="*/ 0 h 755842"/>
              <a:gd name="connsiteX2" fmla="*/ 2574469 w 2961927"/>
              <a:gd name="connsiteY2" fmla="*/ 740344 h 755842"/>
              <a:gd name="connsiteX3" fmla="*/ 278970 w 2961927"/>
              <a:gd name="connsiteY3" fmla="*/ 755842 h 755842"/>
              <a:gd name="connsiteX4" fmla="*/ 0 w 2961927"/>
              <a:gd name="connsiteY4" fmla="*/ 15499 h 755842"/>
              <a:gd name="connsiteX0" fmla="*/ 0 w 2961927"/>
              <a:gd name="connsiteY0" fmla="*/ 15499 h 755842"/>
              <a:gd name="connsiteX1" fmla="*/ 2961927 w 2961927"/>
              <a:gd name="connsiteY1" fmla="*/ 0 h 755842"/>
              <a:gd name="connsiteX2" fmla="*/ 2574469 w 2961927"/>
              <a:gd name="connsiteY2" fmla="*/ 740344 h 755842"/>
              <a:gd name="connsiteX3" fmla="*/ 1 w 2961927"/>
              <a:gd name="connsiteY3" fmla="*/ 755842 h 755842"/>
              <a:gd name="connsiteX4" fmla="*/ 0 w 2961927"/>
              <a:gd name="connsiteY4" fmla="*/ 15499 h 755842"/>
              <a:gd name="connsiteX0" fmla="*/ 0 w 2961927"/>
              <a:gd name="connsiteY0" fmla="*/ 15499 h 740344"/>
              <a:gd name="connsiteX1" fmla="*/ 2961927 w 2961927"/>
              <a:gd name="connsiteY1" fmla="*/ 0 h 740344"/>
              <a:gd name="connsiteX2" fmla="*/ 2574469 w 2961927"/>
              <a:gd name="connsiteY2" fmla="*/ 740344 h 740344"/>
              <a:gd name="connsiteX3" fmla="*/ 1 w 2961927"/>
              <a:gd name="connsiteY3" fmla="*/ 709347 h 740344"/>
              <a:gd name="connsiteX4" fmla="*/ 0 w 2961927"/>
              <a:gd name="connsiteY4" fmla="*/ 15499 h 740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1927" h="740344">
                <a:moveTo>
                  <a:pt x="0" y="15499"/>
                </a:moveTo>
                <a:lnTo>
                  <a:pt x="2961927" y="0"/>
                </a:lnTo>
                <a:lnTo>
                  <a:pt x="2574469" y="740344"/>
                </a:lnTo>
                <a:lnTo>
                  <a:pt x="1" y="709347"/>
                </a:lnTo>
                <a:cubicBezTo>
                  <a:pt x="1" y="462566"/>
                  <a:pt x="0" y="262280"/>
                  <a:pt x="0" y="15499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41662" y="5530006"/>
            <a:ext cx="50576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学校教育、家庭教育，都没有告诉我们，我们真正是谁，也没有教我们</a:t>
            </a:r>
            <a:r>
              <a:rPr lang="zh-CN" altLang="en-US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如何从内在汲取自己的力量，而不是靠外在的认同和肯定！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00131" flipH="1">
            <a:off x="1165343" y="1337882"/>
            <a:ext cx="3121511" cy="31215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761251" y="2216407"/>
            <a:ext cx="2826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 为什么会出现角色扮演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6"/>
          <p:cNvSpPr/>
          <p:nvPr/>
        </p:nvSpPr>
        <p:spPr>
          <a:xfrm flipH="1">
            <a:off x="3697778" y="4653136"/>
            <a:ext cx="2386390" cy="709347"/>
          </a:xfrm>
          <a:custGeom>
            <a:avLst/>
            <a:gdLst>
              <a:gd name="connsiteX0" fmla="*/ 0 w 2682957"/>
              <a:gd name="connsiteY0" fmla="*/ 0 h 755842"/>
              <a:gd name="connsiteX1" fmla="*/ 2682957 w 2682957"/>
              <a:gd name="connsiteY1" fmla="*/ 0 h 755842"/>
              <a:gd name="connsiteX2" fmla="*/ 2682957 w 2682957"/>
              <a:gd name="connsiteY2" fmla="*/ 755842 h 755842"/>
              <a:gd name="connsiteX3" fmla="*/ 0 w 2682957"/>
              <a:gd name="connsiteY3" fmla="*/ 755842 h 755842"/>
              <a:gd name="connsiteX4" fmla="*/ 0 w 2682957"/>
              <a:gd name="connsiteY4" fmla="*/ 0 h 755842"/>
              <a:gd name="connsiteX0" fmla="*/ 0 w 2698456"/>
              <a:gd name="connsiteY0" fmla="*/ 15499 h 755842"/>
              <a:gd name="connsiteX1" fmla="*/ 2698456 w 2698456"/>
              <a:gd name="connsiteY1" fmla="*/ 0 h 755842"/>
              <a:gd name="connsiteX2" fmla="*/ 2698456 w 2698456"/>
              <a:gd name="connsiteY2" fmla="*/ 755842 h 755842"/>
              <a:gd name="connsiteX3" fmla="*/ 15499 w 2698456"/>
              <a:gd name="connsiteY3" fmla="*/ 755842 h 755842"/>
              <a:gd name="connsiteX4" fmla="*/ 0 w 2698456"/>
              <a:gd name="connsiteY4" fmla="*/ 15499 h 755842"/>
              <a:gd name="connsiteX0" fmla="*/ 0 w 2698456"/>
              <a:gd name="connsiteY0" fmla="*/ 15499 h 755842"/>
              <a:gd name="connsiteX1" fmla="*/ 2698456 w 2698456"/>
              <a:gd name="connsiteY1" fmla="*/ 0 h 755842"/>
              <a:gd name="connsiteX2" fmla="*/ 2310998 w 2698456"/>
              <a:gd name="connsiteY2" fmla="*/ 740344 h 755842"/>
              <a:gd name="connsiteX3" fmla="*/ 15499 w 2698456"/>
              <a:gd name="connsiteY3" fmla="*/ 755842 h 755842"/>
              <a:gd name="connsiteX4" fmla="*/ 0 w 2698456"/>
              <a:gd name="connsiteY4" fmla="*/ 15499 h 755842"/>
              <a:gd name="connsiteX0" fmla="*/ 0 w 2961927"/>
              <a:gd name="connsiteY0" fmla="*/ 15499 h 755842"/>
              <a:gd name="connsiteX1" fmla="*/ 2961927 w 2961927"/>
              <a:gd name="connsiteY1" fmla="*/ 0 h 755842"/>
              <a:gd name="connsiteX2" fmla="*/ 2574469 w 2961927"/>
              <a:gd name="connsiteY2" fmla="*/ 740344 h 755842"/>
              <a:gd name="connsiteX3" fmla="*/ 278970 w 2961927"/>
              <a:gd name="connsiteY3" fmla="*/ 755842 h 755842"/>
              <a:gd name="connsiteX4" fmla="*/ 0 w 2961927"/>
              <a:gd name="connsiteY4" fmla="*/ 15499 h 755842"/>
              <a:gd name="connsiteX0" fmla="*/ 0 w 2961927"/>
              <a:gd name="connsiteY0" fmla="*/ 15499 h 755842"/>
              <a:gd name="connsiteX1" fmla="*/ 2961927 w 2961927"/>
              <a:gd name="connsiteY1" fmla="*/ 0 h 755842"/>
              <a:gd name="connsiteX2" fmla="*/ 2574469 w 2961927"/>
              <a:gd name="connsiteY2" fmla="*/ 740344 h 755842"/>
              <a:gd name="connsiteX3" fmla="*/ 1 w 2961927"/>
              <a:gd name="connsiteY3" fmla="*/ 755842 h 755842"/>
              <a:gd name="connsiteX4" fmla="*/ 0 w 2961927"/>
              <a:gd name="connsiteY4" fmla="*/ 15499 h 755842"/>
              <a:gd name="connsiteX0" fmla="*/ 0 w 2961927"/>
              <a:gd name="connsiteY0" fmla="*/ 15499 h 740344"/>
              <a:gd name="connsiteX1" fmla="*/ 2961927 w 2961927"/>
              <a:gd name="connsiteY1" fmla="*/ 0 h 740344"/>
              <a:gd name="connsiteX2" fmla="*/ 2574469 w 2961927"/>
              <a:gd name="connsiteY2" fmla="*/ 740344 h 740344"/>
              <a:gd name="connsiteX3" fmla="*/ 1 w 2961927"/>
              <a:gd name="connsiteY3" fmla="*/ 709347 h 740344"/>
              <a:gd name="connsiteX4" fmla="*/ 0 w 2961927"/>
              <a:gd name="connsiteY4" fmla="*/ 15499 h 740344"/>
              <a:gd name="connsiteX0" fmla="*/ 0 w 2961927"/>
              <a:gd name="connsiteY0" fmla="*/ 15499 h 709347"/>
              <a:gd name="connsiteX1" fmla="*/ 2961927 w 2961927"/>
              <a:gd name="connsiteY1" fmla="*/ 0 h 709347"/>
              <a:gd name="connsiteX2" fmla="*/ 2574469 w 2961927"/>
              <a:gd name="connsiteY2" fmla="*/ 662852 h 709347"/>
              <a:gd name="connsiteX3" fmla="*/ 1 w 2961927"/>
              <a:gd name="connsiteY3" fmla="*/ 709347 h 709347"/>
              <a:gd name="connsiteX4" fmla="*/ 0 w 2961927"/>
              <a:gd name="connsiteY4" fmla="*/ 15499 h 709347"/>
              <a:gd name="connsiteX0" fmla="*/ 0 w 2961927"/>
              <a:gd name="connsiteY0" fmla="*/ 15499 h 709347"/>
              <a:gd name="connsiteX1" fmla="*/ 2961927 w 2961927"/>
              <a:gd name="connsiteY1" fmla="*/ 0 h 709347"/>
              <a:gd name="connsiteX2" fmla="*/ 2574469 w 2961927"/>
              <a:gd name="connsiteY2" fmla="*/ 709347 h 709347"/>
              <a:gd name="connsiteX3" fmla="*/ 1 w 2961927"/>
              <a:gd name="connsiteY3" fmla="*/ 709347 h 709347"/>
              <a:gd name="connsiteX4" fmla="*/ 0 w 2961927"/>
              <a:gd name="connsiteY4" fmla="*/ 15499 h 709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1927" h="709347">
                <a:moveTo>
                  <a:pt x="0" y="15499"/>
                </a:moveTo>
                <a:lnTo>
                  <a:pt x="2961927" y="0"/>
                </a:lnTo>
                <a:lnTo>
                  <a:pt x="2574469" y="709347"/>
                </a:lnTo>
                <a:lnTo>
                  <a:pt x="1" y="709347"/>
                </a:lnTo>
                <a:cubicBezTo>
                  <a:pt x="1" y="462566"/>
                  <a:pt x="0" y="262280"/>
                  <a:pt x="0" y="15499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99869">
            <a:off x="5445866" y="4002178"/>
            <a:ext cx="3121511" cy="312151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51920" y="4880133"/>
            <a:ext cx="2826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 谁赋予了这些角色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59832" y="2185411"/>
            <a:ext cx="1080120" cy="400110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effectLst>
                  <a:reflection blurRad="6350" stA="55000" endA="300" endPos="45500" dir="5400000" sy="-100000" algn="bl" rotWithShape="0"/>
                </a:effectLst>
                <a:latin typeface="微软雅黑" pitchFamily="34" charset="-122"/>
                <a:ea typeface="微软雅黑" pitchFamily="34" charset="-122"/>
              </a:rPr>
              <a:t>WHY</a:t>
            </a:r>
            <a:endParaRPr lang="zh-CN" altLang="en-US" sz="2000" b="1" dirty="0">
              <a:effectLst>
                <a:reflection blurRad="6350" stA="55000" endA="300" endPos="45500" dir="5400000" sy="-100000" algn="bl" rotWithShape="0"/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868144" y="4858429"/>
            <a:ext cx="1080120" cy="400110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effectLst>
                  <a:reflection blurRad="6350" stA="55000" endA="300" endPos="45500" dir="5400000" sy="-100000" algn="bl" rotWithShape="0"/>
                </a:effectLst>
                <a:latin typeface="微软雅黑" pitchFamily="34" charset="-122"/>
                <a:ea typeface="微软雅黑" pitchFamily="34" charset="-122"/>
              </a:rPr>
              <a:t>WHO</a:t>
            </a:r>
            <a:endParaRPr lang="zh-CN" altLang="en-US" sz="2000" b="1" dirty="0">
              <a:effectLst>
                <a:reflection blurRad="6350" stA="55000" endA="300" endPos="45500" dir="5400000" sy="-100000" algn="bl" rotWithShape="0"/>
              </a:effectLst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36548" y="4437112"/>
            <a:ext cx="875813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9444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5"/>
          <p:cNvSpPr/>
          <p:nvPr/>
        </p:nvSpPr>
        <p:spPr>
          <a:xfrm>
            <a:off x="383638" y="13231"/>
            <a:ext cx="8769863" cy="6840000"/>
          </a:xfrm>
          <a:custGeom>
            <a:avLst/>
            <a:gdLst>
              <a:gd name="connsiteX0" fmla="*/ 0 w 7823276"/>
              <a:gd name="connsiteY0" fmla="*/ 0 h 6098747"/>
              <a:gd name="connsiteX1" fmla="*/ 7823276 w 7823276"/>
              <a:gd name="connsiteY1" fmla="*/ 0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23276"/>
              <a:gd name="connsiteY0" fmla="*/ 0 h 6098747"/>
              <a:gd name="connsiteX1" fmla="*/ 7823276 w 7823276"/>
              <a:gd name="connsiteY1" fmla="*/ 281354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281354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0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76030"/>
              <a:gd name="connsiteY0" fmla="*/ 0 h 6098747"/>
              <a:gd name="connsiteX1" fmla="*/ 7823276 w 7876030"/>
              <a:gd name="connsiteY1" fmla="*/ 0 h 6098747"/>
              <a:gd name="connsiteX2" fmla="*/ 7876030 w 7876030"/>
              <a:gd name="connsiteY2" fmla="*/ 6063578 h 6098747"/>
              <a:gd name="connsiteX3" fmla="*/ 0 w 7876030"/>
              <a:gd name="connsiteY3" fmla="*/ 6098747 h 6098747"/>
              <a:gd name="connsiteX4" fmla="*/ 0 w 7876030"/>
              <a:gd name="connsiteY4" fmla="*/ 0 h 6098747"/>
              <a:gd name="connsiteX0" fmla="*/ 0 w 7876030"/>
              <a:gd name="connsiteY0" fmla="*/ 0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0 w 7876030"/>
              <a:gd name="connsiteY4" fmla="*/ 0 h 6116332"/>
              <a:gd name="connsiteX0" fmla="*/ 344277 w 7876030"/>
              <a:gd name="connsiteY0" fmla="*/ 14937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876030"/>
              <a:gd name="connsiteY0" fmla="*/ 14937 h 6116332"/>
              <a:gd name="connsiteX1" fmla="*/ 7449062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486847"/>
              <a:gd name="connsiteY0" fmla="*/ 14937 h 6098747"/>
              <a:gd name="connsiteX1" fmla="*/ 7449062 w 7486847"/>
              <a:gd name="connsiteY1" fmla="*/ 0 h 6098747"/>
              <a:gd name="connsiteX2" fmla="*/ 7486847 w 7486847"/>
              <a:gd name="connsiteY2" fmla="*/ 6071518 h 6098747"/>
              <a:gd name="connsiteX3" fmla="*/ 0 w 7486847"/>
              <a:gd name="connsiteY3" fmla="*/ 6098747 h 6098747"/>
              <a:gd name="connsiteX4" fmla="*/ 344277 w 7486847"/>
              <a:gd name="connsiteY4" fmla="*/ 14937 h 6098747"/>
              <a:gd name="connsiteX0" fmla="*/ 0 w 7142570"/>
              <a:gd name="connsiteY0" fmla="*/ 14937 h 6128624"/>
              <a:gd name="connsiteX1" fmla="*/ 7104785 w 7142570"/>
              <a:gd name="connsiteY1" fmla="*/ 0 h 6128624"/>
              <a:gd name="connsiteX2" fmla="*/ 7142570 w 7142570"/>
              <a:gd name="connsiteY2" fmla="*/ 6071518 h 6128624"/>
              <a:gd name="connsiteX3" fmla="*/ 29937 w 7142570"/>
              <a:gd name="connsiteY3" fmla="*/ 6128624 h 6128624"/>
              <a:gd name="connsiteX4" fmla="*/ 0 w 7142570"/>
              <a:gd name="connsiteY4" fmla="*/ 14937 h 6128624"/>
              <a:gd name="connsiteX0" fmla="*/ 0 w 7142570"/>
              <a:gd name="connsiteY0" fmla="*/ 14937 h 6071518"/>
              <a:gd name="connsiteX1" fmla="*/ 7104785 w 7142570"/>
              <a:gd name="connsiteY1" fmla="*/ 0 h 6071518"/>
              <a:gd name="connsiteX2" fmla="*/ 7142570 w 7142570"/>
              <a:gd name="connsiteY2" fmla="*/ 6071518 h 6071518"/>
              <a:gd name="connsiteX3" fmla="*/ 44906 w 7142570"/>
              <a:gd name="connsiteY3" fmla="*/ 5721119 h 6071518"/>
              <a:gd name="connsiteX4" fmla="*/ 0 w 7142570"/>
              <a:gd name="connsiteY4" fmla="*/ 14937 h 6071518"/>
              <a:gd name="connsiteX0" fmla="*/ 0 w 7142570"/>
              <a:gd name="connsiteY0" fmla="*/ 0 h 6056581"/>
              <a:gd name="connsiteX1" fmla="*/ 7059880 w 7142570"/>
              <a:gd name="connsiteY1" fmla="*/ 47756 h 6056581"/>
              <a:gd name="connsiteX2" fmla="*/ 7142570 w 7142570"/>
              <a:gd name="connsiteY2" fmla="*/ 6056581 h 6056581"/>
              <a:gd name="connsiteX3" fmla="*/ 44906 w 7142570"/>
              <a:gd name="connsiteY3" fmla="*/ 5706182 h 6056581"/>
              <a:gd name="connsiteX4" fmla="*/ 0 w 7142570"/>
              <a:gd name="connsiteY4" fmla="*/ 0 h 6056581"/>
              <a:gd name="connsiteX0" fmla="*/ 0 w 7127601"/>
              <a:gd name="connsiteY0" fmla="*/ 0 h 5706182"/>
              <a:gd name="connsiteX1" fmla="*/ 7059880 w 7127601"/>
              <a:gd name="connsiteY1" fmla="*/ 47756 h 5706182"/>
              <a:gd name="connsiteX2" fmla="*/ 7127601 w 7127601"/>
              <a:gd name="connsiteY2" fmla="*/ 5680423 h 5706182"/>
              <a:gd name="connsiteX3" fmla="*/ 44906 w 7127601"/>
              <a:gd name="connsiteY3" fmla="*/ 5706182 h 5706182"/>
              <a:gd name="connsiteX4" fmla="*/ 0 w 7127601"/>
              <a:gd name="connsiteY4" fmla="*/ 0 h 5706182"/>
              <a:gd name="connsiteX0" fmla="*/ 0 w 7464105"/>
              <a:gd name="connsiteY0" fmla="*/ 0 h 5706182"/>
              <a:gd name="connsiteX1" fmla="*/ 7464032 w 7464105"/>
              <a:gd name="connsiteY1" fmla="*/ 126123 h 5706182"/>
              <a:gd name="connsiteX2" fmla="*/ 7127601 w 7464105"/>
              <a:gd name="connsiteY2" fmla="*/ 5680423 h 5706182"/>
              <a:gd name="connsiteX3" fmla="*/ 44906 w 7464105"/>
              <a:gd name="connsiteY3" fmla="*/ 5706182 h 5706182"/>
              <a:gd name="connsiteX4" fmla="*/ 0 w 7464105"/>
              <a:gd name="connsiteY4" fmla="*/ 0 h 5706182"/>
              <a:gd name="connsiteX0" fmla="*/ 0 w 7465177"/>
              <a:gd name="connsiteY0" fmla="*/ 0 h 5706182"/>
              <a:gd name="connsiteX1" fmla="*/ 7464032 w 7465177"/>
              <a:gd name="connsiteY1" fmla="*/ 126123 h 5706182"/>
              <a:gd name="connsiteX2" fmla="*/ 7456910 w 7465177"/>
              <a:gd name="connsiteY2" fmla="*/ 5555037 h 5706182"/>
              <a:gd name="connsiteX3" fmla="*/ 44906 w 7465177"/>
              <a:gd name="connsiteY3" fmla="*/ 5706182 h 5706182"/>
              <a:gd name="connsiteX4" fmla="*/ 0 w 7465177"/>
              <a:gd name="connsiteY4" fmla="*/ 0 h 5706182"/>
              <a:gd name="connsiteX0" fmla="*/ 0 w 7465177"/>
              <a:gd name="connsiteY0" fmla="*/ 0 h 5706182"/>
              <a:gd name="connsiteX1" fmla="*/ 7464032 w 7465177"/>
              <a:gd name="connsiteY1" fmla="*/ 298528 h 5706182"/>
              <a:gd name="connsiteX2" fmla="*/ 7456910 w 7465177"/>
              <a:gd name="connsiteY2" fmla="*/ 5555037 h 5706182"/>
              <a:gd name="connsiteX3" fmla="*/ 44906 w 7465177"/>
              <a:gd name="connsiteY3" fmla="*/ 5706182 h 5706182"/>
              <a:gd name="connsiteX4" fmla="*/ 0 w 7465177"/>
              <a:gd name="connsiteY4" fmla="*/ 0 h 5706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177" h="5706182">
                <a:moveTo>
                  <a:pt x="0" y="0"/>
                </a:moveTo>
                <a:lnTo>
                  <a:pt x="7464032" y="298528"/>
                </a:lnTo>
                <a:cubicBezTo>
                  <a:pt x="7469894" y="2208351"/>
                  <a:pt x="7451048" y="3645214"/>
                  <a:pt x="7456910" y="5555037"/>
                </a:cubicBezTo>
                <a:lnTo>
                  <a:pt x="44906" y="5706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4" name="矩形 5"/>
          <p:cNvSpPr/>
          <p:nvPr/>
        </p:nvSpPr>
        <p:spPr>
          <a:xfrm>
            <a:off x="-1" y="0"/>
            <a:ext cx="440060" cy="6858000"/>
          </a:xfrm>
          <a:custGeom>
            <a:avLst/>
            <a:gdLst>
              <a:gd name="connsiteX0" fmla="*/ 0 w 648072"/>
              <a:gd name="connsiteY0" fmla="*/ 0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752528 h 4752528"/>
              <a:gd name="connsiteX4" fmla="*/ 0 w 648072"/>
              <a:gd name="connsiteY4" fmla="*/ 0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752528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647596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586909 h 4752528"/>
              <a:gd name="connsiteX4" fmla="*/ 0 w 678053"/>
              <a:gd name="connsiteY4" fmla="*/ 194872 h 4752528"/>
              <a:gd name="connsiteX0" fmla="*/ 22127 w 648072"/>
              <a:gd name="connsiteY0" fmla="*/ 255559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586909 h 4752528"/>
              <a:gd name="connsiteX4" fmla="*/ 22127 w 648072"/>
              <a:gd name="connsiteY4" fmla="*/ 255559 h 4752528"/>
              <a:gd name="connsiteX0" fmla="*/ 0 w 652000"/>
              <a:gd name="connsiteY0" fmla="*/ 255559 h 4752528"/>
              <a:gd name="connsiteX1" fmla="*/ 652000 w 652000"/>
              <a:gd name="connsiteY1" fmla="*/ 0 h 4752528"/>
              <a:gd name="connsiteX2" fmla="*/ 652000 w 652000"/>
              <a:gd name="connsiteY2" fmla="*/ 4752528 h 4752528"/>
              <a:gd name="connsiteX3" fmla="*/ 3928 w 652000"/>
              <a:gd name="connsiteY3" fmla="*/ 4586909 h 4752528"/>
              <a:gd name="connsiteX4" fmla="*/ 0 w 652000"/>
              <a:gd name="connsiteY4" fmla="*/ 255559 h 4752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000" h="4752528">
                <a:moveTo>
                  <a:pt x="0" y="255559"/>
                </a:moveTo>
                <a:lnTo>
                  <a:pt x="652000" y="0"/>
                </a:lnTo>
                <a:lnTo>
                  <a:pt x="652000" y="4752528"/>
                </a:lnTo>
                <a:lnTo>
                  <a:pt x="3928" y="4586909"/>
                </a:lnTo>
                <a:cubicBezTo>
                  <a:pt x="2619" y="3143126"/>
                  <a:pt x="1309" y="1699342"/>
                  <a:pt x="0" y="255559"/>
                </a:cubicBezTo>
                <a:close/>
              </a:path>
            </a:pathLst>
          </a:custGeom>
          <a:solidFill>
            <a:srgbClr val="B88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-35170" y="1779086"/>
            <a:ext cx="457644" cy="173992"/>
          </a:xfrm>
          <a:prstGeom prst="line">
            <a:avLst/>
          </a:prstGeom>
          <a:ln w="127000" cmpd="thinThick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24815" y="1766146"/>
            <a:ext cx="8769863" cy="9216"/>
          </a:xfrm>
          <a:prstGeom prst="line">
            <a:avLst/>
          </a:prstGeom>
          <a:ln w="127000" cmpd="thickThin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67544" y="-315415"/>
            <a:ext cx="230425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800" dirty="0" smtClean="0">
                <a:latin typeface="★懐流体" pitchFamily="2" charset="-128"/>
                <a:ea typeface="★懐流体" pitchFamily="2" charset="-128"/>
              </a:rPr>
              <a:t>R</a:t>
            </a:r>
            <a:endParaRPr lang="zh-CN" altLang="en-US" sz="13800" dirty="0">
              <a:latin typeface="★懐流体" pitchFamily="2" charset="-128"/>
              <a:ea typeface="★懐流体" pitchFamily="2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59632" y="1072985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方正综艺简体" pitchFamily="65" charset="-122"/>
                <a:ea typeface="方正综艺简体" pitchFamily="65" charset="-122"/>
              </a:rPr>
              <a:t>角色扮演</a:t>
            </a:r>
            <a:endParaRPr lang="zh-CN" altLang="en-US" sz="3200" dirty="0">
              <a:solidFill>
                <a:schemeClr val="bg1"/>
              </a:solidFill>
              <a:latin typeface="方正综艺简体" pitchFamily="65" charset="-122"/>
              <a:ea typeface="方正综艺简体" pitchFamily="65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 rot="10800000" flipV="1">
            <a:off x="2957344" y="908720"/>
            <a:ext cx="9361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 smtClean="0">
                <a:latin typeface="★懐流体" pitchFamily="2" charset="-128"/>
                <a:ea typeface="★懐流体" pitchFamily="2" charset="-128"/>
              </a:rPr>
              <a:t>ole</a:t>
            </a:r>
            <a:endParaRPr lang="zh-CN" altLang="en-US" sz="4400" dirty="0">
              <a:latin typeface="★懐流体" pitchFamily="2" charset="-128"/>
              <a:ea typeface="★懐流体" pitchFamily="2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79912" y="1212250"/>
            <a:ext cx="540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觉察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看见自己的真实面目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428" b="85354" l="977" r="9765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077"/>
          <a:stretch/>
        </p:blipFill>
        <p:spPr>
          <a:xfrm>
            <a:off x="3419872" y="4725144"/>
            <a:ext cx="3080684" cy="1696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35696" y="2344812"/>
            <a:ext cx="59046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看到自己认同于某样东西，也许没办法立刻放下。但是如果能彻底了解自己认同的那些东西，其实不是你，也不是属于你的，你就有可能从这个外景追逐的噩梦中醒来。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75656" y="5343599"/>
            <a:ext cx="1837522" cy="749697"/>
          </a:xfrm>
          <a:prstGeom prst="rect">
            <a:avLst/>
          </a:prstGeom>
          <a:noFill/>
        </p:spPr>
        <p:txBody>
          <a:bodyPr wrap="square" rtlCol="0">
            <a:prstTxWarp prst="textTriangleInverted">
              <a:avLst/>
            </a:prstTxWarp>
            <a:spAutoFit/>
          </a:bodyPr>
          <a:lstStyle/>
          <a:p>
            <a:r>
              <a:rPr lang="zh-CN" altLang="en-US" sz="2800" b="1" dirty="0" smtClean="0">
                <a:latin typeface="微软雅黑" pitchFamily="34" charset="-122"/>
                <a:ea typeface="微软雅黑" pitchFamily="34" charset="-122"/>
              </a:rPr>
              <a:t>决  心</a:t>
            </a:r>
            <a:endParaRPr lang="zh-CN" altLang="en-US" sz="28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56176" y="5343599"/>
            <a:ext cx="1837522" cy="749697"/>
          </a:xfrm>
          <a:prstGeom prst="rect">
            <a:avLst/>
          </a:prstGeom>
          <a:noFill/>
        </p:spPr>
        <p:txBody>
          <a:bodyPr wrap="square" rtlCol="0">
            <a:prstTxWarp prst="textTriangleInverted">
              <a:avLst/>
            </a:prstTxWarp>
            <a:spAutoFit/>
          </a:bodyPr>
          <a:lstStyle/>
          <a:p>
            <a:r>
              <a:rPr lang="zh-CN" altLang="en-US" sz="2800" b="1" dirty="0" smtClean="0">
                <a:latin typeface="微软雅黑" pitchFamily="34" charset="-122"/>
                <a:ea typeface="微软雅黑" pitchFamily="34" charset="-122"/>
              </a:rPr>
              <a:t>毅 力</a:t>
            </a:r>
            <a:endParaRPr lang="zh-CN" altLang="en-US" sz="2800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9998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5"/>
          <p:cNvSpPr/>
          <p:nvPr/>
        </p:nvSpPr>
        <p:spPr>
          <a:xfrm>
            <a:off x="383638" y="13231"/>
            <a:ext cx="8769863" cy="6840000"/>
          </a:xfrm>
          <a:custGeom>
            <a:avLst/>
            <a:gdLst>
              <a:gd name="connsiteX0" fmla="*/ 0 w 7823276"/>
              <a:gd name="connsiteY0" fmla="*/ 0 h 6098747"/>
              <a:gd name="connsiteX1" fmla="*/ 7823276 w 7823276"/>
              <a:gd name="connsiteY1" fmla="*/ 0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23276"/>
              <a:gd name="connsiteY0" fmla="*/ 0 h 6098747"/>
              <a:gd name="connsiteX1" fmla="*/ 7823276 w 7823276"/>
              <a:gd name="connsiteY1" fmla="*/ 281354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281354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0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76030"/>
              <a:gd name="connsiteY0" fmla="*/ 0 h 6098747"/>
              <a:gd name="connsiteX1" fmla="*/ 7823276 w 7876030"/>
              <a:gd name="connsiteY1" fmla="*/ 0 h 6098747"/>
              <a:gd name="connsiteX2" fmla="*/ 7876030 w 7876030"/>
              <a:gd name="connsiteY2" fmla="*/ 6063578 h 6098747"/>
              <a:gd name="connsiteX3" fmla="*/ 0 w 7876030"/>
              <a:gd name="connsiteY3" fmla="*/ 6098747 h 6098747"/>
              <a:gd name="connsiteX4" fmla="*/ 0 w 7876030"/>
              <a:gd name="connsiteY4" fmla="*/ 0 h 6098747"/>
              <a:gd name="connsiteX0" fmla="*/ 0 w 7876030"/>
              <a:gd name="connsiteY0" fmla="*/ 0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0 w 7876030"/>
              <a:gd name="connsiteY4" fmla="*/ 0 h 6116332"/>
              <a:gd name="connsiteX0" fmla="*/ 344277 w 7876030"/>
              <a:gd name="connsiteY0" fmla="*/ 14937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876030"/>
              <a:gd name="connsiteY0" fmla="*/ 14937 h 6116332"/>
              <a:gd name="connsiteX1" fmla="*/ 7449062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486847"/>
              <a:gd name="connsiteY0" fmla="*/ 14937 h 6098747"/>
              <a:gd name="connsiteX1" fmla="*/ 7449062 w 7486847"/>
              <a:gd name="connsiteY1" fmla="*/ 0 h 6098747"/>
              <a:gd name="connsiteX2" fmla="*/ 7486847 w 7486847"/>
              <a:gd name="connsiteY2" fmla="*/ 6071518 h 6098747"/>
              <a:gd name="connsiteX3" fmla="*/ 0 w 7486847"/>
              <a:gd name="connsiteY3" fmla="*/ 6098747 h 6098747"/>
              <a:gd name="connsiteX4" fmla="*/ 344277 w 7486847"/>
              <a:gd name="connsiteY4" fmla="*/ 14937 h 6098747"/>
              <a:gd name="connsiteX0" fmla="*/ 0 w 7142570"/>
              <a:gd name="connsiteY0" fmla="*/ 14937 h 6128624"/>
              <a:gd name="connsiteX1" fmla="*/ 7104785 w 7142570"/>
              <a:gd name="connsiteY1" fmla="*/ 0 h 6128624"/>
              <a:gd name="connsiteX2" fmla="*/ 7142570 w 7142570"/>
              <a:gd name="connsiteY2" fmla="*/ 6071518 h 6128624"/>
              <a:gd name="connsiteX3" fmla="*/ 29937 w 7142570"/>
              <a:gd name="connsiteY3" fmla="*/ 6128624 h 6128624"/>
              <a:gd name="connsiteX4" fmla="*/ 0 w 7142570"/>
              <a:gd name="connsiteY4" fmla="*/ 14937 h 6128624"/>
              <a:gd name="connsiteX0" fmla="*/ 0 w 7142570"/>
              <a:gd name="connsiteY0" fmla="*/ 14937 h 6071518"/>
              <a:gd name="connsiteX1" fmla="*/ 7104785 w 7142570"/>
              <a:gd name="connsiteY1" fmla="*/ 0 h 6071518"/>
              <a:gd name="connsiteX2" fmla="*/ 7142570 w 7142570"/>
              <a:gd name="connsiteY2" fmla="*/ 6071518 h 6071518"/>
              <a:gd name="connsiteX3" fmla="*/ 44906 w 7142570"/>
              <a:gd name="connsiteY3" fmla="*/ 5721119 h 6071518"/>
              <a:gd name="connsiteX4" fmla="*/ 0 w 7142570"/>
              <a:gd name="connsiteY4" fmla="*/ 14937 h 6071518"/>
              <a:gd name="connsiteX0" fmla="*/ 0 w 7142570"/>
              <a:gd name="connsiteY0" fmla="*/ 0 h 6056581"/>
              <a:gd name="connsiteX1" fmla="*/ 7059880 w 7142570"/>
              <a:gd name="connsiteY1" fmla="*/ 47756 h 6056581"/>
              <a:gd name="connsiteX2" fmla="*/ 7142570 w 7142570"/>
              <a:gd name="connsiteY2" fmla="*/ 6056581 h 6056581"/>
              <a:gd name="connsiteX3" fmla="*/ 44906 w 7142570"/>
              <a:gd name="connsiteY3" fmla="*/ 5706182 h 6056581"/>
              <a:gd name="connsiteX4" fmla="*/ 0 w 7142570"/>
              <a:gd name="connsiteY4" fmla="*/ 0 h 6056581"/>
              <a:gd name="connsiteX0" fmla="*/ 0 w 7127601"/>
              <a:gd name="connsiteY0" fmla="*/ 0 h 5706182"/>
              <a:gd name="connsiteX1" fmla="*/ 7059880 w 7127601"/>
              <a:gd name="connsiteY1" fmla="*/ 47756 h 5706182"/>
              <a:gd name="connsiteX2" fmla="*/ 7127601 w 7127601"/>
              <a:gd name="connsiteY2" fmla="*/ 5680423 h 5706182"/>
              <a:gd name="connsiteX3" fmla="*/ 44906 w 7127601"/>
              <a:gd name="connsiteY3" fmla="*/ 5706182 h 5706182"/>
              <a:gd name="connsiteX4" fmla="*/ 0 w 7127601"/>
              <a:gd name="connsiteY4" fmla="*/ 0 h 5706182"/>
              <a:gd name="connsiteX0" fmla="*/ 0 w 7464105"/>
              <a:gd name="connsiteY0" fmla="*/ 0 h 5706182"/>
              <a:gd name="connsiteX1" fmla="*/ 7464032 w 7464105"/>
              <a:gd name="connsiteY1" fmla="*/ 126123 h 5706182"/>
              <a:gd name="connsiteX2" fmla="*/ 7127601 w 7464105"/>
              <a:gd name="connsiteY2" fmla="*/ 5680423 h 5706182"/>
              <a:gd name="connsiteX3" fmla="*/ 44906 w 7464105"/>
              <a:gd name="connsiteY3" fmla="*/ 5706182 h 5706182"/>
              <a:gd name="connsiteX4" fmla="*/ 0 w 7464105"/>
              <a:gd name="connsiteY4" fmla="*/ 0 h 5706182"/>
              <a:gd name="connsiteX0" fmla="*/ 0 w 7465177"/>
              <a:gd name="connsiteY0" fmla="*/ 0 h 5706182"/>
              <a:gd name="connsiteX1" fmla="*/ 7464032 w 7465177"/>
              <a:gd name="connsiteY1" fmla="*/ 126123 h 5706182"/>
              <a:gd name="connsiteX2" fmla="*/ 7456910 w 7465177"/>
              <a:gd name="connsiteY2" fmla="*/ 5555037 h 5706182"/>
              <a:gd name="connsiteX3" fmla="*/ 44906 w 7465177"/>
              <a:gd name="connsiteY3" fmla="*/ 5706182 h 5706182"/>
              <a:gd name="connsiteX4" fmla="*/ 0 w 7465177"/>
              <a:gd name="connsiteY4" fmla="*/ 0 h 5706182"/>
              <a:gd name="connsiteX0" fmla="*/ 0 w 7465177"/>
              <a:gd name="connsiteY0" fmla="*/ 0 h 5706182"/>
              <a:gd name="connsiteX1" fmla="*/ 7464032 w 7465177"/>
              <a:gd name="connsiteY1" fmla="*/ 298528 h 5706182"/>
              <a:gd name="connsiteX2" fmla="*/ 7456910 w 7465177"/>
              <a:gd name="connsiteY2" fmla="*/ 5555037 h 5706182"/>
              <a:gd name="connsiteX3" fmla="*/ 44906 w 7465177"/>
              <a:gd name="connsiteY3" fmla="*/ 5706182 h 5706182"/>
              <a:gd name="connsiteX4" fmla="*/ 0 w 7465177"/>
              <a:gd name="connsiteY4" fmla="*/ 0 h 5706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177" h="5706182">
                <a:moveTo>
                  <a:pt x="0" y="0"/>
                </a:moveTo>
                <a:lnTo>
                  <a:pt x="7464032" y="298528"/>
                </a:lnTo>
                <a:cubicBezTo>
                  <a:pt x="7469894" y="2208351"/>
                  <a:pt x="7451048" y="3645214"/>
                  <a:pt x="7456910" y="5555037"/>
                </a:cubicBezTo>
                <a:lnTo>
                  <a:pt x="44906" y="5706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4" name="矩形 5"/>
          <p:cNvSpPr/>
          <p:nvPr/>
        </p:nvSpPr>
        <p:spPr>
          <a:xfrm>
            <a:off x="-1" y="0"/>
            <a:ext cx="440060" cy="6858000"/>
          </a:xfrm>
          <a:custGeom>
            <a:avLst/>
            <a:gdLst>
              <a:gd name="connsiteX0" fmla="*/ 0 w 648072"/>
              <a:gd name="connsiteY0" fmla="*/ 0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752528 h 4752528"/>
              <a:gd name="connsiteX4" fmla="*/ 0 w 648072"/>
              <a:gd name="connsiteY4" fmla="*/ 0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752528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647596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586909 h 4752528"/>
              <a:gd name="connsiteX4" fmla="*/ 0 w 678053"/>
              <a:gd name="connsiteY4" fmla="*/ 194872 h 4752528"/>
              <a:gd name="connsiteX0" fmla="*/ 22127 w 648072"/>
              <a:gd name="connsiteY0" fmla="*/ 255559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586909 h 4752528"/>
              <a:gd name="connsiteX4" fmla="*/ 22127 w 648072"/>
              <a:gd name="connsiteY4" fmla="*/ 255559 h 4752528"/>
              <a:gd name="connsiteX0" fmla="*/ 0 w 652000"/>
              <a:gd name="connsiteY0" fmla="*/ 255559 h 4752528"/>
              <a:gd name="connsiteX1" fmla="*/ 652000 w 652000"/>
              <a:gd name="connsiteY1" fmla="*/ 0 h 4752528"/>
              <a:gd name="connsiteX2" fmla="*/ 652000 w 652000"/>
              <a:gd name="connsiteY2" fmla="*/ 4752528 h 4752528"/>
              <a:gd name="connsiteX3" fmla="*/ 3928 w 652000"/>
              <a:gd name="connsiteY3" fmla="*/ 4586909 h 4752528"/>
              <a:gd name="connsiteX4" fmla="*/ 0 w 652000"/>
              <a:gd name="connsiteY4" fmla="*/ 255559 h 4752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000" h="4752528">
                <a:moveTo>
                  <a:pt x="0" y="255559"/>
                </a:moveTo>
                <a:lnTo>
                  <a:pt x="652000" y="0"/>
                </a:lnTo>
                <a:lnTo>
                  <a:pt x="652000" y="4752528"/>
                </a:lnTo>
                <a:lnTo>
                  <a:pt x="3928" y="4586909"/>
                </a:lnTo>
                <a:cubicBezTo>
                  <a:pt x="2619" y="3143126"/>
                  <a:pt x="1309" y="1699342"/>
                  <a:pt x="0" y="255559"/>
                </a:cubicBezTo>
                <a:close/>
              </a:path>
            </a:pathLst>
          </a:custGeom>
          <a:solidFill>
            <a:srgbClr val="B88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-35170" y="1700808"/>
            <a:ext cx="457644" cy="173992"/>
          </a:xfrm>
          <a:prstGeom prst="line">
            <a:avLst/>
          </a:prstGeom>
          <a:ln w="127000" cmpd="thinThick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24815" y="1670331"/>
            <a:ext cx="8769863" cy="9216"/>
          </a:xfrm>
          <a:prstGeom prst="line">
            <a:avLst/>
          </a:prstGeom>
          <a:ln w="127000" cmpd="thickThin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/>
        </p:nvSpPr>
        <p:spPr>
          <a:xfrm>
            <a:off x="3016730" y="2254151"/>
            <a:ext cx="4032448" cy="4032448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3341600" y="2577325"/>
            <a:ext cx="3386099" cy="338609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3647634" y="2886561"/>
            <a:ext cx="2772308" cy="277230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3989672" y="3228599"/>
            <a:ext cx="2088232" cy="208823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4277704" y="3515125"/>
            <a:ext cx="1512168" cy="1512168"/>
          </a:xfrm>
          <a:prstGeom prst="ellipse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28" name="闪电形 27"/>
          <p:cNvSpPr/>
          <p:nvPr/>
        </p:nvSpPr>
        <p:spPr>
          <a:xfrm>
            <a:off x="2915816" y="2564422"/>
            <a:ext cx="1961914" cy="1854623"/>
          </a:xfrm>
          <a:prstGeom prst="lightningBol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17723" y="3515125"/>
            <a:ext cx="10624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爱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喜悦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和平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44922" y="5005153"/>
            <a:ext cx="936104" cy="38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身体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744922" y="531292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情绪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44922" y="5647743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思想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492060" y="5939988"/>
            <a:ext cx="1332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角色扮演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44922" y="3246788"/>
            <a:ext cx="936104" cy="38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联结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744922" y="2911439"/>
            <a:ext cx="936104" cy="38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臣服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744922" y="2577325"/>
            <a:ext cx="936104" cy="38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定静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744922" y="2254151"/>
            <a:ext cx="936104" cy="38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察觉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4542492" y="2321256"/>
            <a:ext cx="232474" cy="1270861"/>
          </a:xfrm>
          <a:custGeom>
            <a:avLst/>
            <a:gdLst>
              <a:gd name="connsiteX0" fmla="*/ 0 w 232474"/>
              <a:gd name="connsiteY0" fmla="*/ 0 h 1270861"/>
              <a:gd name="connsiteX1" fmla="*/ 216976 w 232474"/>
              <a:gd name="connsiteY1" fmla="*/ 216976 h 1270861"/>
              <a:gd name="connsiteX2" fmla="*/ 15498 w 232474"/>
              <a:gd name="connsiteY2" fmla="*/ 387457 h 1270861"/>
              <a:gd name="connsiteX3" fmla="*/ 232474 w 232474"/>
              <a:gd name="connsiteY3" fmla="*/ 542440 h 1270861"/>
              <a:gd name="connsiteX4" fmla="*/ 30996 w 232474"/>
              <a:gd name="connsiteY4" fmla="*/ 650928 h 1270861"/>
              <a:gd name="connsiteX5" fmla="*/ 216976 w 232474"/>
              <a:gd name="connsiteY5" fmla="*/ 836908 h 1270861"/>
              <a:gd name="connsiteX6" fmla="*/ 46495 w 232474"/>
              <a:gd name="connsiteY6" fmla="*/ 960894 h 1270861"/>
              <a:gd name="connsiteX7" fmla="*/ 154983 w 232474"/>
              <a:gd name="connsiteY7" fmla="*/ 1084881 h 1270861"/>
              <a:gd name="connsiteX8" fmla="*/ 77491 w 232474"/>
              <a:gd name="connsiteY8" fmla="*/ 1239864 h 1270861"/>
              <a:gd name="connsiteX9" fmla="*/ 201478 w 232474"/>
              <a:gd name="connsiteY9" fmla="*/ 1270861 h 1270861"/>
              <a:gd name="connsiteX10" fmla="*/ 201478 w 232474"/>
              <a:gd name="connsiteY10" fmla="*/ 1270861 h 1270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2474" h="1270861">
                <a:moveTo>
                  <a:pt x="0" y="0"/>
                </a:moveTo>
                <a:lnTo>
                  <a:pt x="216976" y="216976"/>
                </a:lnTo>
                <a:lnTo>
                  <a:pt x="15498" y="387457"/>
                </a:lnTo>
                <a:lnTo>
                  <a:pt x="232474" y="542440"/>
                </a:lnTo>
                <a:lnTo>
                  <a:pt x="30996" y="650928"/>
                </a:lnTo>
                <a:lnTo>
                  <a:pt x="216976" y="836908"/>
                </a:lnTo>
                <a:lnTo>
                  <a:pt x="46495" y="960894"/>
                </a:lnTo>
                <a:lnTo>
                  <a:pt x="154983" y="1084881"/>
                </a:lnTo>
                <a:lnTo>
                  <a:pt x="77491" y="1239864"/>
                </a:lnTo>
                <a:lnTo>
                  <a:pt x="201478" y="1270861"/>
                </a:lnTo>
                <a:lnTo>
                  <a:pt x="201478" y="1270861"/>
                </a:lnTo>
              </a:path>
            </a:pathLst>
          </a:cu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/>
        </p:nvSpPr>
        <p:spPr>
          <a:xfrm flipH="1">
            <a:off x="5392994" y="2360658"/>
            <a:ext cx="232474" cy="1270861"/>
          </a:xfrm>
          <a:custGeom>
            <a:avLst/>
            <a:gdLst>
              <a:gd name="connsiteX0" fmla="*/ 0 w 232474"/>
              <a:gd name="connsiteY0" fmla="*/ 0 h 1270861"/>
              <a:gd name="connsiteX1" fmla="*/ 216976 w 232474"/>
              <a:gd name="connsiteY1" fmla="*/ 216976 h 1270861"/>
              <a:gd name="connsiteX2" fmla="*/ 15498 w 232474"/>
              <a:gd name="connsiteY2" fmla="*/ 387457 h 1270861"/>
              <a:gd name="connsiteX3" fmla="*/ 232474 w 232474"/>
              <a:gd name="connsiteY3" fmla="*/ 542440 h 1270861"/>
              <a:gd name="connsiteX4" fmla="*/ 30996 w 232474"/>
              <a:gd name="connsiteY4" fmla="*/ 650928 h 1270861"/>
              <a:gd name="connsiteX5" fmla="*/ 216976 w 232474"/>
              <a:gd name="connsiteY5" fmla="*/ 836908 h 1270861"/>
              <a:gd name="connsiteX6" fmla="*/ 46495 w 232474"/>
              <a:gd name="connsiteY6" fmla="*/ 960894 h 1270861"/>
              <a:gd name="connsiteX7" fmla="*/ 154983 w 232474"/>
              <a:gd name="connsiteY7" fmla="*/ 1084881 h 1270861"/>
              <a:gd name="connsiteX8" fmla="*/ 77491 w 232474"/>
              <a:gd name="connsiteY8" fmla="*/ 1239864 h 1270861"/>
              <a:gd name="connsiteX9" fmla="*/ 201478 w 232474"/>
              <a:gd name="connsiteY9" fmla="*/ 1270861 h 1270861"/>
              <a:gd name="connsiteX10" fmla="*/ 201478 w 232474"/>
              <a:gd name="connsiteY10" fmla="*/ 1270861 h 1270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2474" h="1270861">
                <a:moveTo>
                  <a:pt x="0" y="0"/>
                </a:moveTo>
                <a:lnTo>
                  <a:pt x="216976" y="216976"/>
                </a:lnTo>
                <a:lnTo>
                  <a:pt x="15498" y="387457"/>
                </a:lnTo>
                <a:lnTo>
                  <a:pt x="232474" y="542440"/>
                </a:lnTo>
                <a:lnTo>
                  <a:pt x="30996" y="650928"/>
                </a:lnTo>
                <a:lnTo>
                  <a:pt x="216976" y="836908"/>
                </a:lnTo>
                <a:lnTo>
                  <a:pt x="46495" y="960894"/>
                </a:lnTo>
                <a:lnTo>
                  <a:pt x="154983" y="1084881"/>
                </a:lnTo>
                <a:lnTo>
                  <a:pt x="77491" y="1239864"/>
                </a:lnTo>
                <a:lnTo>
                  <a:pt x="201478" y="1270861"/>
                </a:lnTo>
                <a:lnTo>
                  <a:pt x="201478" y="1270861"/>
                </a:lnTo>
              </a:path>
            </a:pathLst>
          </a:cu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467544" y="-320065"/>
            <a:ext cx="230425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0" dirty="0">
                <a:latin typeface="★懐流体" pitchFamily="2" charset="-128"/>
                <a:ea typeface="★懐流体" pitchFamily="2" charset="-128"/>
              </a:rPr>
              <a:t>W</a:t>
            </a:r>
            <a:endParaRPr lang="zh-CN" altLang="en-US" sz="13000" dirty="0">
              <a:latin typeface="★懐流体" pitchFamily="2" charset="-128"/>
              <a:ea typeface="★懐流体" pitchFamily="2" charset="-128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31640" y="972017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方正综艺简体" pitchFamily="65" charset="-122"/>
                <a:ea typeface="方正综艺简体" pitchFamily="65" charset="-122"/>
              </a:rPr>
              <a:t>胜利者</a:t>
            </a:r>
            <a:endParaRPr lang="zh-CN" altLang="en-US" sz="3200" dirty="0">
              <a:solidFill>
                <a:schemeClr val="bg1"/>
              </a:solidFill>
              <a:latin typeface="方正综艺简体" pitchFamily="65" charset="-122"/>
              <a:ea typeface="方正综艺简体" pitchFamily="65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 rot="10800000" flipV="1">
            <a:off x="2582931" y="859359"/>
            <a:ext cx="17010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 smtClean="0">
                <a:latin typeface="★懐流体" pitchFamily="2" charset="-128"/>
                <a:ea typeface="★懐流体" pitchFamily="2" charset="-128"/>
              </a:rPr>
              <a:t>inner</a:t>
            </a:r>
            <a:endParaRPr lang="zh-CN" altLang="en-US" sz="4400" dirty="0">
              <a:latin typeface="★懐流体" pitchFamily="2" charset="-128"/>
              <a:ea typeface="★懐流体" pitchFamily="2" charset="-128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923928" y="1084674"/>
            <a:ext cx="540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打破层层障碍，展现真我的本质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8816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5"/>
          <p:cNvSpPr/>
          <p:nvPr/>
        </p:nvSpPr>
        <p:spPr>
          <a:xfrm>
            <a:off x="383638" y="13231"/>
            <a:ext cx="8769863" cy="6840000"/>
          </a:xfrm>
          <a:custGeom>
            <a:avLst/>
            <a:gdLst>
              <a:gd name="connsiteX0" fmla="*/ 0 w 7823276"/>
              <a:gd name="connsiteY0" fmla="*/ 0 h 6098747"/>
              <a:gd name="connsiteX1" fmla="*/ 7823276 w 7823276"/>
              <a:gd name="connsiteY1" fmla="*/ 0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23276"/>
              <a:gd name="connsiteY0" fmla="*/ 0 h 6098747"/>
              <a:gd name="connsiteX1" fmla="*/ 7823276 w 7823276"/>
              <a:gd name="connsiteY1" fmla="*/ 281354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281354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0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76030"/>
              <a:gd name="connsiteY0" fmla="*/ 0 h 6098747"/>
              <a:gd name="connsiteX1" fmla="*/ 7823276 w 7876030"/>
              <a:gd name="connsiteY1" fmla="*/ 0 h 6098747"/>
              <a:gd name="connsiteX2" fmla="*/ 7876030 w 7876030"/>
              <a:gd name="connsiteY2" fmla="*/ 6063578 h 6098747"/>
              <a:gd name="connsiteX3" fmla="*/ 0 w 7876030"/>
              <a:gd name="connsiteY3" fmla="*/ 6098747 h 6098747"/>
              <a:gd name="connsiteX4" fmla="*/ 0 w 7876030"/>
              <a:gd name="connsiteY4" fmla="*/ 0 h 6098747"/>
              <a:gd name="connsiteX0" fmla="*/ 0 w 7876030"/>
              <a:gd name="connsiteY0" fmla="*/ 0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0 w 7876030"/>
              <a:gd name="connsiteY4" fmla="*/ 0 h 6116332"/>
              <a:gd name="connsiteX0" fmla="*/ 344277 w 7876030"/>
              <a:gd name="connsiteY0" fmla="*/ 14937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876030"/>
              <a:gd name="connsiteY0" fmla="*/ 14937 h 6116332"/>
              <a:gd name="connsiteX1" fmla="*/ 7449062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486847"/>
              <a:gd name="connsiteY0" fmla="*/ 14937 h 6098747"/>
              <a:gd name="connsiteX1" fmla="*/ 7449062 w 7486847"/>
              <a:gd name="connsiteY1" fmla="*/ 0 h 6098747"/>
              <a:gd name="connsiteX2" fmla="*/ 7486847 w 7486847"/>
              <a:gd name="connsiteY2" fmla="*/ 6071518 h 6098747"/>
              <a:gd name="connsiteX3" fmla="*/ 0 w 7486847"/>
              <a:gd name="connsiteY3" fmla="*/ 6098747 h 6098747"/>
              <a:gd name="connsiteX4" fmla="*/ 344277 w 7486847"/>
              <a:gd name="connsiteY4" fmla="*/ 14937 h 6098747"/>
              <a:gd name="connsiteX0" fmla="*/ 0 w 7142570"/>
              <a:gd name="connsiteY0" fmla="*/ 14937 h 6128624"/>
              <a:gd name="connsiteX1" fmla="*/ 7104785 w 7142570"/>
              <a:gd name="connsiteY1" fmla="*/ 0 h 6128624"/>
              <a:gd name="connsiteX2" fmla="*/ 7142570 w 7142570"/>
              <a:gd name="connsiteY2" fmla="*/ 6071518 h 6128624"/>
              <a:gd name="connsiteX3" fmla="*/ 29937 w 7142570"/>
              <a:gd name="connsiteY3" fmla="*/ 6128624 h 6128624"/>
              <a:gd name="connsiteX4" fmla="*/ 0 w 7142570"/>
              <a:gd name="connsiteY4" fmla="*/ 14937 h 6128624"/>
              <a:gd name="connsiteX0" fmla="*/ 0 w 7142570"/>
              <a:gd name="connsiteY0" fmla="*/ 14937 h 6071518"/>
              <a:gd name="connsiteX1" fmla="*/ 7104785 w 7142570"/>
              <a:gd name="connsiteY1" fmla="*/ 0 h 6071518"/>
              <a:gd name="connsiteX2" fmla="*/ 7142570 w 7142570"/>
              <a:gd name="connsiteY2" fmla="*/ 6071518 h 6071518"/>
              <a:gd name="connsiteX3" fmla="*/ 44906 w 7142570"/>
              <a:gd name="connsiteY3" fmla="*/ 5721119 h 6071518"/>
              <a:gd name="connsiteX4" fmla="*/ 0 w 7142570"/>
              <a:gd name="connsiteY4" fmla="*/ 14937 h 6071518"/>
              <a:gd name="connsiteX0" fmla="*/ 0 w 7142570"/>
              <a:gd name="connsiteY0" fmla="*/ 0 h 6056581"/>
              <a:gd name="connsiteX1" fmla="*/ 7059880 w 7142570"/>
              <a:gd name="connsiteY1" fmla="*/ 47756 h 6056581"/>
              <a:gd name="connsiteX2" fmla="*/ 7142570 w 7142570"/>
              <a:gd name="connsiteY2" fmla="*/ 6056581 h 6056581"/>
              <a:gd name="connsiteX3" fmla="*/ 44906 w 7142570"/>
              <a:gd name="connsiteY3" fmla="*/ 5706182 h 6056581"/>
              <a:gd name="connsiteX4" fmla="*/ 0 w 7142570"/>
              <a:gd name="connsiteY4" fmla="*/ 0 h 6056581"/>
              <a:gd name="connsiteX0" fmla="*/ 0 w 7127601"/>
              <a:gd name="connsiteY0" fmla="*/ 0 h 5706182"/>
              <a:gd name="connsiteX1" fmla="*/ 7059880 w 7127601"/>
              <a:gd name="connsiteY1" fmla="*/ 47756 h 5706182"/>
              <a:gd name="connsiteX2" fmla="*/ 7127601 w 7127601"/>
              <a:gd name="connsiteY2" fmla="*/ 5680423 h 5706182"/>
              <a:gd name="connsiteX3" fmla="*/ 44906 w 7127601"/>
              <a:gd name="connsiteY3" fmla="*/ 5706182 h 5706182"/>
              <a:gd name="connsiteX4" fmla="*/ 0 w 7127601"/>
              <a:gd name="connsiteY4" fmla="*/ 0 h 5706182"/>
              <a:gd name="connsiteX0" fmla="*/ 0 w 7464105"/>
              <a:gd name="connsiteY0" fmla="*/ 0 h 5706182"/>
              <a:gd name="connsiteX1" fmla="*/ 7464032 w 7464105"/>
              <a:gd name="connsiteY1" fmla="*/ 126123 h 5706182"/>
              <a:gd name="connsiteX2" fmla="*/ 7127601 w 7464105"/>
              <a:gd name="connsiteY2" fmla="*/ 5680423 h 5706182"/>
              <a:gd name="connsiteX3" fmla="*/ 44906 w 7464105"/>
              <a:gd name="connsiteY3" fmla="*/ 5706182 h 5706182"/>
              <a:gd name="connsiteX4" fmla="*/ 0 w 7464105"/>
              <a:gd name="connsiteY4" fmla="*/ 0 h 5706182"/>
              <a:gd name="connsiteX0" fmla="*/ 0 w 7465177"/>
              <a:gd name="connsiteY0" fmla="*/ 0 h 5706182"/>
              <a:gd name="connsiteX1" fmla="*/ 7464032 w 7465177"/>
              <a:gd name="connsiteY1" fmla="*/ 126123 h 5706182"/>
              <a:gd name="connsiteX2" fmla="*/ 7456910 w 7465177"/>
              <a:gd name="connsiteY2" fmla="*/ 5555037 h 5706182"/>
              <a:gd name="connsiteX3" fmla="*/ 44906 w 7465177"/>
              <a:gd name="connsiteY3" fmla="*/ 5706182 h 5706182"/>
              <a:gd name="connsiteX4" fmla="*/ 0 w 7465177"/>
              <a:gd name="connsiteY4" fmla="*/ 0 h 5706182"/>
              <a:gd name="connsiteX0" fmla="*/ 0 w 7465177"/>
              <a:gd name="connsiteY0" fmla="*/ 0 h 5706182"/>
              <a:gd name="connsiteX1" fmla="*/ 7464032 w 7465177"/>
              <a:gd name="connsiteY1" fmla="*/ 298528 h 5706182"/>
              <a:gd name="connsiteX2" fmla="*/ 7456910 w 7465177"/>
              <a:gd name="connsiteY2" fmla="*/ 5555037 h 5706182"/>
              <a:gd name="connsiteX3" fmla="*/ 44906 w 7465177"/>
              <a:gd name="connsiteY3" fmla="*/ 5706182 h 5706182"/>
              <a:gd name="connsiteX4" fmla="*/ 0 w 7465177"/>
              <a:gd name="connsiteY4" fmla="*/ 0 h 5706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177" h="5706182">
                <a:moveTo>
                  <a:pt x="0" y="0"/>
                </a:moveTo>
                <a:lnTo>
                  <a:pt x="7464032" y="298528"/>
                </a:lnTo>
                <a:cubicBezTo>
                  <a:pt x="7469894" y="2208351"/>
                  <a:pt x="7451048" y="3645214"/>
                  <a:pt x="7456910" y="5555037"/>
                </a:cubicBezTo>
                <a:lnTo>
                  <a:pt x="44906" y="5706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4" name="矩形 5"/>
          <p:cNvSpPr/>
          <p:nvPr/>
        </p:nvSpPr>
        <p:spPr>
          <a:xfrm>
            <a:off x="-1" y="0"/>
            <a:ext cx="440060" cy="6858000"/>
          </a:xfrm>
          <a:custGeom>
            <a:avLst/>
            <a:gdLst>
              <a:gd name="connsiteX0" fmla="*/ 0 w 648072"/>
              <a:gd name="connsiteY0" fmla="*/ 0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752528 h 4752528"/>
              <a:gd name="connsiteX4" fmla="*/ 0 w 648072"/>
              <a:gd name="connsiteY4" fmla="*/ 0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752528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647596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586909 h 4752528"/>
              <a:gd name="connsiteX4" fmla="*/ 0 w 678053"/>
              <a:gd name="connsiteY4" fmla="*/ 194872 h 4752528"/>
              <a:gd name="connsiteX0" fmla="*/ 22127 w 648072"/>
              <a:gd name="connsiteY0" fmla="*/ 255559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586909 h 4752528"/>
              <a:gd name="connsiteX4" fmla="*/ 22127 w 648072"/>
              <a:gd name="connsiteY4" fmla="*/ 255559 h 4752528"/>
              <a:gd name="connsiteX0" fmla="*/ 0 w 652000"/>
              <a:gd name="connsiteY0" fmla="*/ 255559 h 4752528"/>
              <a:gd name="connsiteX1" fmla="*/ 652000 w 652000"/>
              <a:gd name="connsiteY1" fmla="*/ 0 h 4752528"/>
              <a:gd name="connsiteX2" fmla="*/ 652000 w 652000"/>
              <a:gd name="connsiteY2" fmla="*/ 4752528 h 4752528"/>
              <a:gd name="connsiteX3" fmla="*/ 3928 w 652000"/>
              <a:gd name="connsiteY3" fmla="*/ 4586909 h 4752528"/>
              <a:gd name="connsiteX4" fmla="*/ 0 w 652000"/>
              <a:gd name="connsiteY4" fmla="*/ 255559 h 4752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000" h="4752528">
                <a:moveTo>
                  <a:pt x="0" y="255559"/>
                </a:moveTo>
                <a:lnTo>
                  <a:pt x="652000" y="0"/>
                </a:lnTo>
                <a:lnTo>
                  <a:pt x="652000" y="4752528"/>
                </a:lnTo>
                <a:lnTo>
                  <a:pt x="3928" y="4586909"/>
                </a:lnTo>
                <a:cubicBezTo>
                  <a:pt x="2619" y="3143126"/>
                  <a:pt x="1309" y="1699342"/>
                  <a:pt x="0" y="255559"/>
                </a:cubicBezTo>
                <a:close/>
              </a:path>
            </a:pathLst>
          </a:custGeom>
          <a:solidFill>
            <a:srgbClr val="B88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-35170" y="1700808"/>
            <a:ext cx="457644" cy="173992"/>
          </a:xfrm>
          <a:prstGeom prst="line">
            <a:avLst/>
          </a:prstGeom>
          <a:ln w="127000" cmpd="thinThick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24815" y="1670331"/>
            <a:ext cx="8769863" cy="9216"/>
          </a:xfrm>
          <a:prstGeom prst="line">
            <a:avLst/>
          </a:prstGeom>
          <a:ln w="127000" cmpd="thickThin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67544" y="-309017"/>
            <a:ext cx="230425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0" dirty="0" smtClean="0">
                <a:latin typeface="★懐流体" pitchFamily="2" charset="-128"/>
                <a:ea typeface="★懐流体" pitchFamily="2" charset="-128"/>
              </a:rPr>
              <a:t>R</a:t>
            </a:r>
            <a:endParaRPr lang="zh-CN" altLang="en-US" sz="13000" dirty="0">
              <a:latin typeface="★懐流体" pitchFamily="2" charset="-128"/>
              <a:ea typeface="★懐流体" pitchFamily="2" charset="-128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59632" y="987257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方正综艺简体" pitchFamily="65" charset="-122"/>
                <a:ea typeface="方正综艺简体" pitchFamily="65" charset="-122"/>
              </a:rPr>
              <a:t>感悟</a:t>
            </a:r>
            <a:endParaRPr lang="zh-CN" altLang="en-US" sz="3200" dirty="0">
              <a:solidFill>
                <a:schemeClr val="bg1"/>
              </a:solidFill>
              <a:latin typeface="方正综艺简体" pitchFamily="65" charset="-122"/>
              <a:ea typeface="方正综艺简体" pitchFamily="65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 rot="10800000" flipV="1">
            <a:off x="2154208" y="828879"/>
            <a:ext cx="17010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 err="1" smtClean="0">
                <a:latin typeface="★懐流体" pitchFamily="2" charset="-128"/>
                <a:ea typeface="★懐流体" pitchFamily="2" charset="-128"/>
              </a:rPr>
              <a:t>elize</a:t>
            </a:r>
            <a:endParaRPr lang="zh-CN" altLang="en-US" sz="4400" dirty="0">
              <a:latin typeface="★懐流体" pitchFamily="2" charset="-128"/>
              <a:ea typeface="★懐流体" pitchFamily="2" charset="-128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419872" y="1084674"/>
            <a:ext cx="540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书只是一把钥匙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19672" y="6916421"/>
            <a:ext cx="62646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映像最深的一句话：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亲爱的，外面没有别人，只有自己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42266" y="2060848"/>
            <a:ext cx="697049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我们拼命地想要健康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 sz="2000" b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却不愿停驻脚步和自己的身体沟通；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我们拼命地寻求快乐，</a:t>
            </a:r>
            <a:endParaRPr lang="en-US" altLang="zh-CN" sz="2400" b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却不愿意面对接受困境带来的情绪；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我们拼命地要求别人，</a:t>
            </a:r>
            <a:endParaRPr lang="en-US" altLang="zh-CN" sz="2400" b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却不愿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静心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听自己内心真实的想法；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我们拼命地评价别人，</a:t>
            </a:r>
            <a:endParaRPr lang="en-US" altLang="zh-CN" sz="2400" b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却不愿弄清楚自己到底是不是自己；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92896" y="2060848"/>
            <a:ext cx="3048000" cy="3733800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89" y="2378162"/>
            <a:ext cx="2983831" cy="3416486"/>
          </a:xfrm>
          <a:prstGeom prst="rect">
            <a:avLst/>
          </a:prstGeom>
          <a:ln w="88900" cap="sq" cmpd="thickThin">
            <a:solidFill>
              <a:schemeClr val="bg1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288471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404446" y="-17586"/>
            <a:ext cx="8390874" cy="6876000"/>
          </a:xfrm>
          <a:custGeom>
            <a:avLst/>
            <a:gdLst>
              <a:gd name="connsiteX0" fmla="*/ 0 w 7823276"/>
              <a:gd name="connsiteY0" fmla="*/ 0 h 6098747"/>
              <a:gd name="connsiteX1" fmla="*/ 7823276 w 7823276"/>
              <a:gd name="connsiteY1" fmla="*/ 0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23276"/>
              <a:gd name="connsiteY0" fmla="*/ 0 h 6098747"/>
              <a:gd name="connsiteX1" fmla="*/ 7823276 w 7823276"/>
              <a:gd name="connsiteY1" fmla="*/ 281354 h 6098747"/>
              <a:gd name="connsiteX2" fmla="*/ 7823276 w 7823276"/>
              <a:gd name="connsiteY2" fmla="*/ 6098747 h 6098747"/>
              <a:gd name="connsiteX3" fmla="*/ 0 w 7823276"/>
              <a:gd name="connsiteY3" fmla="*/ 6098747 h 6098747"/>
              <a:gd name="connsiteX4" fmla="*/ 0 w 7823276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281354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40861"/>
              <a:gd name="connsiteY0" fmla="*/ 0 h 6098747"/>
              <a:gd name="connsiteX1" fmla="*/ 7823276 w 7840861"/>
              <a:gd name="connsiteY1" fmla="*/ 0 h 6098747"/>
              <a:gd name="connsiteX2" fmla="*/ 7840861 w 7840861"/>
              <a:gd name="connsiteY2" fmla="*/ 6010824 h 6098747"/>
              <a:gd name="connsiteX3" fmla="*/ 0 w 7840861"/>
              <a:gd name="connsiteY3" fmla="*/ 6098747 h 6098747"/>
              <a:gd name="connsiteX4" fmla="*/ 0 w 7840861"/>
              <a:gd name="connsiteY4" fmla="*/ 0 h 6098747"/>
              <a:gd name="connsiteX0" fmla="*/ 0 w 7876030"/>
              <a:gd name="connsiteY0" fmla="*/ 0 h 6098747"/>
              <a:gd name="connsiteX1" fmla="*/ 7823276 w 7876030"/>
              <a:gd name="connsiteY1" fmla="*/ 0 h 6098747"/>
              <a:gd name="connsiteX2" fmla="*/ 7876030 w 7876030"/>
              <a:gd name="connsiteY2" fmla="*/ 6063578 h 6098747"/>
              <a:gd name="connsiteX3" fmla="*/ 0 w 7876030"/>
              <a:gd name="connsiteY3" fmla="*/ 6098747 h 6098747"/>
              <a:gd name="connsiteX4" fmla="*/ 0 w 7876030"/>
              <a:gd name="connsiteY4" fmla="*/ 0 h 6098747"/>
              <a:gd name="connsiteX0" fmla="*/ 0 w 7876030"/>
              <a:gd name="connsiteY0" fmla="*/ 0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0 w 7876030"/>
              <a:gd name="connsiteY4" fmla="*/ 0 h 6116332"/>
              <a:gd name="connsiteX0" fmla="*/ 344277 w 7876030"/>
              <a:gd name="connsiteY0" fmla="*/ 14937 h 6116332"/>
              <a:gd name="connsiteX1" fmla="*/ 7823276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876030"/>
              <a:gd name="connsiteY0" fmla="*/ 14937 h 6116332"/>
              <a:gd name="connsiteX1" fmla="*/ 7449062 w 7876030"/>
              <a:gd name="connsiteY1" fmla="*/ 0 h 6116332"/>
              <a:gd name="connsiteX2" fmla="*/ 7876030 w 7876030"/>
              <a:gd name="connsiteY2" fmla="*/ 6116332 h 6116332"/>
              <a:gd name="connsiteX3" fmla="*/ 0 w 7876030"/>
              <a:gd name="connsiteY3" fmla="*/ 6098747 h 6116332"/>
              <a:gd name="connsiteX4" fmla="*/ 344277 w 7876030"/>
              <a:gd name="connsiteY4" fmla="*/ 14937 h 6116332"/>
              <a:gd name="connsiteX0" fmla="*/ 344277 w 7486847"/>
              <a:gd name="connsiteY0" fmla="*/ 14937 h 6098747"/>
              <a:gd name="connsiteX1" fmla="*/ 7449062 w 7486847"/>
              <a:gd name="connsiteY1" fmla="*/ 0 h 6098747"/>
              <a:gd name="connsiteX2" fmla="*/ 7486847 w 7486847"/>
              <a:gd name="connsiteY2" fmla="*/ 6071518 h 6098747"/>
              <a:gd name="connsiteX3" fmla="*/ 0 w 7486847"/>
              <a:gd name="connsiteY3" fmla="*/ 6098747 h 6098747"/>
              <a:gd name="connsiteX4" fmla="*/ 344277 w 7486847"/>
              <a:gd name="connsiteY4" fmla="*/ 14937 h 6098747"/>
              <a:gd name="connsiteX0" fmla="*/ 0 w 7142570"/>
              <a:gd name="connsiteY0" fmla="*/ 14937 h 6128624"/>
              <a:gd name="connsiteX1" fmla="*/ 7104785 w 7142570"/>
              <a:gd name="connsiteY1" fmla="*/ 0 h 6128624"/>
              <a:gd name="connsiteX2" fmla="*/ 7142570 w 7142570"/>
              <a:gd name="connsiteY2" fmla="*/ 6071518 h 6128624"/>
              <a:gd name="connsiteX3" fmla="*/ 29937 w 7142570"/>
              <a:gd name="connsiteY3" fmla="*/ 6128624 h 6128624"/>
              <a:gd name="connsiteX4" fmla="*/ 0 w 7142570"/>
              <a:gd name="connsiteY4" fmla="*/ 14937 h 6128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42570" h="6128624">
                <a:moveTo>
                  <a:pt x="0" y="14937"/>
                </a:moveTo>
                <a:lnTo>
                  <a:pt x="7104785" y="0"/>
                </a:lnTo>
                <a:cubicBezTo>
                  <a:pt x="7110647" y="1909823"/>
                  <a:pt x="7136708" y="4161695"/>
                  <a:pt x="7142570" y="6071518"/>
                </a:cubicBezTo>
                <a:lnTo>
                  <a:pt x="29937" y="6128624"/>
                </a:lnTo>
                <a:lnTo>
                  <a:pt x="0" y="1493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 wrap="squar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sp>
        <p:nvSpPr>
          <p:cNvPr id="9" name="矩形 5"/>
          <p:cNvSpPr/>
          <p:nvPr/>
        </p:nvSpPr>
        <p:spPr>
          <a:xfrm>
            <a:off x="-1" y="-27384"/>
            <a:ext cx="440060" cy="6885384"/>
          </a:xfrm>
          <a:custGeom>
            <a:avLst/>
            <a:gdLst>
              <a:gd name="connsiteX0" fmla="*/ 0 w 648072"/>
              <a:gd name="connsiteY0" fmla="*/ 0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752528 h 4752528"/>
              <a:gd name="connsiteX4" fmla="*/ 0 w 648072"/>
              <a:gd name="connsiteY4" fmla="*/ 0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752528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647596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586909 h 4752528"/>
              <a:gd name="connsiteX4" fmla="*/ 0 w 678053"/>
              <a:gd name="connsiteY4" fmla="*/ 194872 h 4752528"/>
              <a:gd name="connsiteX0" fmla="*/ 22127 w 648072"/>
              <a:gd name="connsiteY0" fmla="*/ 255559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586909 h 4752528"/>
              <a:gd name="connsiteX4" fmla="*/ 22127 w 648072"/>
              <a:gd name="connsiteY4" fmla="*/ 255559 h 4752528"/>
              <a:gd name="connsiteX0" fmla="*/ 0 w 652000"/>
              <a:gd name="connsiteY0" fmla="*/ 255559 h 4752528"/>
              <a:gd name="connsiteX1" fmla="*/ 652000 w 652000"/>
              <a:gd name="connsiteY1" fmla="*/ 0 h 4752528"/>
              <a:gd name="connsiteX2" fmla="*/ 652000 w 652000"/>
              <a:gd name="connsiteY2" fmla="*/ 4752528 h 4752528"/>
              <a:gd name="connsiteX3" fmla="*/ 3928 w 652000"/>
              <a:gd name="connsiteY3" fmla="*/ 4586909 h 4752528"/>
              <a:gd name="connsiteX4" fmla="*/ 0 w 652000"/>
              <a:gd name="connsiteY4" fmla="*/ 255559 h 4752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000" h="4752528">
                <a:moveTo>
                  <a:pt x="0" y="255559"/>
                </a:moveTo>
                <a:lnTo>
                  <a:pt x="652000" y="0"/>
                </a:lnTo>
                <a:lnTo>
                  <a:pt x="652000" y="4752528"/>
                </a:lnTo>
                <a:lnTo>
                  <a:pt x="3928" y="4586909"/>
                </a:lnTo>
                <a:cubicBezTo>
                  <a:pt x="2619" y="3143126"/>
                  <a:pt x="1309" y="1699342"/>
                  <a:pt x="0" y="255559"/>
                </a:cubicBezTo>
                <a:close/>
              </a:path>
            </a:pathLst>
          </a:custGeom>
          <a:solidFill>
            <a:srgbClr val="B88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5"/>
          <p:cNvSpPr/>
          <p:nvPr/>
        </p:nvSpPr>
        <p:spPr>
          <a:xfrm>
            <a:off x="8668446" y="-18563"/>
            <a:ext cx="492814" cy="6876563"/>
          </a:xfrm>
          <a:custGeom>
            <a:avLst/>
            <a:gdLst>
              <a:gd name="connsiteX0" fmla="*/ 0 w 648072"/>
              <a:gd name="connsiteY0" fmla="*/ 0 h 4752528"/>
              <a:gd name="connsiteX1" fmla="*/ 648072 w 648072"/>
              <a:gd name="connsiteY1" fmla="*/ 0 h 4752528"/>
              <a:gd name="connsiteX2" fmla="*/ 648072 w 648072"/>
              <a:gd name="connsiteY2" fmla="*/ 4752528 h 4752528"/>
              <a:gd name="connsiteX3" fmla="*/ 0 w 648072"/>
              <a:gd name="connsiteY3" fmla="*/ 4752528 h 4752528"/>
              <a:gd name="connsiteX4" fmla="*/ 0 w 648072"/>
              <a:gd name="connsiteY4" fmla="*/ 0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752528 h 4752528"/>
              <a:gd name="connsiteX4" fmla="*/ 0 w 678053"/>
              <a:gd name="connsiteY4" fmla="*/ 194872 h 4752528"/>
              <a:gd name="connsiteX0" fmla="*/ 0 w 678053"/>
              <a:gd name="connsiteY0" fmla="*/ 194872 h 4752528"/>
              <a:gd name="connsiteX1" fmla="*/ 678053 w 678053"/>
              <a:gd name="connsiteY1" fmla="*/ 0 h 4752528"/>
              <a:gd name="connsiteX2" fmla="*/ 678053 w 678053"/>
              <a:gd name="connsiteY2" fmla="*/ 4752528 h 4752528"/>
              <a:gd name="connsiteX3" fmla="*/ 29981 w 678053"/>
              <a:gd name="connsiteY3" fmla="*/ 4647596 h 4752528"/>
              <a:gd name="connsiteX4" fmla="*/ 0 w 678053"/>
              <a:gd name="connsiteY4" fmla="*/ 194872 h 4752528"/>
              <a:gd name="connsiteX0" fmla="*/ 0 w 704107"/>
              <a:gd name="connsiteY0" fmla="*/ 0 h 4557656"/>
              <a:gd name="connsiteX1" fmla="*/ 704107 w 704107"/>
              <a:gd name="connsiteY1" fmla="*/ 167731 h 4557656"/>
              <a:gd name="connsiteX2" fmla="*/ 678053 w 704107"/>
              <a:gd name="connsiteY2" fmla="*/ 4557656 h 4557656"/>
              <a:gd name="connsiteX3" fmla="*/ 29981 w 704107"/>
              <a:gd name="connsiteY3" fmla="*/ 4452724 h 4557656"/>
              <a:gd name="connsiteX4" fmla="*/ 0 w 704107"/>
              <a:gd name="connsiteY4" fmla="*/ 0 h 4557656"/>
              <a:gd name="connsiteX0" fmla="*/ 0 w 704107"/>
              <a:gd name="connsiteY0" fmla="*/ 0 h 4452724"/>
              <a:gd name="connsiteX1" fmla="*/ 704107 w 704107"/>
              <a:gd name="connsiteY1" fmla="*/ 167731 h 4452724"/>
              <a:gd name="connsiteX2" fmla="*/ 678053 w 704107"/>
              <a:gd name="connsiteY2" fmla="*/ 4376354 h 4452724"/>
              <a:gd name="connsiteX3" fmla="*/ 29981 w 704107"/>
              <a:gd name="connsiteY3" fmla="*/ 4452724 h 4452724"/>
              <a:gd name="connsiteX4" fmla="*/ 0 w 704107"/>
              <a:gd name="connsiteY4" fmla="*/ 0 h 4452724"/>
              <a:gd name="connsiteX0" fmla="*/ 0 w 730161"/>
              <a:gd name="connsiteY0" fmla="*/ 0 h 4452724"/>
              <a:gd name="connsiteX1" fmla="*/ 704107 w 730161"/>
              <a:gd name="connsiteY1" fmla="*/ 167731 h 4452724"/>
              <a:gd name="connsiteX2" fmla="*/ 730161 w 730161"/>
              <a:gd name="connsiteY2" fmla="*/ 4296649 h 4452724"/>
              <a:gd name="connsiteX3" fmla="*/ 29981 w 730161"/>
              <a:gd name="connsiteY3" fmla="*/ 4452724 h 4452724"/>
              <a:gd name="connsiteX4" fmla="*/ 0 w 730161"/>
              <a:gd name="connsiteY4" fmla="*/ 0 h 445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161" h="4452724">
                <a:moveTo>
                  <a:pt x="0" y="0"/>
                </a:moveTo>
                <a:lnTo>
                  <a:pt x="704107" y="167731"/>
                </a:lnTo>
                <a:lnTo>
                  <a:pt x="730161" y="4296649"/>
                </a:lnTo>
                <a:lnTo>
                  <a:pt x="29981" y="4452724"/>
                </a:lnTo>
                <a:lnTo>
                  <a:pt x="0" y="0"/>
                </a:lnTo>
                <a:close/>
              </a:path>
            </a:pathLst>
          </a:custGeom>
          <a:solidFill>
            <a:srgbClr val="B88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637156" y="332656"/>
            <a:ext cx="7823276" cy="6098747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ctr"/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德彪钢笔行书字库" pitchFamily="2" charset="-122"/>
              <a:ea typeface="德彪钢笔行书字库" pitchFamily="2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422031" y="3495902"/>
            <a:ext cx="8266455" cy="5106"/>
          </a:xfrm>
          <a:prstGeom prst="line">
            <a:avLst/>
          </a:prstGeom>
          <a:ln w="127000" cmpd="thickThin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V="1">
            <a:off x="-35170" y="3506202"/>
            <a:ext cx="457644" cy="173992"/>
          </a:xfrm>
          <a:prstGeom prst="line">
            <a:avLst/>
          </a:prstGeom>
          <a:ln w="127000" cmpd="thinThick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V="1">
            <a:off x="8670901" y="3327016"/>
            <a:ext cx="490359" cy="173992"/>
          </a:xfrm>
          <a:prstGeom prst="line">
            <a:avLst/>
          </a:prstGeom>
          <a:ln w="127000" cmpd="thinThick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43608" y="1508591"/>
            <a:ext cx="23042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 smtClean="0">
                <a:solidFill>
                  <a:schemeClr val="bg1"/>
                </a:solidFill>
                <a:latin typeface="方正综艺简体" pitchFamily="65" charset="-122"/>
                <a:ea typeface="方正综艺简体" pitchFamily="65" charset="-122"/>
              </a:rPr>
              <a:t>亲</a:t>
            </a:r>
            <a:endParaRPr lang="zh-CN" altLang="en-US" sz="7200" dirty="0">
              <a:solidFill>
                <a:schemeClr val="bg1"/>
              </a:solidFill>
              <a:latin typeface="方正综艺简体" pitchFamily="65" charset="-122"/>
              <a:ea typeface="方正综艺简体" pitchFamily="65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57465" y="2029450"/>
            <a:ext cx="69558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方正综艺简体" pitchFamily="65" charset="-122"/>
                <a:ea typeface="方正综艺简体" pitchFamily="65" charset="-122"/>
              </a:rPr>
              <a:t>爱的，外面没有别人，只有你自己</a:t>
            </a:r>
            <a:endParaRPr lang="zh-CN" altLang="en-US" sz="3200" dirty="0">
              <a:latin typeface="方正综艺简体" pitchFamily="65" charset="-122"/>
              <a:ea typeface="方正综艺简体" pitchFamily="65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31840" y="4293096"/>
            <a:ext cx="3456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PPTer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@</a:t>
            </a:r>
            <a:r>
              <a:rPr lang="en-US" altLang="zh-CN" b="1" dirty="0" err="1" smtClean="0">
                <a:latin typeface="微软雅黑" pitchFamily="34" charset="-122"/>
                <a:ea typeface="微软雅黑" pitchFamily="34" charset="-122"/>
              </a:rPr>
              <a:t>Mrs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_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瑶瑶瑶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指  导：小巴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_1990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0399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86302" y="1474220"/>
            <a:ext cx="6171396" cy="3416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3025975" y="2943656"/>
            <a:ext cx="97201" cy="180855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516248" y="2943656"/>
            <a:ext cx="97201" cy="180855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6071461" y="2943656"/>
            <a:ext cx="97201" cy="180855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58774" y="3896366"/>
            <a:ext cx="6171396" cy="1488869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215"/>
              </a:spcBef>
            </a:pP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215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215"/>
              </a:spcBef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215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810"/>
              </a:spcBef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810"/>
              </a:spcBef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810"/>
              </a:spcBef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704577" y="4158007"/>
            <a:ext cx="57348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558774" y="2481293"/>
            <a:ext cx="1312212" cy="905311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7"/>
              <a:ext cx="1728239" cy="967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093366" y="2481295"/>
            <a:ext cx="1312212" cy="1081437"/>
            <a:chOff x="107380" y="2024805"/>
            <a:chExt cx="1944270" cy="160233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5"/>
              <a:ext cx="1728239" cy="12449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602825" y="2481293"/>
            <a:ext cx="1312212" cy="905311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7"/>
              <a:ext cx="1728239" cy="967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120059" y="2481293"/>
            <a:ext cx="1312212" cy="905311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7"/>
              <a:ext cx="1728239" cy="967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9690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488989" y="3866394"/>
            <a:ext cx="6188273" cy="1084816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69"/>
              <a:ext cx="4572000" cy="56775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62086">
                <a:defRPr/>
              </a:pPr>
              <a:r>
                <a:rPr lang="en-US" altLang="zh-CN" sz="945" kern="0" dirty="0">
                  <a:solidFill>
                    <a:prstClr val="black"/>
                  </a:solidFill>
                </a:rPr>
                <a:t/>
              </a:r>
              <a:br>
                <a:rPr lang="en-US" altLang="zh-CN" sz="945" kern="0" dirty="0">
                  <a:solidFill>
                    <a:prstClr val="black"/>
                  </a:solidFill>
                </a:rPr>
              </a:br>
              <a:endParaRPr lang="en-US" altLang="zh-CN" sz="945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46285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12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62857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10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2" y="3613174"/>
              <a:ext cx="594123" cy="598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57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025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04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2"/>
              <a:ext cx="3591670" cy="9508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57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62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62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038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62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62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62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62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462857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532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57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57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57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2" y="4188246"/>
              <a:ext cx="1787129" cy="46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57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418" kern="0" dirty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62857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10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57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57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9" cy="783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57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418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62857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12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57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12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159396" cy="3677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57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013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2409260" y="1728034"/>
            <a:ext cx="4325484" cy="1976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3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3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43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025"/>
              </a:spcBef>
            </a:pPr>
            <a:r>
              <a:rPr lang="zh-CN" altLang="en-US" sz="297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2970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089</a:t>
            </a:r>
            <a:r>
              <a:rPr lang="zh-CN" altLang="en-US" sz="2970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297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025"/>
              </a:spcBef>
            </a:pPr>
            <a:r>
              <a:rPr lang="zh-CN" altLang="en-US" sz="189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189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89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189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6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675970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>
            <a:lumMod val="60000"/>
            <a:lumOff val="40000"/>
          </a:schemeClr>
        </a:solidFill>
      </a:spPr>
      <a:bodyPr wrap="none" rtlCol="0" anchor="ctr">
        <a:spAutoFit/>
      </a:bodyPr>
      <a:lstStyle>
        <a:defPPr algn="ctr">
          <a:defRPr b="1" dirty="0" smtClean="0">
            <a:solidFill>
              <a:schemeClr val="tx1">
                <a:lumMod val="85000"/>
                <a:lumOff val="15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德彪钢笔行书字库" pitchFamily="2" charset="-122"/>
            <a:ea typeface="德彪钢笔行书字库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</TotalTime>
  <Words>1091</Words>
  <Application>Microsoft Office PowerPoint</Application>
  <PresentationFormat>全屏显示(4:3)</PresentationFormat>
  <Paragraphs>179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微软雅黑</vt:lpstr>
      <vt:lpstr>方正正中黑简体</vt:lpstr>
      <vt:lpstr>宋体</vt:lpstr>
      <vt:lpstr>方正正黑简体</vt:lpstr>
      <vt:lpstr>德彪钢笔行书字库</vt:lpstr>
      <vt:lpstr>Calibri</vt:lpstr>
      <vt:lpstr>Wingdings</vt:lpstr>
      <vt:lpstr>★懐流体</vt:lpstr>
      <vt:lpstr>Arial</vt:lpstr>
      <vt:lpstr>方正综艺简体</vt:lpstr>
      <vt:lpstr>Office 主题​​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iTianKong.com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IT天空</dc:creator>
  <cp:lastModifiedBy>小巴</cp:lastModifiedBy>
  <cp:revision>81</cp:revision>
  <dcterms:created xsi:type="dcterms:W3CDTF">2014-04-18T02:14:32Z</dcterms:created>
  <dcterms:modified xsi:type="dcterms:W3CDTF">2014-04-23T22:36:23Z</dcterms:modified>
</cp:coreProperties>
</file>